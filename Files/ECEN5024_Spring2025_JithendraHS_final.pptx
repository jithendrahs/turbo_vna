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  <p:sldMasterId id="2147483661" r:id="rId2"/>
  </p:sldMasterIdLst>
  <p:notesMasterIdLst>
    <p:notesMasterId r:id="rId25"/>
  </p:notesMasterIdLst>
  <p:sldIdLst>
    <p:sldId id="2259" r:id="rId3"/>
    <p:sldId id="1419" r:id="rId4"/>
    <p:sldId id="2342" r:id="rId5"/>
    <p:sldId id="2347" r:id="rId6"/>
    <p:sldId id="2328" r:id="rId7"/>
    <p:sldId id="2338" r:id="rId8"/>
    <p:sldId id="2358" r:id="rId9"/>
    <p:sldId id="2359" r:id="rId10"/>
    <p:sldId id="2350" r:id="rId11"/>
    <p:sldId id="2329" r:id="rId12"/>
    <p:sldId id="2360" r:id="rId13"/>
    <p:sldId id="2352" r:id="rId14"/>
    <p:sldId id="2353" r:id="rId15"/>
    <p:sldId id="2355" r:id="rId16"/>
    <p:sldId id="2346" r:id="rId17"/>
    <p:sldId id="2361" r:id="rId18"/>
    <p:sldId id="2337" r:id="rId19"/>
    <p:sldId id="2314" r:id="rId20"/>
    <p:sldId id="2340" r:id="rId21"/>
    <p:sldId id="2357" r:id="rId22"/>
    <p:sldId id="2362" r:id="rId23"/>
    <p:sldId id="2363" r:id="rId24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00FFFF"/>
    <a:srgbClr val="EE1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2775D-E9F6-4C37-91C8-74F5AF1E4C58}" v="246" dt="2025-05-01T20:45:32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6414" autoAdjust="0"/>
  </p:normalViewPr>
  <p:slideViewPr>
    <p:cSldViewPr snapToGrid="0">
      <p:cViewPr varScale="1">
        <p:scale>
          <a:sx n="68" d="100"/>
          <a:sy n="68" d="100"/>
        </p:scale>
        <p:origin x="1013" y="101"/>
      </p:cViewPr>
      <p:guideLst/>
    </p:cSldViewPr>
  </p:slideViewPr>
  <p:outlineViewPr>
    <p:cViewPr>
      <p:scale>
        <a:sx n="33" d="100"/>
        <a:sy n="33" d="100"/>
      </p:scale>
      <p:origin x="0" y="-7198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7.xml"/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hendra HS" userId="fbed575dba93ca78" providerId="LiveId" clId="{9BB2775D-E9F6-4C37-91C8-74F5AF1E4C58}"/>
    <pc:docChg chg="undo redo custSel addSld delSld modSld sldOrd">
      <pc:chgData name="Jithendra HS" userId="fbed575dba93ca78" providerId="LiveId" clId="{9BB2775D-E9F6-4C37-91C8-74F5AF1E4C58}" dt="2025-05-01T20:51:52.158" v="8557" actId="20577"/>
      <pc:docMkLst>
        <pc:docMk/>
      </pc:docMkLst>
      <pc:sldChg chg="addSp delSp modSp add del mod ord">
        <pc:chgData name="Jithendra HS" userId="fbed575dba93ca78" providerId="LiveId" clId="{9BB2775D-E9F6-4C37-91C8-74F5AF1E4C58}" dt="2025-05-01T20:07:59.190" v="7907" actId="20577"/>
        <pc:sldMkLst>
          <pc:docMk/>
          <pc:sldMk cId="556881732" sldId="1419"/>
        </pc:sldMkLst>
        <pc:spChg chg="mod">
          <ac:chgData name="Jithendra HS" userId="fbed575dba93ca78" providerId="LiveId" clId="{9BB2775D-E9F6-4C37-91C8-74F5AF1E4C58}" dt="2025-05-01T16:21:37.227" v="7559" actId="20577"/>
          <ac:spMkLst>
            <pc:docMk/>
            <pc:sldMk cId="556881732" sldId="1419"/>
            <ac:spMk id="2" creationId="{2E8F0ED3-9CEA-4233-B8CE-D480F2ECB481}"/>
          </ac:spMkLst>
        </pc:spChg>
        <pc:spChg chg="add del">
          <ac:chgData name="Jithendra HS" userId="fbed575dba93ca78" providerId="LiveId" clId="{9BB2775D-E9F6-4C37-91C8-74F5AF1E4C58}" dt="2025-05-01T16:35:30.069" v="7572" actId="478"/>
          <ac:spMkLst>
            <pc:docMk/>
            <pc:sldMk cId="556881732" sldId="1419"/>
            <ac:spMk id="5" creationId="{791C9492-6C00-4EA5-B7F0-6154ABD22359}"/>
          </ac:spMkLst>
        </pc:spChg>
        <pc:spChg chg="del mod">
          <ac:chgData name="Jithendra HS" userId="fbed575dba93ca78" providerId="LiveId" clId="{9BB2775D-E9F6-4C37-91C8-74F5AF1E4C58}" dt="2025-05-01T16:35:45.781" v="7577" actId="478"/>
          <ac:spMkLst>
            <pc:docMk/>
            <pc:sldMk cId="556881732" sldId="1419"/>
            <ac:spMk id="6" creationId="{EE0B5797-E93D-0490-56F1-051DBE0AF120}"/>
          </ac:spMkLst>
        </pc:spChg>
        <pc:spChg chg="add del mod">
          <ac:chgData name="Jithendra HS" userId="fbed575dba93ca78" providerId="LiveId" clId="{9BB2775D-E9F6-4C37-91C8-74F5AF1E4C58}" dt="2025-05-01T16:36:37.415" v="7579" actId="478"/>
          <ac:spMkLst>
            <pc:docMk/>
            <pc:sldMk cId="556881732" sldId="1419"/>
            <ac:spMk id="7" creationId="{0FAE3571-D673-9BA4-6DAE-D992F5C1DFA7}"/>
          </ac:spMkLst>
        </pc:spChg>
        <pc:spChg chg="del">
          <ac:chgData name="Jithendra HS" userId="fbed575dba93ca78" providerId="LiveId" clId="{9BB2775D-E9F6-4C37-91C8-74F5AF1E4C58}" dt="2025-05-01T16:35:22.278" v="7570" actId="478"/>
          <ac:spMkLst>
            <pc:docMk/>
            <pc:sldMk cId="556881732" sldId="1419"/>
            <ac:spMk id="14" creationId="{760E766F-1F38-B1FC-5236-65D5B3C3297E}"/>
          </ac:spMkLst>
        </pc:spChg>
        <pc:spChg chg="add del">
          <ac:chgData name="Jithendra HS" userId="fbed575dba93ca78" providerId="LiveId" clId="{9BB2775D-E9F6-4C37-91C8-74F5AF1E4C58}" dt="2025-05-01T16:35:36.381" v="7573" actId="478"/>
          <ac:spMkLst>
            <pc:docMk/>
            <pc:sldMk cId="556881732" sldId="1419"/>
            <ac:spMk id="15" creationId="{EC42A616-5BEA-B1CE-F670-C7A4E72441A1}"/>
          </ac:spMkLst>
        </pc:spChg>
        <pc:spChg chg="del">
          <ac:chgData name="Jithendra HS" userId="fbed575dba93ca78" providerId="LiveId" clId="{9BB2775D-E9F6-4C37-91C8-74F5AF1E4C58}" dt="2025-05-01T16:35:22.278" v="7570" actId="478"/>
          <ac:spMkLst>
            <pc:docMk/>
            <pc:sldMk cId="556881732" sldId="1419"/>
            <ac:spMk id="16" creationId="{0C7E2EC7-C55F-3CDE-742E-665C9B8037B9}"/>
          </ac:spMkLst>
        </pc:spChg>
        <pc:spChg chg="add del">
          <ac:chgData name="Jithendra HS" userId="fbed575dba93ca78" providerId="LiveId" clId="{9BB2775D-E9F6-4C37-91C8-74F5AF1E4C58}" dt="2025-05-01T16:35:38.932" v="7574" actId="478"/>
          <ac:spMkLst>
            <pc:docMk/>
            <pc:sldMk cId="556881732" sldId="1419"/>
            <ac:spMk id="17" creationId="{06BB9651-9514-CBD8-90FA-0E8EA25E2C6E}"/>
          </ac:spMkLst>
        </pc:spChg>
        <pc:spChg chg="add mod">
          <ac:chgData name="Jithendra HS" userId="fbed575dba93ca78" providerId="LiveId" clId="{9BB2775D-E9F6-4C37-91C8-74F5AF1E4C58}" dt="2025-05-01T20:07:59.190" v="7907" actId="20577"/>
          <ac:spMkLst>
            <pc:docMk/>
            <pc:sldMk cId="556881732" sldId="1419"/>
            <ac:spMk id="18" creationId="{B051D6E7-C465-46B6-84EE-42F441BEB3F0}"/>
          </ac:spMkLst>
        </pc:spChg>
        <pc:picChg chg="del">
          <ac:chgData name="Jithendra HS" userId="fbed575dba93ca78" providerId="LiveId" clId="{9BB2775D-E9F6-4C37-91C8-74F5AF1E4C58}" dt="2025-05-01T16:35:17.411" v="7568" actId="478"/>
          <ac:picMkLst>
            <pc:docMk/>
            <pc:sldMk cId="556881732" sldId="1419"/>
            <ac:picMk id="4" creationId="{F3B16634-0760-02AF-6432-2FB654AE5DE2}"/>
          </ac:picMkLst>
        </pc:picChg>
        <pc:picChg chg="del">
          <ac:chgData name="Jithendra HS" userId="fbed575dba93ca78" providerId="LiveId" clId="{9BB2775D-E9F6-4C37-91C8-74F5AF1E4C58}" dt="2025-05-01T16:35:18.828" v="7569" actId="478"/>
          <ac:picMkLst>
            <pc:docMk/>
            <pc:sldMk cId="556881732" sldId="1419"/>
            <ac:picMk id="8" creationId="{0AE41D1C-22B6-3DE2-B059-03289972FFDD}"/>
          </ac:picMkLst>
        </pc:picChg>
        <pc:picChg chg="del">
          <ac:chgData name="Jithendra HS" userId="fbed575dba93ca78" providerId="LiveId" clId="{9BB2775D-E9F6-4C37-91C8-74F5AF1E4C58}" dt="2025-05-01T16:35:14.681" v="7566" actId="478"/>
          <ac:picMkLst>
            <pc:docMk/>
            <pc:sldMk cId="556881732" sldId="1419"/>
            <ac:picMk id="10" creationId="{2B39590A-2783-3244-A682-728163E6D921}"/>
          </ac:picMkLst>
        </pc:picChg>
        <pc:picChg chg="add mod">
          <ac:chgData name="Jithendra HS" userId="fbed575dba93ca78" providerId="LiveId" clId="{9BB2775D-E9F6-4C37-91C8-74F5AF1E4C58}" dt="2025-05-01T16:37:26.055" v="7585" actId="1076"/>
          <ac:picMkLst>
            <pc:docMk/>
            <pc:sldMk cId="556881732" sldId="1419"/>
            <ac:picMk id="11" creationId="{ACAC6388-15D7-06A1-6F3F-562086BD55A6}"/>
          </ac:picMkLst>
        </pc:picChg>
        <pc:picChg chg="del">
          <ac:chgData name="Jithendra HS" userId="fbed575dba93ca78" providerId="LiveId" clId="{9BB2775D-E9F6-4C37-91C8-74F5AF1E4C58}" dt="2025-05-01T16:35:15.981" v="7567" actId="478"/>
          <ac:picMkLst>
            <pc:docMk/>
            <pc:sldMk cId="556881732" sldId="1419"/>
            <ac:picMk id="12" creationId="{2B29151C-BBEF-ADD0-EF54-5A7DF2FB91FF}"/>
          </ac:picMkLst>
        </pc:picChg>
        <pc:picChg chg="add mod">
          <ac:chgData name="Jithendra HS" userId="fbed575dba93ca78" providerId="LiveId" clId="{9BB2775D-E9F6-4C37-91C8-74F5AF1E4C58}" dt="2025-05-01T16:37:36.617" v="7589" actId="1076"/>
          <ac:picMkLst>
            <pc:docMk/>
            <pc:sldMk cId="556881732" sldId="1419"/>
            <ac:picMk id="13" creationId="{9D836BAD-C727-1AED-FC56-58DC833D833D}"/>
          </ac:picMkLst>
        </pc:picChg>
        <pc:picChg chg="add">
          <ac:chgData name="Jithendra HS" userId="fbed575dba93ca78" providerId="LiveId" clId="{9BB2775D-E9F6-4C37-91C8-74F5AF1E4C58}" dt="2025-05-01T16:35:46.835" v="7578"/>
          <ac:picMkLst>
            <pc:docMk/>
            <pc:sldMk cId="556881732" sldId="1419"/>
            <ac:picMk id="2050" creationId="{26C6EFC2-DEE7-4724-CC19-B6D48B84E14A}"/>
          </ac:picMkLst>
        </pc:picChg>
        <pc:picChg chg="add">
          <ac:chgData name="Jithendra HS" userId="fbed575dba93ca78" providerId="LiveId" clId="{9BB2775D-E9F6-4C37-91C8-74F5AF1E4C58}" dt="2025-05-01T16:35:46.835" v="7578"/>
          <ac:picMkLst>
            <pc:docMk/>
            <pc:sldMk cId="556881732" sldId="1419"/>
            <ac:picMk id="2051" creationId="{EBFA4674-C931-4DD5-33F5-3462EC698CD2}"/>
          </ac:picMkLst>
        </pc:picChg>
        <pc:picChg chg="add">
          <ac:chgData name="Jithendra HS" userId="fbed575dba93ca78" providerId="LiveId" clId="{9BB2775D-E9F6-4C37-91C8-74F5AF1E4C58}" dt="2025-05-01T16:35:46.835" v="7578"/>
          <ac:picMkLst>
            <pc:docMk/>
            <pc:sldMk cId="556881732" sldId="1419"/>
            <ac:picMk id="2052" creationId="{EBB4ED33-4D4E-B3EA-6F39-DE458DDF837E}"/>
          </ac:picMkLst>
        </pc:picChg>
        <pc:picChg chg="add">
          <ac:chgData name="Jithendra HS" userId="fbed575dba93ca78" providerId="LiveId" clId="{9BB2775D-E9F6-4C37-91C8-74F5AF1E4C58}" dt="2025-05-01T16:35:46.835" v="7578"/>
          <ac:picMkLst>
            <pc:docMk/>
            <pc:sldMk cId="556881732" sldId="1419"/>
            <ac:picMk id="2053" creationId="{F2B8C53A-6789-1B44-A4A3-CD36F1476DC4}"/>
          </ac:picMkLst>
        </pc:picChg>
      </pc:sldChg>
      <pc:sldChg chg="addSp delSp modSp mod">
        <pc:chgData name="Jithendra HS" userId="fbed575dba93ca78" providerId="LiveId" clId="{9BB2775D-E9F6-4C37-91C8-74F5AF1E4C58}" dt="2025-05-01T05:46:23.961" v="6405" actId="20577"/>
        <pc:sldMkLst>
          <pc:docMk/>
          <pc:sldMk cId="812720715" sldId="2259"/>
        </pc:sldMkLst>
        <pc:spChg chg="mod">
          <ac:chgData name="Jithendra HS" userId="fbed575dba93ca78" providerId="LiveId" clId="{9BB2775D-E9F6-4C37-91C8-74F5AF1E4C58}" dt="2025-04-24T03:15:48.838" v="9" actId="1076"/>
          <ac:spMkLst>
            <pc:docMk/>
            <pc:sldMk cId="812720715" sldId="2259"/>
            <ac:spMk id="5" creationId="{184AF408-139A-0567-3405-2AD27B1E5AD8}"/>
          </ac:spMkLst>
        </pc:spChg>
        <pc:spChg chg="mod">
          <ac:chgData name="Jithendra HS" userId="fbed575dba93ca78" providerId="LiveId" clId="{9BB2775D-E9F6-4C37-91C8-74F5AF1E4C58}" dt="2025-05-01T05:46:23.961" v="6405" actId="20577"/>
          <ac:spMkLst>
            <pc:docMk/>
            <pc:sldMk cId="812720715" sldId="2259"/>
            <ac:spMk id="6" creationId="{CAB631E1-BAB8-C79D-60AD-824E5AD7DEE5}"/>
          </ac:spMkLst>
        </pc:spChg>
      </pc:sldChg>
      <pc:sldChg chg="del">
        <pc:chgData name="Jithendra HS" userId="fbed575dba93ca78" providerId="LiveId" clId="{9BB2775D-E9F6-4C37-91C8-74F5AF1E4C58}" dt="2025-04-24T04:45:23.101" v="875" actId="47"/>
        <pc:sldMkLst>
          <pc:docMk/>
          <pc:sldMk cId="3777563537" sldId="2260"/>
        </pc:sldMkLst>
      </pc:sldChg>
      <pc:sldChg chg="del">
        <pc:chgData name="Jithendra HS" userId="fbed575dba93ca78" providerId="LiveId" clId="{9BB2775D-E9F6-4C37-91C8-74F5AF1E4C58}" dt="2025-04-24T04:06:20.938" v="432" actId="47"/>
        <pc:sldMkLst>
          <pc:docMk/>
          <pc:sldMk cId="4093926959" sldId="2261"/>
        </pc:sldMkLst>
      </pc:sldChg>
      <pc:sldChg chg="del">
        <pc:chgData name="Jithendra HS" userId="fbed575dba93ca78" providerId="LiveId" clId="{9BB2775D-E9F6-4C37-91C8-74F5AF1E4C58}" dt="2025-04-24T04:06:25.470" v="433" actId="47"/>
        <pc:sldMkLst>
          <pc:docMk/>
          <pc:sldMk cId="2299777027" sldId="2262"/>
        </pc:sldMkLst>
      </pc:sldChg>
      <pc:sldChg chg="del">
        <pc:chgData name="Jithendra HS" userId="fbed575dba93ca78" providerId="LiveId" clId="{9BB2775D-E9F6-4C37-91C8-74F5AF1E4C58}" dt="2025-04-24T04:36:48.026" v="787" actId="47"/>
        <pc:sldMkLst>
          <pc:docMk/>
          <pc:sldMk cId="3788721802" sldId="2264"/>
        </pc:sldMkLst>
      </pc:sldChg>
      <pc:sldChg chg="del">
        <pc:chgData name="Jithendra HS" userId="fbed575dba93ca78" providerId="LiveId" clId="{9BB2775D-E9F6-4C37-91C8-74F5AF1E4C58}" dt="2025-04-24T04:36:57.016" v="791" actId="47"/>
        <pc:sldMkLst>
          <pc:docMk/>
          <pc:sldMk cId="3043670267" sldId="2265"/>
        </pc:sldMkLst>
      </pc:sldChg>
      <pc:sldChg chg="del">
        <pc:chgData name="Jithendra HS" userId="fbed575dba93ca78" providerId="LiveId" clId="{9BB2775D-E9F6-4C37-91C8-74F5AF1E4C58}" dt="2025-04-24T04:36:49.707" v="788" actId="47"/>
        <pc:sldMkLst>
          <pc:docMk/>
          <pc:sldMk cId="4252350170" sldId="2266"/>
        </pc:sldMkLst>
      </pc:sldChg>
      <pc:sldChg chg="del">
        <pc:chgData name="Jithendra HS" userId="fbed575dba93ca78" providerId="LiveId" clId="{9BB2775D-E9F6-4C37-91C8-74F5AF1E4C58}" dt="2025-04-24T04:36:52.523" v="789" actId="47"/>
        <pc:sldMkLst>
          <pc:docMk/>
          <pc:sldMk cId="296652549" sldId="2268"/>
        </pc:sldMkLst>
      </pc:sldChg>
      <pc:sldChg chg="del">
        <pc:chgData name="Jithendra HS" userId="fbed575dba93ca78" providerId="LiveId" clId="{9BB2775D-E9F6-4C37-91C8-74F5AF1E4C58}" dt="2025-04-24T04:06:30.205" v="434" actId="47"/>
        <pc:sldMkLst>
          <pc:docMk/>
          <pc:sldMk cId="1519169057" sldId="2271"/>
        </pc:sldMkLst>
      </pc:sldChg>
      <pc:sldChg chg="del">
        <pc:chgData name="Jithendra HS" userId="fbed575dba93ca78" providerId="LiveId" clId="{9BB2775D-E9F6-4C37-91C8-74F5AF1E4C58}" dt="2025-04-24T04:36:55.075" v="790" actId="47"/>
        <pc:sldMkLst>
          <pc:docMk/>
          <pc:sldMk cId="2428300376" sldId="2272"/>
        </pc:sldMkLst>
      </pc:sldChg>
      <pc:sldChg chg="del">
        <pc:chgData name="Jithendra HS" userId="fbed575dba93ca78" providerId="LiveId" clId="{9BB2775D-E9F6-4C37-91C8-74F5AF1E4C58}" dt="2025-04-24T04:37:01.739" v="792" actId="47"/>
        <pc:sldMkLst>
          <pc:docMk/>
          <pc:sldMk cId="2734254932" sldId="2273"/>
        </pc:sldMkLst>
      </pc:sldChg>
      <pc:sldChg chg="del">
        <pc:chgData name="Jithendra HS" userId="fbed575dba93ca78" providerId="LiveId" clId="{9BB2775D-E9F6-4C37-91C8-74F5AF1E4C58}" dt="2025-04-24T04:37:27.520" v="793" actId="47"/>
        <pc:sldMkLst>
          <pc:docMk/>
          <pc:sldMk cId="3889183705" sldId="2274"/>
        </pc:sldMkLst>
      </pc:sldChg>
      <pc:sldChg chg="addSp delSp del mod">
        <pc:chgData name="Jithendra HS" userId="fbed575dba93ca78" providerId="LiveId" clId="{9BB2775D-E9F6-4C37-91C8-74F5AF1E4C58}" dt="2025-04-24T04:40:28.542" v="825" actId="47"/>
        <pc:sldMkLst>
          <pc:docMk/>
          <pc:sldMk cId="695335532" sldId="2277"/>
        </pc:sldMkLst>
      </pc:sldChg>
      <pc:sldChg chg="del">
        <pc:chgData name="Jithendra HS" userId="fbed575dba93ca78" providerId="LiveId" clId="{9BB2775D-E9F6-4C37-91C8-74F5AF1E4C58}" dt="2025-04-24T05:05:33.712" v="1101" actId="47"/>
        <pc:sldMkLst>
          <pc:docMk/>
          <pc:sldMk cId="2772351952" sldId="2278"/>
        </pc:sldMkLst>
      </pc:sldChg>
      <pc:sldChg chg="del">
        <pc:chgData name="Jithendra HS" userId="fbed575dba93ca78" providerId="LiveId" clId="{9BB2775D-E9F6-4C37-91C8-74F5AF1E4C58}" dt="2025-04-24T04:44:58.978" v="867" actId="47"/>
        <pc:sldMkLst>
          <pc:docMk/>
          <pc:sldMk cId="2771270935" sldId="2279"/>
        </pc:sldMkLst>
      </pc:sldChg>
      <pc:sldChg chg="del">
        <pc:chgData name="Jithendra HS" userId="fbed575dba93ca78" providerId="LiveId" clId="{9BB2775D-E9F6-4C37-91C8-74F5AF1E4C58}" dt="2025-04-24T04:45:21.782" v="874" actId="47"/>
        <pc:sldMkLst>
          <pc:docMk/>
          <pc:sldMk cId="1572917316" sldId="2282"/>
        </pc:sldMkLst>
      </pc:sldChg>
      <pc:sldChg chg="del">
        <pc:chgData name="Jithendra HS" userId="fbed575dba93ca78" providerId="LiveId" clId="{9BB2775D-E9F6-4C37-91C8-74F5AF1E4C58}" dt="2025-04-24T05:05:28.202" v="1098" actId="47"/>
        <pc:sldMkLst>
          <pc:docMk/>
          <pc:sldMk cId="1278494905" sldId="2283"/>
        </pc:sldMkLst>
      </pc:sldChg>
      <pc:sldChg chg="del">
        <pc:chgData name="Jithendra HS" userId="fbed575dba93ca78" providerId="LiveId" clId="{9BB2775D-E9F6-4C37-91C8-74F5AF1E4C58}" dt="2025-04-24T05:05:35.036" v="1102" actId="47"/>
        <pc:sldMkLst>
          <pc:docMk/>
          <pc:sldMk cId="3413755394" sldId="2284"/>
        </pc:sldMkLst>
      </pc:sldChg>
      <pc:sldChg chg="del">
        <pc:chgData name="Jithendra HS" userId="fbed575dba93ca78" providerId="LiveId" clId="{9BB2775D-E9F6-4C37-91C8-74F5AF1E4C58}" dt="2025-04-24T04:45:04.634" v="868" actId="47"/>
        <pc:sldMkLst>
          <pc:docMk/>
          <pc:sldMk cId="1592870929" sldId="2286"/>
        </pc:sldMkLst>
      </pc:sldChg>
      <pc:sldChg chg="del">
        <pc:chgData name="Jithendra HS" userId="fbed575dba93ca78" providerId="LiveId" clId="{9BB2775D-E9F6-4C37-91C8-74F5AF1E4C58}" dt="2025-04-24T05:05:29.905" v="1099" actId="47"/>
        <pc:sldMkLst>
          <pc:docMk/>
          <pc:sldMk cId="1769310028" sldId="2288"/>
        </pc:sldMkLst>
      </pc:sldChg>
      <pc:sldChg chg="del">
        <pc:chgData name="Jithendra HS" userId="fbed575dba93ca78" providerId="LiveId" clId="{9BB2775D-E9F6-4C37-91C8-74F5AF1E4C58}" dt="2025-04-24T04:45:11.460" v="870" actId="47"/>
        <pc:sldMkLst>
          <pc:docMk/>
          <pc:sldMk cId="3870900276" sldId="2291"/>
        </pc:sldMkLst>
      </pc:sldChg>
      <pc:sldChg chg="del">
        <pc:chgData name="Jithendra HS" userId="fbed575dba93ca78" providerId="LiveId" clId="{9BB2775D-E9F6-4C37-91C8-74F5AF1E4C58}" dt="2025-04-24T05:05:31.732" v="1100" actId="47"/>
        <pc:sldMkLst>
          <pc:docMk/>
          <pc:sldMk cId="2028018145" sldId="2292"/>
        </pc:sldMkLst>
      </pc:sldChg>
      <pc:sldChg chg="del">
        <pc:chgData name="Jithendra HS" userId="fbed575dba93ca78" providerId="LiveId" clId="{9BB2775D-E9F6-4C37-91C8-74F5AF1E4C58}" dt="2025-04-24T04:45:08.187" v="869" actId="47"/>
        <pc:sldMkLst>
          <pc:docMk/>
          <pc:sldMk cId="4055649390" sldId="2293"/>
        </pc:sldMkLst>
      </pc:sldChg>
      <pc:sldChg chg="del">
        <pc:chgData name="Jithendra HS" userId="fbed575dba93ca78" providerId="LiveId" clId="{9BB2775D-E9F6-4C37-91C8-74F5AF1E4C58}" dt="2025-04-24T04:45:13.972" v="871" actId="47"/>
        <pc:sldMkLst>
          <pc:docMk/>
          <pc:sldMk cId="2648287911" sldId="2294"/>
        </pc:sldMkLst>
      </pc:sldChg>
      <pc:sldChg chg="del">
        <pc:chgData name="Jithendra HS" userId="fbed575dba93ca78" providerId="LiveId" clId="{9BB2775D-E9F6-4C37-91C8-74F5AF1E4C58}" dt="2025-04-24T04:45:18.024" v="872" actId="47"/>
        <pc:sldMkLst>
          <pc:docMk/>
          <pc:sldMk cId="1708613927" sldId="2295"/>
        </pc:sldMkLst>
      </pc:sldChg>
      <pc:sldChg chg="del">
        <pc:chgData name="Jithendra HS" userId="fbed575dba93ca78" providerId="LiveId" clId="{9BB2775D-E9F6-4C37-91C8-74F5AF1E4C58}" dt="2025-04-24T04:45:20.079" v="873" actId="47"/>
        <pc:sldMkLst>
          <pc:docMk/>
          <pc:sldMk cId="1444096063" sldId="2296"/>
        </pc:sldMkLst>
      </pc:sldChg>
      <pc:sldChg chg="del">
        <pc:chgData name="Jithendra HS" userId="fbed575dba93ca78" providerId="LiveId" clId="{9BB2775D-E9F6-4C37-91C8-74F5AF1E4C58}" dt="2025-04-24T05:05:36.233" v="1103" actId="47"/>
        <pc:sldMkLst>
          <pc:docMk/>
          <pc:sldMk cId="3029859844" sldId="2297"/>
        </pc:sldMkLst>
      </pc:sldChg>
      <pc:sldChg chg="del">
        <pc:chgData name="Jithendra HS" userId="fbed575dba93ca78" providerId="LiveId" clId="{9BB2775D-E9F6-4C37-91C8-74F5AF1E4C58}" dt="2025-04-24T04:44:34.071" v="866" actId="47"/>
        <pc:sldMkLst>
          <pc:docMk/>
          <pc:sldMk cId="750888488" sldId="2298"/>
        </pc:sldMkLst>
      </pc:sldChg>
      <pc:sldChg chg="del">
        <pc:chgData name="Jithendra HS" userId="fbed575dba93ca78" providerId="LiveId" clId="{9BB2775D-E9F6-4C37-91C8-74F5AF1E4C58}" dt="2025-04-24T04:47:39.449" v="914" actId="47"/>
        <pc:sldMkLst>
          <pc:docMk/>
          <pc:sldMk cId="2408266316" sldId="2299"/>
        </pc:sldMkLst>
      </pc:sldChg>
      <pc:sldChg chg="del">
        <pc:chgData name="Jithendra HS" userId="fbed575dba93ca78" providerId="LiveId" clId="{9BB2775D-E9F6-4C37-91C8-74F5AF1E4C58}" dt="2025-04-24T04:45:25.713" v="877" actId="47"/>
        <pc:sldMkLst>
          <pc:docMk/>
          <pc:sldMk cId="2587879767" sldId="2300"/>
        </pc:sldMkLst>
      </pc:sldChg>
      <pc:sldChg chg="del">
        <pc:chgData name="Jithendra HS" userId="fbed575dba93ca78" providerId="LiveId" clId="{9BB2775D-E9F6-4C37-91C8-74F5AF1E4C58}" dt="2025-04-24T04:47:36.306" v="913" actId="47"/>
        <pc:sldMkLst>
          <pc:docMk/>
          <pc:sldMk cId="261291801" sldId="2301"/>
        </pc:sldMkLst>
      </pc:sldChg>
      <pc:sldChg chg="del">
        <pc:chgData name="Jithendra HS" userId="fbed575dba93ca78" providerId="LiveId" clId="{9BB2775D-E9F6-4C37-91C8-74F5AF1E4C58}" dt="2025-04-24T04:47:41.808" v="915" actId="47"/>
        <pc:sldMkLst>
          <pc:docMk/>
          <pc:sldMk cId="2626059165" sldId="2302"/>
        </pc:sldMkLst>
      </pc:sldChg>
      <pc:sldChg chg="del">
        <pc:chgData name="Jithendra HS" userId="fbed575dba93ca78" providerId="LiveId" clId="{9BB2775D-E9F6-4C37-91C8-74F5AF1E4C58}" dt="2025-04-24T04:53:28.030" v="970" actId="47"/>
        <pc:sldMkLst>
          <pc:docMk/>
          <pc:sldMk cId="3244238620" sldId="2303"/>
        </pc:sldMkLst>
      </pc:sldChg>
      <pc:sldChg chg="del">
        <pc:chgData name="Jithendra HS" userId="fbed575dba93ca78" providerId="LiveId" clId="{9BB2775D-E9F6-4C37-91C8-74F5AF1E4C58}" dt="2025-04-24T04:53:30.207" v="971" actId="47"/>
        <pc:sldMkLst>
          <pc:docMk/>
          <pc:sldMk cId="535805595" sldId="2304"/>
        </pc:sldMkLst>
      </pc:sldChg>
      <pc:sldChg chg="del">
        <pc:chgData name="Jithendra HS" userId="fbed575dba93ca78" providerId="LiveId" clId="{9BB2775D-E9F6-4C37-91C8-74F5AF1E4C58}" dt="2025-04-24T04:47:46.395" v="916" actId="2696"/>
        <pc:sldMkLst>
          <pc:docMk/>
          <pc:sldMk cId="28659772" sldId="2305"/>
        </pc:sldMkLst>
      </pc:sldChg>
      <pc:sldChg chg="addSp delSp add del mod ord">
        <pc:chgData name="Jithendra HS" userId="fbed575dba93ca78" providerId="LiveId" clId="{9BB2775D-E9F6-4C37-91C8-74F5AF1E4C58}" dt="2025-04-24T04:49:11.932" v="924" actId="47"/>
        <pc:sldMkLst>
          <pc:docMk/>
          <pc:sldMk cId="3913964059" sldId="2305"/>
        </pc:sldMkLst>
      </pc:sldChg>
      <pc:sldChg chg="del">
        <pc:chgData name="Jithendra HS" userId="fbed575dba93ca78" providerId="LiveId" clId="{9BB2775D-E9F6-4C37-91C8-74F5AF1E4C58}" dt="2025-04-24T04:53:14.759" v="969" actId="47"/>
        <pc:sldMkLst>
          <pc:docMk/>
          <pc:sldMk cId="3025447822" sldId="2306"/>
        </pc:sldMkLst>
      </pc:sldChg>
      <pc:sldChg chg="del">
        <pc:chgData name="Jithendra HS" userId="fbed575dba93ca78" providerId="LiveId" clId="{9BB2775D-E9F6-4C37-91C8-74F5AF1E4C58}" dt="2025-04-24T04:49:48.604" v="925" actId="47"/>
        <pc:sldMkLst>
          <pc:docMk/>
          <pc:sldMk cId="375802101" sldId="2307"/>
        </pc:sldMkLst>
      </pc:sldChg>
      <pc:sldChg chg="del">
        <pc:chgData name="Jithendra HS" userId="fbed575dba93ca78" providerId="LiveId" clId="{9BB2775D-E9F6-4C37-91C8-74F5AF1E4C58}" dt="2025-04-24T04:53:01.507" v="963" actId="47"/>
        <pc:sldMkLst>
          <pc:docMk/>
          <pc:sldMk cId="675893496" sldId="2308"/>
        </pc:sldMkLst>
      </pc:sldChg>
      <pc:sldChg chg="del">
        <pc:chgData name="Jithendra HS" userId="fbed575dba93ca78" providerId="LiveId" clId="{9BB2775D-E9F6-4C37-91C8-74F5AF1E4C58}" dt="2025-04-24T04:53:03.559" v="964" actId="47"/>
        <pc:sldMkLst>
          <pc:docMk/>
          <pc:sldMk cId="4288647116" sldId="2309"/>
        </pc:sldMkLst>
      </pc:sldChg>
      <pc:sldChg chg="del">
        <pc:chgData name="Jithendra HS" userId="fbed575dba93ca78" providerId="LiveId" clId="{9BB2775D-E9F6-4C37-91C8-74F5AF1E4C58}" dt="2025-04-24T04:53:08.624" v="966" actId="47"/>
        <pc:sldMkLst>
          <pc:docMk/>
          <pc:sldMk cId="4094725960" sldId="2310"/>
        </pc:sldMkLst>
      </pc:sldChg>
      <pc:sldChg chg="del">
        <pc:chgData name="Jithendra HS" userId="fbed575dba93ca78" providerId="LiveId" clId="{9BB2775D-E9F6-4C37-91C8-74F5AF1E4C58}" dt="2025-04-24T04:53:06.428" v="965" actId="47"/>
        <pc:sldMkLst>
          <pc:docMk/>
          <pc:sldMk cId="1030726455" sldId="2311"/>
        </pc:sldMkLst>
      </pc:sldChg>
      <pc:sldChg chg="del">
        <pc:chgData name="Jithendra HS" userId="fbed575dba93ca78" providerId="LiveId" clId="{9BB2775D-E9F6-4C37-91C8-74F5AF1E4C58}" dt="2025-04-24T04:53:12.726" v="968" actId="47"/>
        <pc:sldMkLst>
          <pc:docMk/>
          <pc:sldMk cId="2340591214" sldId="2312"/>
        </pc:sldMkLst>
      </pc:sldChg>
      <pc:sldChg chg="del">
        <pc:chgData name="Jithendra HS" userId="fbed575dba93ca78" providerId="LiveId" clId="{9BB2775D-E9F6-4C37-91C8-74F5AF1E4C58}" dt="2025-04-24T04:53:10.918" v="967" actId="47"/>
        <pc:sldMkLst>
          <pc:docMk/>
          <pc:sldMk cId="284749946" sldId="2313"/>
        </pc:sldMkLst>
      </pc:sldChg>
      <pc:sldChg chg="del">
        <pc:chgData name="Jithendra HS" userId="fbed575dba93ca78" providerId="LiveId" clId="{9BB2775D-E9F6-4C37-91C8-74F5AF1E4C58}" dt="2025-04-24T04:49:56.348" v="926" actId="2696"/>
        <pc:sldMkLst>
          <pc:docMk/>
          <pc:sldMk cId="1324380039" sldId="2314"/>
        </pc:sldMkLst>
      </pc:sldChg>
      <pc:sldChg chg="addSp modSp add mod ord">
        <pc:chgData name="Jithendra HS" userId="fbed575dba93ca78" providerId="LiveId" clId="{9BB2775D-E9F6-4C37-91C8-74F5AF1E4C58}" dt="2025-05-01T06:08:58.078" v="6409" actId="1076"/>
        <pc:sldMkLst>
          <pc:docMk/>
          <pc:sldMk cId="3422708262" sldId="2314"/>
        </pc:sldMkLst>
        <pc:spChg chg="add mod">
          <ac:chgData name="Jithendra HS" userId="fbed575dba93ca78" providerId="LiveId" clId="{9BB2775D-E9F6-4C37-91C8-74F5AF1E4C58}" dt="2025-04-24T04:52:01.471" v="960" actId="1076"/>
          <ac:spMkLst>
            <pc:docMk/>
            <pc:sldMk cId="3422708262" sldId="2314"/>
            <ac:spMk id="3" creationId="{4B188815-C2C3-9045-4D7E-0EF0B941A3D1}"/>
          </ac:spMkLst>
        </pc:spChg>
        <pc:spChg chg="add mod">
          <ac:chgData name="Jithendra HS" userId="fbed575dba93ca78" providerId="LiveId" clId="{9BB2775D-E9F6-4C37-91C8-74F5AF1E4C58}" dt="2025-05-01T06:08:58.078" v="6409" actId="1076"/>
          <ac:spMkLst>
            <pc:docMk/>
            <pc:sldMk cId="3422708262" sldId="2314"/>
            <ac:spMk id="5" creationId="{DE766845-CE42-E6C3-C19C-53B3A478B7F1}"/>
          </ac:spMkLst>
        </pc:spChg>
        <pc:picChg chg="mod">
          <ac:chgData name="Jithendra HS" userId="fbed575dba93ca78" providerId="LiveId" clId="{9BB2775D-E9F6-4C37-91C8-74F5AF1E4C58}" dt="2025-04-24T04:55:31.402" v="985" actId="1440"/>
          <ac:picMkLst>
            <pc:docMk/>
            <pc:sldMk cId="3422708262" sldId="2314"/>
            <ac:picMk id="8" creationId="{45153799-E51C-EE94-403B-1CA2B666FC2A}"/>
          </ac:picMkLst>
        </pc:picChg>
        <pc:picChg chg="mod">
          <ac:chgData name="Jithendra HS" userId="fbed575dba93ca78" providerId="LiveId" clId="{9BB2775D-E9F6-4C37-91C8-74F5AF1E4C58}" dt="2025-04-24T04:55:36.883" v="986" actId="1440"/>
          <ac:picMkLst>
            <pc:docMk/>
            <pc:sldMk cId="3422708262" sldId="2314"/>
            <ac:picMk id="10" creationId="{197D8455-D6E6-97C9-F0CE-3E49A7B39059}"/>
          </ac:picMkLst>
        </pc:picChg>
      </pc:sldChg>
      <pc:sldChg chg="del">
        <pc:chgData name="Jithendra HS" userId="fbed575dba93ca78" providerId="LiveId" clId="{9BB2775D-E9F6-4C37-91C8-74F5AF1E4C58}" dt="2025-04-24T04:45:26.977" v="878" actId="47"/>
        <pc:sldMkLst>
          <pc:docMk/>
          <pc:sldMk cId="3283730006" sldId="2315"/>
        </pc:sldMkLst>
      </pc:sldChg>
      <pc:sldChg chg="del">
        <pc:chgData name="Jithendra HS" userId="fbed575dba93ca78" providerId="LiveId" clId="{9BB2775D-E9F6-4C37-91C8-74F5AF1E4C58}" dt="2025-04-24T04:45:24.366" v="876" actId="47"/>
        <pc:sldMkLst>
          <pc:docMk/>
          <pc:sldMk cId="2307685924" sldId="2316"/>
        </pc:sldMkLst>
      </pc:sldChg>
      <pc:sldChg chg="del">
        <pc:chgData name="Jithendra HS" userId="fbed575dba93ca78" providerId="LiveId" clId="{9BB2775D-E9F6-4C37-91C8-74F5AF1E4C58}" dt="2025-04-24T05:05:26.599" v="1097" actId="47"/>
        <pc:sldMkLst>
          <pc:docMk/>
          <pc:sldMk cId="1445213091" sldId="2317"/>
        </pc:sldMkLst>
      </pc:sldChg>
      <pc:sldChg chg="del">
        <pc:chgData name="Jithendra HS" userId="fbed575dba93ca78" providerId="LiveId" clId="{9BB2775D-E9F6-4C37-91C8-74F5AF1E4C58}" dt="2025-04-24T05:05:37.473" v="1104" actId="47"/>
        <pc:sldMkLst>
          <pc:docMk/>
          <pc:sldMk cId="2365843947" sldId="2318"/>
        </pc:sldMkLst>
      </pc:sldChg>
      <pc:sldChg chg="del">
        <pc:chgData name="Jithendra HS" userId="fbed575dba93ca78" providerId="LiveId" clId="{9BB2775D-E9F6-4C37-91C8-74F5AF1E4C58}" dt="2025-04-24T05:05:39.124" v="1105" actId="47"/>
        <pc:sldMkLst>
          <pc:docMk/>
          <pc:sldMk cId="3277876271" sldId="2320"/>
        </pc:sldMkLst>
      </pc:sldChg>
      <pc:sldChg chg="del">
        <pc:chgData name="Jithendra HS" userId="fbed575dba93ca78" providerId="LiveId" clId="{9BB2775D-E9F6-4C37-91C8-74F5AF1E4C58}" dt="2025-04-24T04:53:31.384" v="972" actId="47"/>
        <pc:sldMkLst>
          <pc:docMk/>
          <pc:sldMk cId="1777851334" sldId="2321"/>
        </pc:sldMkLst>
      </pc:sldChg>
      <pc:sldChg chg="del">
        <pc:chgData name="Jithendra HS" userId="fbed575dba93ca78" providerId="LiveId" clId="{9BB2775D-E9F6-4C37-91C8-74F5AF1E4C58}" dt="2025-04-24T04:53:32.923" v="973" actId="47"/>
        <pc:sldMkLst>
          <pc:docMk/>
          <pc:sldMk cId="2013329229" sldId="2322"/>
        </pc:sldMkLst>
      </pc:sldChg>
      <pc:sldChg chg="del">
        <pc:chgData name="Jithendra HS" userId="fbed575dba93ca78" providerId="LiveId" clId="{9BB2775D-E9F6-4C37-91C8-74F5AF1E4C58}" dt="2025-04-24T04:53:34.628" v="974" actId="47"/>
        <pc:sldMkLst>
          <pc:docMk/>
          <pc:sldMk cId="981738682" sldId="2323"/>
        </pc:sldMkLst>
      </pc:sldChg>
      <pc:sldChg chg="del">
        <pc:chgData name="Jithendra HS" userId="fbed575dba93ca78" providerId="LiveId" clId="{9BB2775D-E9F6-4C37-91C8-74F5AF1E4C58}" dt="2025-04-24T04:53:35.597" v="975" actId="47"/>
        <pc:sldMkLst>
          <pc:docMk/>
          <pc:sldMk cId="138462744" sldId="2324"/>
        </pc:sldMkLst>
      </pc:sldChg>
      <pc:sldChg chg="del">
        <pc:chgData name="Jithendra HS" userId="fbed575dba93ca78" providerId="LiveId" clId="{9BB2775D-E9F6-4C37-91C8-74F5AF1E4C58}" dt="2025-04-24T04:53:36.803" v="976" actId="47"/>
        <pc:sldMkLst>
          <pc:docMk/>
          <pc:sldMk cId="1780462401" sldId="2325"/>
        </pc:sldMkLst>
      </pc:sldChg>
      <pc:sldChg chg="del">
        <pc:chgData name="Jithendra HS" userId="fbed575dba93ca78" providerId="LiveId" clId="{9BB2775D-E9F6-4C37-91C8-74F5AF1E4C58}" dt="2025-04-24T05:04:26.416" v="1090" actId="47"/>
        <pc:sldMkLst>
          <pc:docMk/>
          <pc:sldMk cId="1502345996" sldId="2326"/>
        </pc:sldMkLst>
      </pc:sldChg>
      <pc:sldChg chg="del">
        <pc:chgData name="Jithendra HS" userId="fbed575dba93ca78" providerId="LiveId" clId="{9BB2775D-E9F6-4C37-91C8-74F5AF1E4C58}" dt="2025-04-24T05:04:28.874" v="1091" actId="47"/>
        <pc:sldMkLst>
          <pc:docMk/>
          <pc:sldMk cId="758716097" sldId="2327"/>
        </pc:sldMkLst>
      </pc:sldChg>
      <pc:sldChg chg="modSp del mod">
        <pc:chgData name="Jithendra HS" userId="fbed575dba93ca78" providerId="LiveId" clId="{9BB2775D-E9F6-4C37-91C8-74F5AF1E4C58}" dt="2025-04-24T05:04:51.691" v="1092" actId="2696"/>
        <pc:sldMkLst>
          <pc:docMk/>
          <pc:sldMk cId="33060153" sldId="2328"/>
        </pc:sldMkLst>
      </pc:sldChg>
      <pc:sldChg chg="addSp delSp modSp add mod ord">
        <pc:chgData name="Jithendra HS" userId="fbed575dba93ca78" providerId="LiveId" clId="{9BB2775D-E9F6-4C37-91C8-74F5AF1E4C58}" dt="2025-04-29T23:38:56.451" v="4334" actId="20577"/>
        <pc:sldMkLst>
          <pc:docMk/>
          <pc:sldMk cId="2226042805" sldId="2328"/>
        </pc:sldMkLst>
        <pc:spChg chg="mod">
          <ac:chgData name="Jithendra HS" userId="fbed575dba93ca78" providerId="LiveId" clId="{9BB2775D-E9F6-4C37-91C8-74F5AF1E4C58}" dt="2025-04-24T18:25:24.490" v="3857" actId="20577"/>
          <ac:spMkLst>
            <pc:docMk/>
            <pc:sldMk cId="2226042805" sldId="2328"/>
            <ac:spMk id="2" creationId="{69EDD72E-3A36-EBB4-D8A4-DCBACBB442E1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4" creationId="{F23EF0E3-E2D4-E2A6-8AB7-A1E611FE93A8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7" creationId="{F7E895D2-E585-40D1-9C4E-4B412543F2D0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12" creationId="{51E2072A-BCFB-7595-28FD-3BB0BF4CEA18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13" creationId="{FDF9086B-3E79-E390-760B-25EED1B65838}"/>
          </ac:spMkLst>
        </pc:spChg>
        <pc:spChg chg="mod">
          <ac:chgData name="Jithendra HS" userId="fbed575dba93ca78" providerId="LiveId" clId="{9BB2775D-E9F6-4C37-91C8-74F5AF1E4C58}" dt="2025-04-24T14:38:14.855" v="2360" actId="20577"/>
          <ac:spMkLst>
            <pc:docMk/>
            <pc:sldMk cId="2226042805" sldId="2328"/>
            <ac:spMk id="16" creationId="{5D8C9A2D-E08B-7856-DF03-351E910B38AA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17" creationId="{F78EF044-42B9-FFAB-BC3B-8D7CDF6DC0C6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18" creationId="{8602C1AB-7122-1C44-BC6B-E8130FED3F94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20" creationId="{EC29F954-93A2-708E-4EE9-EE169D5321B5}"/>
          </ac:spMkLst>
        </pc:spChg>
        <pc:spChg chg="mod">
          <ac:chgData name="Jithendra HS" userId="fbed575dba93ca78" providerId="LiveId" clId="{9BB2775D-E9F6-4C37-91C8-74F5AF1E4C58}" dt="2025-04-29T23:38:56.451" v="4334" actId="20577"/>
          <ac:spMkLst>
            <pc:docMk/>
            <pc:sldMk cId="2226042805" sldId="2328"/>
            <ac:spMk id="21" creationId="{4CBF03B8-ED94-8484-50EE-11343C7131FA}"/>
          </ac:spMkLst>
        </pc:spChg>
        <pc:spChg chg="mod">
          <ac:chgData name="Jithendra HS" userId="fbed575dba93ca78" providerId="LiveId" clId="{9BB2775D-E9F6-4C37-91C8-74F5AF1E4C58}" dt="2025-04-24T05:19:09.729" v="1294" actId="1076"/>
          <ac:spMkLst>
            <pc:docMk/>
            <pc:sldMk cId="2226042805" sldId="2328"/>
            <ac:spMk id="22" creationId="{6FB7A85D-BEA5-DB89-F49D-1C62C4544B6C}"/>
          </ac:spMkLst>
        </pc:spChg>
        <pc:spChg chg="mod">
          <ac:chgData name="Jithendra HS" userId="fbed575dba93ca78" providerId="LiveId" clId="{9BB2775D-E9F6-4C37-91C8-74F5AF1E4C58}" dt="2025-04-29T23:35:54.185" v="4317" actId="20577"/>
          <ac:spMkLst>
            <pc:docMk/>
            <pc:sldMk cId="2226042805" sldId="2328"/>
            <ac:spMk id="23" creationId="{E4F55AB6-0C11-0531-E0BC-DF2897A4D24C}"/>
          </ac:spMkLst>
        </pc:spChg>
        <pc:graphicFrameChg chg="add mod modGraphic">
          <ac:chgData name="Jithendra HS" userId="fbed575dba93ca78" providerId="LiveId" clId="{9BB2775D-E9F6-4C37-91C8-74F5AF1E4C58}" dt="2025-04-24T05:18:48.279" v="1289" actId="1076"/>
          <ac:graphicFrameMkLst>
            <pc:docMk/>
            <pc:sldMk cId="2226042805" sldId="2328"/>
            <ac:graphicFrameMk id="5" creationId="{C719B4A0-2432-6A8B-9ABC-37FFA0D3C05E}"/>
          </ac:graphicFrameMkLst>
        </pc:graphicFrameChg>
      </pc:sldChg>
      <pc:sldChg chg="addSp delSp modSp mod ord modAnim">
        <pc:chgData name="Jithendra HS" userId="fbed575dba93ca78" providerId="LiveId" clId="{9BB2775D-E9F6-4C37-91C8-74F5AF1E4C58}" dt="2025-05-01T20:51:52.158" v="8557" actId="20577"/>
        <pc:sldMkLst>
          <pc:docMk/>
          <pc:sldMk cId="728816564" sldId="2329"/>
        </pc:sldMkLst>
        <pc:spChg chg="add mod">
          <ac:chgData name="Jithendra HS" userId="fbed575dba93ca78" providerId="LiveId" clId="{9BB2775D-E9F6-4C37-91C8-74F5AF1E4C58}" dt="2025-05-01T16:10:51.573" v="7354" actId="1076"/>
          <ac:spMkLst>
            <pc:docMk/>
            <pc:sldMk cId="728816564" sldId="2329"/>
            <ac:spMk id="7" creationId="{9DAEDF24-E6DE-7D7B-976B-DB66BFEE0AFD}"/>
          </ac:spMkLst>
        </pc:spChg>
        <pc:spChg chg="del mod">
          <ac:chgData name="Jithendra HS" userId="fbed575dba93ca78" providerId="LiveId" clId="{9BB2775D-E9F6-4C37-91C8-74F5AF1E4C58}" dt="2025-05-01T03:25:33.472" v="5756" actId="478"/>
          <ac:spMkLst>
            <pc:docMk/>
            <pc:sldMk cId="728816564" sldId="2329"/>
            <ac:spMk id="7" creationId="{BA91349F-F1BF-952C-DC47-038AD11B410E}"/>
          </ac:spMkLst>
        </pc:spChg>
        <pc:spChg chg="mod">
          <ac:chgData name="Jithendra HS" userId="fbed575dba93ca78" providerId="LiveId" clId="{9BB2775D-E9F6-4C37-91C8-74F5AF1E4C58}" dt="2025-05-01T03:27:23.068" v="5777" actId="1076"/>
          <ac:spMkLst>
            <pc:docMk/>
            <pc:sldMk cId="728816564" sldId="2329"/>
            <ac:spMk id="8" creationId="{1182BB7E-EEF2-D944-5B2F-D28C28DA56C6}"/>
          </ac:spMkLst>
        </pc:spChg>
        <pc:spChg chg="mod">
          <ac:chgData name="Jithendra HS" userId="fbed575dba93ca78" providerId="LiveId" clId="{9BB2775D-E9F6-4C37-91C8-74F5AF1E4C58}" dt="2025-05-01T03:27:28.106" v="5778" actId="1076"/>
          <ac:spMkLst>
            <pc:docMk/>
            <pc:sldMk cId="728816564" sldId="2329"/>
            <ac:spMk id="9" creationId="{49BB104F-5D69-BF02-433C-52B2953FF7C7}"/>
          </ac:spMkLst>
        </pc:spChg>
        <pc:spChg chg="add mod">
          <ac:chgData name="Jithendra HS" userId="fbed575dba93ca78" providerId="LiveId" clId="{9BB2775D-E9F6-4C37-91C8-74F5AF1E4C58}" dt="2025-05-01T16:11:00.397" v="7356" actId="1076"/>
          <ac:spMkLst>
            <pc:docMk/>
            <pc:sldMk cId="728816564" sldId="2329"/>
            <ac:spMk id="10" creationId="{0BF65A5B-DCEE-C3F9-F445-778C43421175}"/>
          </ac:spMkLst>
        </pc:spChg>
        <pc:spChg chg="add del mod">
          <ac:chgData name="Jithendra HS" userId="fbed575dba93ca78" providerId="LiveId" clId="{9BB2775D-E9F6-4C37-91C8-74F5AF1E4C58}" dt="2025-05-01T02:51:03.754" v="5632" actId="478"/>
          <ac:spMkLst>
            <pc:docMk/>
            <pc:sldMk cId="728816564" sldId="2329"/>
            <ac:spMk id="10" creationId="{53D8CDC1-9840-778D-21D7-2B3C3CEF57D6}"/>
          </ac:spMkLst>
        </pc:spChg>
        <pc:spChg chg="add del mod">
          <ac:chgData name="Jithendra HS" userId="fbed575dba93ca78" providerId="LiveId" clId="{9BB2775D-E9F6-4C37-91C8-74F5AF1E4C58}" dt="2025-05-01T02:51:07.029" v="5633" actId="478"/>
          <ac:spMkLst>
            <pc:docMk/>
            <pc:sldMk cId="728816564" sldId="2329"/>
            <ac:spMk id="11" creationId="{452016DF-9F70-EE17-7E68-8E68B1BAA67B}"/>
          </ac:spMkLst>
        </pc:spChg>
        <pc:spChg chg="add mod">
          <ac:chgData name="Jithendra HS" userId="fbed575dba93ca78" providerId="LiveId" clId="{9BB2775D-E9F6-4C37-91C8-74F5AF1E4C58}" dt="2025-05-01T16:17:42.408" v="7437" actId="1076"/>
          <ac:spMkLst>
            <pc:docMk/>
            <pc:sldMk cId="728816564" sldId="2329"/>
            <ac:spMk id="11" creationId="{C87E2BBC-BBE5-90C6-C4BC-B5066A2C2353}"/>
          </ac:spMkLst>
        </pc:spChg>
        <pc:spChg chg="add mod">
          <ac:chgData name="Jithendra HS" userId="fbed575dba93ca78" providerId="LiveId" clId="{9BB2775D-E9F6-4C37-91C8-74F5AF1E4C58}" dt="2025-05-01T16:18:05.114" v="7445" actId="1076"/>
          <ac:spMkLst>
            <pc:docMk/>
            <pc:sldMk cId="728816564" sldId="2329"/>
            <ac:spMk id="12" creationId="{0F2186D5-DB19-BE32-B2D7-648096C3B954}"/>
          </ac:spMkLst>
        </pc:spChg>
        <pc:spChg chg="add mod">
          <ac:chgData name="Jithendra HS" userId="fbed575dba93ca78" providerId="LiveId" clId="{9BB2775D-E9F6-4C37-91C8-74F5AF1E4C58}" dt="2025-05-01T20:51:39.181" v="8552" actId="20577"/>
          <ac:spMkLst>
            <pc:docMk/>
            <pc:sldMk cId="728816564" sldId="2329"/>
            <ac:spMk id="13" creationId="{09A58EE5-5483-93CD-882C-F0E8BC8BF3DF}"/>
          </ac:spMkLst>
        </pc:spChg>
        <pc:spChg chg="add mod">
          <ac:chgData name="Jithendra HS" userId="fbed575dba93ca78" providerId="LiveId" clId="{9BB2775D-E9F6-4C37-91C8-74F5AF1E4C58}" dt="2025-05-01T20:51:44.418" v="8554" actId="20577"/>
          <ac:spMkLst>
            <pc:docMk/>
            <pc:sldMk cId="728816564" sldId="2329"/>
            <ac:spMk id="15" creationId="{D5EA1EA6-1CD7-7F3B-0D4D-D196B4F16D13}"/>
          </ac:spMkLst>
        </pc:spChg>
        <pc:spChg chg="add mod">
          <ac:chgData name="Jithendra HS" userId="fbed575dba93ca78" providerId="LiveId" clId="{9BB2775D-E9F6-4C37-91C8-74F5AF1E4C58}" dt="2025-05-01T12:15:52.818" v="6914" actId="20577"/>
          <ac:spMkLst>
            <pc:docMk/>
            <pc:sldMk cId="728816564" sldId="2329"/>
            <ac:spMk id="16" creationId="{5838424A-1445-C4CB-AFF7-626CF13A4160}"/>
          </ac:spMkLst>
        </pc:spChg>
        <pc:spChg chg="add mod">
          <ac:chgData name="Jithendra HS" userId="fbed575dba93ca78" providerId="LiveId" clId="{9BB2775D-E9F6-4C37-91C8-74F5AF1E4C58}" dt="2025-05-01T20:51:52.158" v="8557" actId="20577"/>
          <ac:spMkLst>
            <pc:docMk/>
            <pc:sldMk cId="728816564" sldId="2329"/>
            <ac:spMk id="17" creationId="{FA0EFC5A-D64C-1954-CB38-1F8C58789FDF}"/>
          </ac:spMkLst>
        </pc:spChg>
        <pc:graphicFrameChg chg="add del mod modGraphic">
          <ac:chgData name="Jithendra HS" userId="fbed575dba93ca78" providerId="LiveId" clId="{9BB2775D-E9F6-4C37-91C8-74F5AF1E4C58}" dt="2025-05-01T03:26:30.071" v="5767" actId="21"/>
          <ac:graphicFrameMkLst>
            <pc:docMk/>
            <pc:sldMk cId="728816564" sldId="2329"/>
            <ac:graphicFrameMk id="15" creationId="{678BFBFB-A5FE-D5D7-8775-56AA5C94B8F5}"/>
          </ac:graphicFrameMkLst>
        </pc:graphicFrameChg>
        <pc:picChg chg="add mod">
          <ac:chgData name="Jithendra HS" userId="fbed575dba93ca78" providerId="LiveId" clId="{9BB2775D-E9F6-4C37-91C8-74F5AF1E4C58}" dt="2025-05-01T16:17:44.295" v="7438" actId="1076"/>
          <ac:picMkLst>
            <pc:docMk/>
            <pc:sldMk cId="728816564" sldId="2329"/>
            <ac:picMk id="3" creationId="{94635D0F-C4F3-C62E-1FF1-D350FB4AC46D}"/>
          </ac:picMkLst>
        </pc:picChg>
        <pc:picChg chg="mod">
          <ac:chgData name="Jithendra HS" userId="fbed575dba93ca78" providerId="LiveId" clId="{9BB2775D-E9F6-4C37-91C8-74F5AF1E4C58}" dt="2025-05-01T20:30:07.808" v="7972" actId="1076"/>
          <ac:picMkLst>
            <pc:docMk/>
            <pc:sldMk cId="728816564" sldId="2329"/>
            <ac:picMk id="5" creationId="{073BE640-C831-9E48-A9CE-B4D0484BF1F3}"/>
          </ac:picMkLst>
        </pc:picChg>
        <pc:picChg chg="mod">
          <ac:chgData name="Jithendra HS" userId="fbed575dba93ca78" providerId="LiveId" clId="{9BB2775D-E9F6-4C37-91C8-74F5AF1E4C58}" dt="2025-05-01T03:26:50.918" v="5772" actId="1076"/>
          <ac:picMkLst>
            <pc:docMk/>
            <pc:sldMk cId="728816564" sldId="2329"/>
            <ac:picMk id="6" creationId="{08906DD8-9154-D37E-3531-B77BA66E304F}"/>
          </ac:picMkLst>
        </pc:picChg>
        <pc:picChg chg="add del mod">
          <ac:chgData name="Jithendra HS" userId="fbed575dba93ca78" providerId="LiveId" clId="{9BB2775D-E9F6-4C37-91C8-74F5AF1E4C58}" dt="2025-05-01T02:44:19.609" v="5565" actId="478"/>
          <ac:picMkLst>
            <pc:docMk/>
            <pc:sldMk cId="728816564" sldId="2329"/>
            <ac:picMk id="12" creationId="{CA1F6FFE-9FD6-197A-B209-5F8A460E74B2}"/>
          </ac:picMkLst>
        </pc:picChg>
        <pc:picChg chg="add mod">
          <ac:chgData name="Jithendra HS" userId="fbed575dba93ca78" providerId="LiveId" clId="{9BB2775D-E9F6-4C37-91C8-74F5AF1E4C58}" dt="2025-05-01T16:17:37.237" v="7435" actId="1076"/>
          <ac:picMkLst>
            <pc:docMk/>
            <pc:sldMk cId="728816564" sldId="2329"/>
            <ac:picMk id="14" creationId="{6C40C5DD-1D16-E91A-9D2E-E559CA36C40B}"/>
          </ac:picMkLst>
        </pc:picChg>
        <pc:cxnChg chg="add del">
          <ac:chgData name="Jithendra HS" userId="fbed575dba93ca78" providerId="LiveId" clId="{9BB2775D-E9F6-4C37-91C8-74F5AF1E4C58}" dt="2025-05-01T20:51:28.121" v="8548" actId="11529"/>
          <ac:cxnSpMkLst>
            <pc:docMk/>
            <pc:sldMk cId="728816564" sldId="2329"/>
            <ac:cxnSpMk id="19" creationId="{8F1BF17D-6D98-8825-9B17-5EBE96EC5CDD}"/>
          </ac:cxnSpMkLst>
        </pc:cxnChg>
      </pc:sldChg>
      <pc:sldChg chg="addSp delSp modSp del mod">
        <pc:chgData name="Jithendra HS" userId="fbed575dba93ca78" providerId="LiveId" clId="{9BB2775D-E9F6-4C37-91C8-74F5AF1E4C58}" dt="2025-04-24T17:23:30.814" v="3185" actId="47"/>
        <pc:sldMkLst>
          <pc:docMk/>
          <pc:sldMk cId="4103132114" sldId="2333"/>
        </pc:sldMkLst>
      </pc:sldChg>
      <pc:sldChg chg="addSp delSp modSp del mod">
        <pc:chgData name="Jithendra HS" userId="fbed575dba93ca78" providerId="LiveId" clId="{9BB2775D-E9F6-4C37-91C8-74F5AF1E4C58}" dt="2025-04-24T17:23:28.560" v="3184" actId="47"/>
        <pc:sldMkLst>
          <pc:docMk/>
          <pc:sldMk cId="782181442" sldId="2334"/>
        </pc:sldMkLst>
      </pc:sldChg>
      <pc:sldChg chg="del">
        <pc:chgData name="Jithendra HS" userId="fbed575dba93ca78" providerId="LiveId" clId="{9BB2775D-E9F6-4C37-91C8-74F5AF1E4C58}" dt="2025-04-24T05:05:22.778" v="1096" actId="47"/>
        <pc:sldMkLst>
          <pc:docMk/>
          <pc:sldMk cId="3614807651" sldId="2335"/>
        </pc:sldMkLst>
      </pc:sldChg>
      <pc:sldChg chg="modSp mod ord">
        <pc:chgData name="Jithendra HS" userId="fbed575dba93ca78" providerId="LiveId" clId="{9BB2775D-E9F6-4C37-91C8-74F5AF1E4C58}" dt="2025-05-01T06:11:51.827" v="6449"/>
        <pc:sldMkLst>
          <pc:docMk/>
          <pc:sldMk cId="1874800639" sldId="2337"/>
        </pc:sldMkLst>
        <pc:spChg chg="mod">
          <ac:chgData name="Jithendra HS" userId="fbed575dba93ca78" providerId="LiveId" clId="{9BB2775D-E9F6-4C37-91C8-74F5AF1E4C58}" dt="2025-05-01T06:11:51.827" v="6449"/>
          <ac:spMkLst>
            <pc:docMk/>
            <pc:sldMk cId="1874800639" sldId="2337"/>
            <ac:spMk id="6" creationId="{C101AC99-2D6F-F591-4125-442993E05F51}"/>
          </ac:spMkLst>
        </pc:spChg>
      </pc:sldChg>
      <pc:sldChg chg="addSp delSp modSp add mod ord">
        <pc:chgData name="Jithendra HS" userId="fbed575dba93ca78" providerId="LiveId" clId="{9BB2775D-E9F6-4C37-91C8-74F5AF1E4C58}" dt="2025-05-01T20:22:41.590" v="7913" actId="1076"/>
        <pc:sldMkLst>
          <pc:docMk/>
          <pc:sldMk cId="1658713253" sldId="2338"/>
        </pc:sldMkLst>
        <pc:spChg chg="add mod">
          <ac:chgData name="Jithendra HS" userId="fbed575dba93ca78" providerId="LiveId" clId="{9BB2775D-E9F6-4C37-91C8-74F5AF1E4C58}" dt="2025-05-01T20:22:41.590" v="7913" actId="1076"/>
          <ac:spMkLst>
            <pc:docMk/>
            <pc:sldMk cId="1658713253" sldId="2338"/>
            <ac:spMk id="3" creationId="{A3496F85-FEEF-400E-9351-E6EC9048D0F8}"/>
          </ac:spMkLst>
        </pc:spChg>
        <pc:spChg chg="add del mod">
          <ac:chgData name="Jithendra HS" userId="fbed575dba93ca78" providerId="LiveId" clId="{9BB2775D-E9F6-4C37-91C8-74F5AF1E4C58}" dt="2025-05-01T16:32:02.448" v="7561" actId="478"/>
          <ac:spMkLst>
            <pc:docMk/>
            <pc:sldMk cId="1658713253" sldId="2338"/>
            <ac:spMk id="10" creationId="{3A64C9BD-DF50-6604-4050-0528DFD21556}"/>
          </ac:spMkLst>
        </pc:spChg>
        <pc:spChg chg="add mod">
          <ac:chgData name="Jithendra HS" userId="fbed575dba93ca78" providerId="LiveId" clId="{9BB2775D-E9F6-4C37-91C8-74F5AF1E4C58}" dt="2025-05-01T06:23:05.716" v="6548" actId="1076"/>
          <ac:spMkLst>
            <pc:docMk/>
            <pc:sldMk cId="1658713253" sldId="2338"/>
            <ac:spMk id="12" creationId="{7E6711AE-9958-1F43-2361-22F0211BB4A8}"/>
          </ac:spMkLst>
        </pc:spChg>
        <pc:spChg chg="add mod">
          <ac:chgData name="Jithendra HS" userId="fbed575dba93ca78" providerId="LiveId" clId="{9BB2775D-E9F6-4C37-91C8-74F5AF1E4C58}" dt="2025-05-01T06:17:35.426" v="6458" actId="1076"/>
          <ac:spMkLst>
            <pc:docMk/>
            <pc:sldMk cId="1658713253" sldId="2338"/>
            <ac:spMk id="14" creationId="{BF062206-1F7D-BDCE-2346-FDCF59B1D1F0}"/>
          </ac:spMkLst>
        </pc:spChg>
        <pc:spChg chg="add mod">
          <ac:chgData name="Jithendra HS" userId="fbed575dba93ca78" providerId="LiveId" clId="{9BB2775D-E9F6-4C37-91C8-74F5AF1E4C58}" dt="2025-05-01T06:20:40.236" v="6464" actId="1076"/>
          <ac:spMkLst>
            <pc:docMk/>
            <pc:sldMk cId="1658713253" sldId="2338"/>
            <ac:spMk id="21" creationId="{84BDBE69-9075-8186-9D94-481782C32E0C}"/>
          </ac:spMkLst>
        </pc:spChg>
        <pc:spChg chg="add mod">
          <ac:chgData name="Jithendra HS" userId="fbed575dba93ca78" providerId="LiveId" clId="{9BB2775D-E9F6-4C37-91C8-74F5AF1E4C58}" dt="2025-05-01T06:20:36.306" v="6463" actId="1076"/>
          <ac:spMkLst>
            <pc:docMk/>
            <pc:sldMk cId="1658713253" sldId="2338"/>
            <ac:spMk id="22" creationId="{6015E4EF-073B-6A07-0BB6-C034061F3CCA}"/>
          </ac:spMkLst>
        </pc:spChg>
        <pc:spChg chg="add mod">
          <ac:chgData name="Jithendra HS" userId="fbed575dba93ca78" providerId="LiveId" clId="{9BB2775D-E9F6-4C37-91C8-74F5AF1E4C58}" dt="2025-05-01T06:20:46.802" v="6465" actId="1076"/>
          <ac:spMkLst>
            <pc:docMk/>
            <pc:sldMk cId="1658713253" sldId="2338"/>
            <ac:spMk id="24" creationId="{12716234-9A0D-D00E-0BA2-088385C65323}"/>
          </ac:spMkLst>
        </pc:spChg>
        <pc:spChg chg="add mod">
          <ac:chgData name="Jithendra HS" userId="fbed575dba93ca78" providerId="LiveId" clId="{9BB2775D-E9F6-4C37-91C8-74F5AF1E4C58}" dt="2025-05-01T16:13:37.587" v="7404" actId="20577"/>
          <ac:spMkLst>
            <pc:docMk/>
            <pc:sldMk cId="1658713253" sldId="2338"/>
            <ac:spMk id="25" creationId="{B3094BC5-A695-FF85-95E8-3EF8B4F73150}"/>
          </ac:spMkLst>
        </pc:spChg>
        <pc:spChg chg="add del mod">
          <ac:chgData name="Jithendra HS" userId="fbed575dba93ca78" providerId="LiveId" clId="{9BB2775D-E9F6-4C37-91C8-74F5AF1E4C58}" dt="2025-05-01T16:32:05.570" v="7562" actId="478"/>
          <ac:spMkLst>
            <pc:docMk/>
            <pc:sldMk cId="1658713253" sldId="2338"/>
            <ac:spMk id="30" creationId="{FD68D976-49C9-AFCD-5E72-DC343F59A790}"/>
          </ac:spMkLst>
        </pc:spChg>
        <pc:spChg chg="add mod">
          <ac:chgData name="Jithendra HS" userId="fbed575dba93ca78" providerId="LiveId" clId="{9BB2775D-E9F6-4C37-91C8-74F5AF1E4C58}" dt="2025-05-01T06:17:20.088" v="6456" actId="1076"/>
          <ac:spMkLst>
            <pc:docMk/>
            <pc:sldMk cId="1658713253" sldId="2338"/>
            <ac:spMk id="31" creationId="{449D1663-9BD4-1402-1AF6-3F22E269BC9A}"/>
          </ac:spMkLst>
        </pc:spChg>
        <pc:spChg chg="mod">
          <ac:chgData name="Jithendra HS" userId="fbed575dba93ca78" providerId="LiveId" clId="{9BB2775D-E9F6-4C37-91C8-74F5AF1E4C58}" dt="2025-05-01T20:22:20.517" v="7908" actId="1076"/>
          <ac:spMkLst>
            <pc:docMk/>
            <pc:sldMk cId="1658713253" sldId="2338"/>
            <ac:spMk id="35" creationId="{5AB7224C-E93E-B151-CF17-8070AC09EA87}"/>
          </ac:spMkLst>
        </pc:spChg>
        <pc:picChg chg="add mod">
          <ac:chgData name="Jithendra HS" userId="fbed575dba93ca78" providerId="LiveId" clId="{9BB2775D-E9F6-4C37-91C8-74F5AF1E4C58}" dt="2025-05-01T06:20:32.505" v="6462" actId="1076"/>
          <ac:picMkLst>
            <pc:docMk/>
            <pc:sldMk cId="1658713253" sldId="2338"/>
            <ac:picMk id="5" creationId="{4697239C-5CD5-BE97-53FF-490A0FF5A082}"/>
          </ac:picMkLst>
        </pc:picChg>
        <pc:picChg chg="mod">
          <ac:chgData name="Jithendra HS" userId="fbed575dba93ca78" providerId="LiveId" clId="{9BB2775D-E9F6-4C37-91C8-74F5AF1E4C58}" dt="2025-05-01T06:17:09.875" v="6455" actId="1076"/>
          <ac:picMkLst>
            <pc:docMk/>
            <pc:sldMk cId="1658713253" sldId="2338"/>
            <ac:picMk id="6" creationId="{393A5D96-8CC2-8B46-6376-D4F25F079D39}"/>
          </ac:picMkLst>
        </pc:picChg>
        <pc:picChg chg="del mod">
          <ac:chgData name="Jithendra HS" userId="fbed575dba93ca78" providerId="LiveId" clId="{9BB2775D-E9F6-4C37-91C8-74F5AF1E4C58}" dt="2025-04-30T00:06:52.312" v="4522" actId="478"/>
          <ac:picMkLst>
            <pc:docMk/>
            <pc:sldMk cId="1658713253" sldId="2338"/>
            <ac:picMk id="8" creationId="{BD5509DA-7403-221F-103D-1BEFB125659C}"/>
          </ac:picMkLst>
        </pc:picChg>
        <pc:picChg chg="add mod">
          <ac:chgData name="Jithendra HS" userId="fbed575dba93ca78" providerId="LiveId" clId="{9BB2775D-E9F6-4C37-91C8-74F5AF1E4C58}" dt="2025-05-01T06:16:53.495" v="6450" actId="1076"/>
          <ac:picMkLst>
            <pc:docMk/>
            <pc:sldMk cId="1658713253" sldId="2338"/>
            <ac:picMk id="9" creationId="{26FA1B3B-E576-B1DC-D155-758DB12A51EA}"/>
          </ac:picMkLst>
        </pc:picChg>
        <pc:picChg chg="add mod">
          <ac:chgData name="Jithendra HS" userId="fbed575dba93ca78" providerId="LiveId" clId="{9BB2775D-E9F6-4C37-91C8-74F5AF1E4C58}" dt="2025-05-01T16:32:10.966" v="7565" actId="1076"/>
          <ac:picMkLst>
            <pc:docMk/>
            <pc:sldMk cId="1658713253" sldId="2338"/>
            <ac:picMk id="26" creationId="{CEF189E5-B80B-F243-94F2-A2F9A3DE219B}"/>
          </ac:picMkLst>
        </pc:picChg>
        <pc:picChg chg="add del mod">
          <ac:chgData name="Jithendra HS" userId="fbed575dba93ca78" providerId="LiveId" clId="{9BB2775D-E9F6-4C37-91C8-74F5AF1E4C58}" dt="2025-05-01T16:32:00.223" v="7560" actId="478"/>
          <ac:picMkLst>
            <pc:docMk/>
            <pc:sldMk cId="1658713253" sldId="2338"/>
            <ac:picMk id="27" creationId="{B6157D8B-2A6C-D3D6-F7EC-20915FCE2B3D}"/>
          </ac:picMkLst>
        </pc:picChg>
        <pc:picChg chg="mod">
          <ac:chgData name="Jithendra HS" userId="fbed575dba93ca78" providerId="LiveId" clId="{9BB2775D-E9F6-4C37-91C8-74F5AF1E4C58}" dt="2025-05-01T06:20:55.167" v="6467" actId="1076"/>
          <ac:picMkLst>
            <pc:docMk/>
            <pc:sldMk cId="1658713253" sldId="2338"/>
            <ac:picMk id="34" creationId="{85EF308E-7AA0-1F93-D80E-99271A8A1D1C}"/>
          </ac:picMkLst>
        </pc:picChg>
        <pc:cxnChg chg="add del mod">
          <ac:chgData name="Jithendra HS" userId="fbed575dba93ca78" providerId="LiveId" clId="{9BB2775D-E9F6-4C37-91C8-74F5AF1E4C58}" dt="2025-04-30T00:08:35.101" v="4553" actId="478"/>
          <ac:cxnSpMkLst>
            <pc:docMk/>
            <pc:sldMk cId="1658713253" sldId="2338"/>
            <ac:cxnSpMk id="7" creationId="{F7868C4F-241C-C08A-F1BE-C0F371DC14F7}"/>
          </ac:cxnSpMkLst>
        </pc:cxnChg>
        <pc:cxnChg chg="add mod">
          <ac:chgData name="Jithendra HS" userId="fbed575dba93ca78" providerId="LiveId" clId="{9BB2775D-E9F6-4C37-91C8-74F5AF1E4C58}" dt="2025-05-01T06:20:24.498" v="6460" actId="14100"/>
          <ac:cxnSpMkLst>
            <pc:docMk/>
            <pc:sldMk cId="1658713253" sldId="2338"/>
            <ac:cxnSpMk id="11" creationId="{759BDABA-4C29-5F62-4EBF-D1E54461D2CB}"/>
          </ac:cxnSpMkLst>
        </pc:cxnChg>
        <pc:cxnChg chg="add mod">
          <ac:chgData name="Jithendra HS" userId="fbed575dba93ca78" providerId="LiveId" clId="{9BB2775D-E9F6-4C37-91C8-74F5AF1E4C58}" dt="2025-05-01T06:20:28.573" v="6461" actId="1076"/>
          <ac:cxnSpMkLst>
            <pc:docMk/>
            <pc:sldMk cId="1658713253" sldId="2338"/>
            <ac:cxnSpMk id="18" creationId="{1AA346A5-77D3-4B51-3216-6C939EAEF150}"/>
          </ac:cxnSpMkLst>
        </pc:cxnChg>
      </pc:sldChg>
      <pc:sldChg chg="del">
        <pc:chgData name="Jithendra HS" userId="fbed575dba93ca78" providerId="LiveId" clId="{9BB2775D-E9F6-4C37-91C8-74F5AF1E4C58}" dt="2025-04-24T04:53:55.859" v="977" actId="2696"/>
        <pc:sldMkLst>
          <pc:docMk/>
          <pc:sldMk cId="2745520122" sldId="2338"/>
        </pc:sldMkLst>
      </pc:sldChg>
      <pc:sldChg chg="addSp delSp modSp add del mod ord">
        <pc:chgData name="Jithendra HS" userId="fbed575dba93ca78" providerId="LiveId" clId="{9BB2775D-E9F6-4C37-91C8-74F5AF1E4C58}" dt="2025-05-01T06:08:31.543" v="6407" actId="47"/>
        <pc:sldMkLst>
          <pc:docMk/>
          <pc:sldMk cId="2626740099" sldId="2339"/>
        </pc:sldMkLst>
      </pc:sldChg>
      <pc:sldChg chg="add del">
        <pc:chgData name="Jithendra HS" userId="fbed575dba93ca78" providerId="LiveId" clId="{9BB2775D-E9F6-4C37-91C8-74F5AF1E4C58}" dt="2025-05-01T11:59:34.942" v="6549"/>
        <pc:sldMkLst>
          <pc:docMk/>
          <pc:sldMk cId="42041326" sldId="2340"/>
        </pc:sldMkLst>
      </pc:sldChg>
      <pc:sldChg chg="del">
        <pc:chgData name="Jithendra HS" userId="fbed575dba93ca78" providerId="LiveId" clId="{9BB2775D-E9F6-4C37-91C8-74F5AF1E4C58}" dt="2025-04-24T05:05:40.506" v="1106" actId="47"/>
        <pc:sldMkLst>
          <pc:docMk/>
          <pc:sldMk cId="2397238078" sldId="2341"/>
        </pc:sldMkLst>
      </pc:sldChg>
      <pc:sldChg chg="addSp delSp modSp new mod ord">
        <pc:chgData name="Jithendra HS" userId="fbed575dba93ca78" providerId="LiveId" clId="{9BB2775D-E9F6-4C37-91C8-74F5AF1E4C58}" dt="2025-05-01T13:58:22.678" v="7280" actId="1076"/>
        <pc:sldMkLst>
          <pc:docMk/>
          <pc:sldMk cId="4046266199" sldId="2342"/>
        </pc:sldMkLst>
        <pc:spChg chg="mod">
          <ac:chgData name="Jithendra HS" userId="fbed575dba93ca78" providerId="LiveId" clId="{9BB2775D-E9F6-4C37-91C8-74F5AF1E4C58}" dt="2025-04-24T03:16:27.066" v="21" actId="20577"/>
          <ac:spMkLst>
            <pc:docMk/>
            <pc:sldMk cId="4046266199" sldId="2342"/>
            <ac:spMk id="2" creationId="{C131C032-5424-E4CB-2D4A-287692424F31}"/>
          </ac:spMkLst>
        </pc:spChg>
        <pc:spChg chg="mod">
          <ac:chgData name="Jithendra HS" userId="fbed575dba93ca78" providerId="LiveId" clId="{9BB2775D-E9F6-4C37-91C8-74F5AF1E4C58}" dt="2025-04-24T03:43:50.821" v="334" actId="1076"/>
          <ac:spMkLst>
            <pc:docMk/>
            <pc:sldMk cId="4046266199" sldId="2342"/>
            <ac:spMk id="4" creationId="{9B8F4350-974F-FA11-F6F9-50AA499FD444}"/>
          </ac:spMkLst>
        </pc:spChg>
        <pc:spChg chg="add mod">
          <ac:chgData name="Jithendra HS" userId="fbed575dba93ca78" providerId="LiveId" clId="{9BB2775D-E9F6-4C37-91C8-74F5AF1E4C58}" dt="2025-04-24T03:43:03.733" v="325" actId="1076"/>
          <ac:spMkLst>
            <pc:docMk/>
            <pc:sldMk cId="4046266199" sldId="2342"/>
            <ac:spMk id="5" creationId="{4D7CFD99-EF55-2136-4BE5-1A980AB5B592}"/>
          </ac:spMkLst>
        </pc:spChg>
        <pc:spChg chg="add mod">
          <ac:chgData name="Jithendra HS" userId="fbed575dba93ca78" providerId="LiveId" clId="{9BB2775D-E9F6-4C37-91C8-74F5AF1E4C58}" dt="2025-05-01T12:08:01.227" v="6572" actId="20577"/>
          <ac:spMkLst>
            <pc:docMk/>
            <pc:sldMk cId="4046266199" sldId="2342"/>
            <ac:spMk id="6" creationId="{6CFC55C6-DC78-7005-5040-B55BD7AEB9EE}"/>
          </ac:spMkLst>
        </pc:spChg>
        <pc:spChg chg="add mod">
          <ac:chgData name="Jithendra HS" userId="fbed575dba93ca78" providerId="LiveId" clId="{9BB2775D-E9F6-4C37-91C8-74F5AF1E4C58}" dt="2025-04-29T22:45:43.502" v="4145" actId="1076"/>
          <ac:spMkLst>
            <pc:docMk/>
            <pc:sldMk cId="4046266199" sldId="2342"/>
            <ac:spMk id="7" creationId="{BB579C94-5F4C-4EAA-D1CC-643077A670C0}"/>
          </ac:spMkLst>
        </pc:spChg>
        <pc:spChg chg="add mod">
          <ac:chgData name="Jithendra HS" userId="fbed575dba93ca78" providerId="LiveId" clId="{9BB2775D-E9F6-4C37-91C8-74F5AF1E4C58}" dt="2025-04-29T22:45:33.347" v="4144" actId="1076"/>
          <ac:spMkLst>
            <pc:docMk/>
            <pc:sldMk cId="4046266199" sldId="2342"/>
            <ac:spMk id="8" creationId="{CDFF51F0-6E59-7B9D-37DC-1E4CCFDFEB84}"/>
          </ac:spMkLst>
        </pc:spChg>
        <pc:spChg chg="add mod">
          <ac:chgData name="Jithendra HS" userId="fbed575dba93ca78" providerId="LiveId" clId="{9BB2775D-E9F6-4C37-91C8-74F5AF1E4C58}" dt="2025-04-24T03:43:03.733" v="325" actId="1076"/>
          <ac:spMkLst>
            <pc:docMk/>
            <pc:sldMk cId="4046266199" sldId="2342"/>
            <ac:spMk id="9" creationId="{B22942A0-61BD-785D-BA6F-EC68A22DAD21}"/>
          </ac:spMkLst>
        </pc:spChg>
        <pc:picChg chg="add mod">
          <ac:chgData name="Jithendra HS" userId="fbed575dba93ca78" providerId="LiveId" clId="{9BB2775D-E9F6-4C37-91C8-74F5AF1E4C58}" dt="2025-05-01T13:58:22.678" v="7280" actId="1076"/>
          <ac:picMkLst>
            <pc:docMk/>
            <pc:sldMk cId="4046266199" sldId="2342"/>
            <ac:picMk id="3" creationId="{AFA28D01-C31D-4C5E-9E5A-E8E66D42C53F}"/>
          </ac:picMkLst>
        </pc:picChg>
        <pc:picChg chg="add mod">
          <ac:chgData name="Jithendra HS" userId="fbed575dba93ca78" providerId="LiveId" clId="{9BB2775D-E9F6-4C37-91C8-74F5AF1E4C58}" dt="2025-04-24T03:52:58.212" v="391" actId="14100"/>
          <ac:picMkLst>
            <pc:docMk/>
            <pc:sldMk cId="4046266199" sldId="2342"/>
            <ac:picMk id="20" creationId="{607C6293-7BA8-845F-21F2-4488F9CE4ED4}"/>
          </ac:picMkLst>
        </pc:picChg>
        <pc:picChg chg="add mod">
          <ac:chgData name="Jithendra HS" userId="fbed575dba93ca78" providerId="LiveId" clId="{9BB2775D-E9F6-4C37-91C8-74F5AF1E4C58}" dt="2025-04-29T22:47:51.504" v="4163" actId="1076"/>
          <ac:picMkLst>
            <pc:docMk/>
            <pc:sldMk cId="4046266199" sldId="2342"/>
            <ac:picMk id="21" creationId="{24A0700B-AD36-6B0E-D795-10423D424B8E}"/>
          </ac:picMkLst>
        </pc:picChg>
        <pc:picChg chg="add mod">
          <ac:chgData name="Jithendra HS" userId="fbed575dba93ca78" providerId="LiveId" clId="{9BB2775D-E9F6-4C37-91C8-74F5AF1E4C58}" dt="2025-04-29T22:47:47.349" v="4162" actId="1076"/>
          <ac:picMkLst>
            <pc:docMk/>
            <pc:sldMk cId="4046266199" sldId="2342"/>
            <ac:picMk id="22" creationId="{8BD69481-0B1D-9F79-0430-22381D9350E2}"/>
          </ac:picMkLst>
        </pc:picChg>
        <pc:picChg chg="add del mod">
          <ac:chgData name="Jithendra HS" userId="fbed575dba93ca78" providerId="LiveId" clId="{9BB2775D-E9F6-4C37-91C8-74F5AF1E4C58}" dt="2025-05-01T13:58:00.062" v="7274" actId="478"/>
          <ac:picMkLst>
            <pc:docMk/>
            <pc:sldMk cId="4046266199" sldId="2342"/>
            <ac:picMk id="25" creationId="{ED733488-D423-0FC8-458D-BA1E79F35A3D}"/>
          </ac:picMkLst>
        </pc:picChg>
        <pc:picChg chg="add mod">
          <ac:chgData name="Jithendra HS" userId="fbed575dba93ca78" providerId="LiveId" clId="{9BB2775D-E9F6-4C37-91C8-74F5AF1E4C58}" dt="2025-04-24T03:47:45.584" v="355" actId="1440"/>
          <ac:picMkLst>
            <pc:docMk/>
            <pc:sldMk cId="4046266199" sldId="2342"/>
            <ac:picMk id="30" creationId="{EFCBFD3A-97A5-4A0B-2976-AE4E392A645A}"/>
          </ac:picMkLst>
        </pc:picChg>
        <pc:picChg chg="add mod">
          <ac:chgData name="Jithendra HS" userId="fbed575dba93ca78" providerId="LiveId" clId="{9BB2775D-E9F6-4C37-91C8-74F5AF1E4C58}" dt="2025-04-29T22:47:21.287" v="4161" actId="1076"/>
          <ac:picMkLst>
            <pc:docMk/>
            <pc:sldMk cId="4046266199" sldId="2342"/>
            <ac:picMk id="31" creationId="{9DA22E62-02CA-5BBE-635C-6456A37D5C00}"/>
          </ac:picMkLst>
        </pc:picChg>
        <pc:picChg chg="add mod">
          <ac:chgData name="Jithendra HS" userId="fbed575dba93ca78" providerId="LiveId" clId="{9BB2775D-E9F6-4C37-91C8-74F5AF1E4C58}" dt="2025-04-29T22:47:15.875" v="4160" actId="1076"/>
          <ac:picMkLst>
            <pc:docMk/>
            <pc:sldMk cId="4046266199" sldId="2342"/>
            <ac:picMk id="33" creationId="{EA3C64A7-9E4D-E940-9A41-A004559784C2}"/>
          </ac:picMkLst>
        </pc:picChg>
        <pc:picChg chg="add mod">
          <ac:chgData name="Jithendra HS" userId="fbed575dba93ca78" providerId="LiveId" clId="{9BB2775D-E9F6-4C37-91C8-74F5AF1E4C58}" dt="2025-04-29T22:47:59.284" v="4164" actId="1076"/>
          <ac:picMkLst>
            <pc:docMk/>
            <pc:sldMk cId="4046266199" sldId="2342"/>
            <ac:picMk id="35" creationId="{D959D184-8DB2-EBBD-C39D-89C5DDDEB1D2}"/>
          </ac:picMkLst>
        </pc:picChg>
        <pc:picChg chg="add mod">
          <ac:chgData name="Jithendra HS" userId="fbed575dba93ca78" providerId="LiveId" clId="{9BB2775D-E9F6-4C37-91C8-74F5AF1E4C58}" dt="2025-04-29T22:47:06.267" v="4159" actId="1076"/>
          <ac:picMkLst>
            <pc:docMk/>
            <pc:sldMk cId="4046266199" sldId="2342"/>
            <ac:picMk id="36" creationId="{CBE6990E-7CBB-1A18-1355-B3F6BA5AE1C2}"/>
          </ac:picMkLst>
        </pc:picChg>
        <pc:picChg chg="add mod">
          <ac:chgData name="Jithendra HS" userId="fbed575dba93ca78" providerId="LiveId" clId="{9BB2775D-E9F6-4C37-91C8-74F5AF1E4C58}" dt="2025-04-24T03:51:27.397" v="374" actId="1440"/>
          <ac:picMkLst>
            <pc:docMk/>
            <pc:sldMk cId="4046266199" sldId="2342"/>
            <ac:picMk id="38" creationId="{C8FAF55A-E5F3-CF78-76AD-2F618B6552A1}"/>
          </ac:picMkLst>
        </pc:picChg>
        <pc:cxnChg chg="add mod">
          <ac:chgData name="Jithendra HS" userId="fbed575dba93ca78" providerId="LiveId" clId="{9BB2775D-E9F6-4C37-91C8-74F5AF1E4C58}" dt="2025-04-24T03:40:03.188" v="313" actId="1076"/>
          <ac:cxnSpMkLst>
            <pc:docMk/>
            <pc:sldMk cId="4046266199" sldId="2342"/>
            <ac:cxnSpMk id="11" creationId="{1EE17FF1-B71C-0E9C-5ED4-BD31957C0CEE}"/>
          </ac:cxnSpMkLst>
        </pc:cxnChg>
        <pc:cxnChg chg="add mod">
          <ac:chgData name="Jithendra HS" userId="fbed575dba93ca78" providerId="LiveId" clId="{9BB2775D-E9F6-4C37-91C8-74F5AF1E4C58}" dt="2025-04-29T22:45:57.714" v="4146" actId="1076"/>
          <ac:cxnSpMkLst>
            <pc:docMk/>
            <pc:sldMk cId="4046266199" sldId="2342"/>
            <ac:cxnSpMk id="13" creationId="{80F728BC-1DE3-AC2C-4CF1-EBA9FCF69D15}"/>
          </ac:cxnSpMkLst>
        </pc:cxnChg>
        <pc:cxnChg chg="add mod">
          <ac:chgData name="Jithendra HS" userId="fbed575dba93ca78" providerId="LiveId" clId="{9BB2775D-E9F6-4C37-91C8-74F5AF1E4C58}" dt="2025-04-29T22:46:06.468" v="4148" actId="14100"/>
          <ac:cxnSpMkLst>
            <pc:docMk/>
            <pc:sldMk cId="4046266199" sldId="2342"/>
            <ac:cxnSpMk id="16" creationId="{B296AF7D-2BC0-F86F-534C-4ED32E771D14}"/>
          </ac:cxnSpMkLst>
        </pc:cxnChg>
        <pc:cxnChg chg="add mod">
          <ac:chgData name="Jithendra HS" userId="fbed575dba93ca78" providerId="LiveId" clId="{9BB2775D-E9F6-4C37-91C8-74F5AF1E4C58}" dt="2025-04-24T03:40:36.529" v="318" actId="14100"/>
          <ac:cxnSpMkLst>
            <pc:docMk/>
            <pc:sldMk cId="4046266199" sldId="2342"/>
            <ac:cxnSpMk id="19" creationId="{06476F29-27EB-5AE5-A33E-8B6B24BC704C}"/>
          </ac:cxnSpMkLst>
        </pc:cxnChg>
      </pc:sldChg>
      <pc:sldChg chg="new del">
        <pc:chgData name="Jithendra HS" userId="fbed575dba93ca78" providerId="LiveId" clId="{9BB2775D-E9F6-4C37-91C8-74F5AF1E4C58}" dt="2025-04-24T03:54:30.954" v="394" actId="47"/>
        <pc:sldMkLst>
          <pc:docMk/>
          <pc:sldMk cId="1296020261" sldId="2343"/>
        </pc:sldMkLst>
      </pc:sldChg>
      <pc:sldChg chg="addSp delSp modSp add del mod">
        <pc:chgData name="Jithendra HS" userId="fbed575dba93ca78" providerId="LiveId" clId="{9BB2775D-E9F6-4C37-91C8-74F5AF1E4C58}" dt="2025-04-30T23:17:17.961" v="4828" actId="47"/>
        <pc:sldMkLst>
          <pc:docMk/>
          <pc:sldMk cId="2711128853" sldId="2344"/>
        </pc:sldMkLst>
        <pc:spChg chg="del">
          <ac:chgData name="Jithendra HS" userId="fbed575dba93ca78" providerId="LiveId" clId="{9BB2775D-E9F6-4C37-91C8-74F5AF1E4C58}" dt="2025-04-30T23:00:14.265" v="4645" actId="21"/>
          <ac:spMkLst>
            <pc:docMk/>
            <pc:sldMk cId="2711128853" sldId="2344"/>
            <ac:spMk id="7" creationId="{E55A7F98-6EC5-4692-4004-E92616A1E178}"/>
          </ac:spMkLst>
        </pc:spChg>
        <pc:spChg chg="add del mod">
          <ac:chgData name="Jithendra HS" userId="fbed575dba93ca78" providerId="LiveId" clId="{9BB2775D-E9F6-4C37-91C8-74F5AF1E4C58}" dt="2025-04-30T00:10:07.955" v="4562" actId="478"/>
          <ac:spMkLst>
            <pc:docMk/>
            <pc:sldMk cId="2711128853" sldId="2344"/>
            <ac:spMk id="13" creationId="{3AA69CB6-45DF-9028-A4DF-2523FE3916CB}"/>
          </ac:spMkLst>
        </pc:spChg>
        <pc:picChg chg="del mod">
          <ac:chgData name="Jithendra HS" userId="fbed575dba93ca78" providerId="LiveId" clId="{9BB2775D-E9F6-4C37-91C8-74F5AF1E4C58}" dt="2025-04-30T00:04:52.002" v="4500" actId="21"/>
          <ac:picMkLst>
            <pc:docMk/>
            <pc:sldMk cId="2711128853" sldId="2344"/>
            <ac:picMk id="3" creationId="{CEF189E5-B80B-F243-94F2-A2F9A3DE219B}"/>
          </ac:picMkLst>
        </pc:picChg>
        <pc:picChg chg="del mod">
          <ac:chgData name="Jithendra HS" userId="fbed575dba93ca78" providerId="LiveId" clId="{9BB2775D-E9F6-4C37-91C8-74F5AF1E4C58}" dt="2025-04-30T00:05:27.950" v="4507" actId="21"/>
          <ac:picMkLst>
            <pc:docMk/>
            <pc:sldMk cId="2711128853" sldId="2344"/>
            <ac:picMk id="5" creationId="{B6157D8B-2A6C-D3D6-F7EC-20915FCE2B3D}"/>
          </ac:picMkLst>
        </pc:picChg>
      </pc:sldChg>
      <pc:sldChg chg="delSp modSp add del mod">
        <pc:chgData name="Jithendra HS" userId="fbed575dba93ca78" providerId="LiveId" clId="{9BB2775D-E9F6-4C37-91C8-74F5AF1E4C58}" dt="2025-05-01T02:25:00.199" v="5284" actId="47"/>
        <pc:sldMkLst>
          <pc:docMk/>
          <pc:sldMk cId="1664859068" sldId="2345"/>
        </pc:sldMkLst>
        <pc:spChg chg="mod">
          <ac:chgData name="Jithendra HS" userId="fbed575dba93ca78" providerId="LiveId" clId="{9BB2775D-E9F6-4C37-91C8-74F5AF1E4C58}" dt="2025-04-30T23:17:40.108" v="4840" actId="20577"/>
          <ac:spMkLst>
            <pc:docMk/>
            <pc:sldMk cId="1664859068" sldId="2345"/>
            <ac:spMk id="2" creationId="{9281617B-4335-0A78-1077-D10D1FCA8C2B}"/>
          </ac:spMkLst>
        </pc:spChg>
        <pc:spChg chg="del mod">
          <ac:chgData name="Jithendra HS" userId="fbed575dba93ca78" providerId="LiveId" clId="{9BB2775D-E9F6-4C37-91C8-74F5AF1E4C58}" dt="2025-05-01T02:24:48.927" v="5281" actId="21"/>
          <ac:spMkLst>
            <pc:docMk/>
            <pc:sldMk cId="1664859068" sldId="2345"/>
            <ac:spMk id="3" creationId="{1E844D43-F287-20B6-B43C-0222CEA8E8A5}"/>
          </ac:spMkLst>
        </pc:spChg>
        <pc:spChg chg="del mod">
          <ac:chgData name="Jithendra HS" userId="fbed575dba93ca78" providerId="LiveId" clId="{9BB2775D-E9F6-4C37-91C8-74F5AF1E4C58}" dt="2025-05-01T02:24:26.892" v="5277" actId="21"/>
          <ac:spMkLst>
            <pc:docMk/>
            <pc:sldMk cId="1664859068" sldId="2345"/>
            <ac:spMk id="5" creationId="{355BB167-7D42-DD6E-3B0F-614A1B4F2D67}"/>
          </ac:spMkLst>
        </pc:spChg>
        <pc:picChg chg="del mod">
          <ac:chgData name="Jithendra HS" userId="fbed575dba93ca78" providerId="LiveId" clId="{9BB2775D-E9F6-4C37-91C8-74F5AF1E4C58}" dt="2025-05-01T02:22:42.945" v="5256" actId="21"/>
          <ac:picMkLst>
            <pc:docMk/>
            <pc:sldMk cId="1664859068" sldId="2345"/>
            <ac:picMk id="6" creationId="{47C547BA-4584-7FFF-CC3E-63AE43D1ECA2}"/>
          </ac:picMkLst>
        </pc:picChg>
        <pc:picChg chg="del mod">
          <ac:chgData name="Jithendra HS" userId="fbed575dba93ca78" providerId="LiveId" clId="{9BB2775D-E9F6-4C37-91C8-74F5AF1E4C58}" dt="2025-05-01T02:23:07.212" v="5263" actId="21"/>
          <ac:picMkLst>
            <pc:docMk/>
            <pc:sldMk cId="1664859068" sldId="2345"/>
            <ac:picMk id="8" creationId="{94C2004A-C0FE-1B89-E05F-8B0D8FB3221B}"/>
          </ac:picMkLst>
        </pc:picChg>
      </pc:sldChg>
      <pc:sldChg chg="addSp delSp modSp add mod ord">
        <pc:chgData name="Jithendra HS" userId="fbed575dba93ca78" providerId="LiveId" clId="{9BB2775D-E9F6-4C37-91C8-74F5AF1E4C58}" dt="2025-05-01T20:37:52.963" v="8066" actId="1076"/>
        <pc:sldMkLst>
          <pc:docMk/>
          <pc:sldMk cId="3585493374" sldId="2346"/>
        </pc:sldMkLst>
        <pc:spChg chg="mod">
          <ac:chgData name="Jithendra HS" userId="fbed575dba93ca78" providerId="LiveId" clId="{9BB2775D-E9F6-4C37-91C8-74F5AF1E4C58}" dt="2025-05-01T05:45:42.799" v="6399" actId="20577"/>
          <ac:spMkLst>
            <pc:docMk/>
            <pc:sldMk cId="3585493374" sldId="2346"/>
            <ac:spMk id="2" creationId="{34D5220E-090C-D670-E899-6BBC7829CC6F}"/>
          </ac:spMkLst>
        </pc:spChg>
        <pc:spChg chg="mod">
          <ac:chgData name="Jithendra HS" userId="fbed575dba93ca78" providerId="LiveId" clId="{9BB2775D-E9F6-4C37-91C8-74F5AF1E4C58}" dt="2025-05-01T20:37:52.963" v="8066" actId="1076"/>
          <ac:spMkLst>
            <pc:docMk/>
            <pc:sldMk cId="3585493374" sldId="2346"/>
            <ac:spMk id="13" creationId="{43534047-CCAC-D8A8-83E2-0E24F2ACEE62}"/>
          </ac:spMkLst>
        </pc:spChg>
        <pc:picChg chg="add mod">
          <ac:chgData name="Jithendra HS" userId="fbed575dba93ca78" providerId="LiveId" clId="{9BB2775D-E9F6-4C37-91C8-74F5AF1E4C58}" dt="2025-05-01T13:56:21.007" v="7264" actId="1076"/>
          <ac:picMkLst>
            <pc:docMk/>
            <pc:sldMk cId="3585493374" sldId="2346"/>
            <ac:picMk id="5" creationId="{697D296D-42AD-3D28-6067-97AC29B012D1}"/>
          </ac:picMkLst>
        </pc:picChg>
        <pc:picChg chg="add del mod">
          <ac:chgData name="Jithendra HS" userId="fbed575dba93ca78" providerId="LiveId" clId="{9BB2775D-E9F6-4C37-91C8-74F5AF1E4C58}" dt="2025-05-01T13:56:13.697" v="7261" actId="478"/>
          <ac:picMkLst>
            <pc:docMk/>
            <pc:sldMk cId="3585493374" sldId="2346"/>
            <ac:picMk id="7" creationId="{0F0A41AA-CB25-843E-D6F1-C82DD6843B37}"/>
          </ac:picMkLst>
        </pc:picChg>
        <pc:picChg chg="add mod">
          <ac:chgData name="Jithendra HS" userId="fbed575dba93ca78" providerId="LiveId" clId="{9BB2775D-E9F6-4C37-91C8-74F5AF1E4C58}" dt="2025-05-01T13:56:34.993" v="7266" actId="1076"/>
          <ac:picMkLst>
            <pc:docMk/>
            <pc:sldMk cId="3585493374" sldId="2346"/>
            <ac:picMk id="15" creationId="{F1780DC2-6738-CDED-9163-20DD2FC8DFAE}"/>
          </ac:picMkLst>
        </pc:picChg>
        <pc:picChg chg="add mod">
          <ac:chgData name="Jithendra HS" userId="fbed575dba93ca78" providerId="LiveId" clId="{9BB2775D-E9F6-4C37-91C8-74F5AF1E4C58}" dt="2025-05-01T13:56:37.191" v="7267" actId="1076"/>
          <ac:picMkLst>
            <pc:docMk/>
            <pc:sldMk cId="3585493374" sldId="2346"/>
            <ac:picMk id="16" creationId="{670208B6-9FC9-7DEB-3901-5062DEE1C39F}"/>
          </ac:picMkLst>
        </pc:picChg>
        <pc:picChg chg="add mod">
          <ac:chgData name="Jithendra HS" userId="fbed575dba93ca78" providerId="LiveId" clId="{9BB2775D-E9F6-4C37-91C8-74F5AF1E4C58}" dt="2025-04-24T19:34:02.929" v="3943" actId="1076"/>
          <ac:picMkLst>
            <pc:docMk/>
            <pc:sldMk cId="3585493374" sldId="2346"/>
            <ac:picMk id="17" creationId="{38231A96-A4D0-2604-C306-235EEB704F8E}"/>
          </ac:picMkLst>
        </pc:picChg>
        <pc:cxnChg chg="add mod">
          <ac:chgData name="Jithendra HS" userId="fbed575dba93ca78" providerId="LiveId" clId="{9BB2775D-E9F6-4C37-91C8-74F5AF1E4C58}" dt="2025-04-24T19:34:36.090" v="3955" actId="1076"/>
          <ac:cxnSpMkLst>
            <pc:docMk/>
            <pc:sldMk cId="3585493374" sldId="2346"/>
            <ac:cxnSpMk id="12" creationId="{BD6AEFEF-4E19-E623-1C4B-1DB5E00202F5}"/>
          </ac:cxnSpMkLst>
        </pc:cxnChg>
        <pc:cxnChg chg="add mod">
          <ac:chgData name="Jithendra HS" userId="fbed575dba93ca78" providerId="LiveId" clId="{9BB2775D-E9F6-4C37-91C8-74F5AF1E4C58}" dt="2025-04-24T19:34:46.257" v="3958" actId="14100"/>
          <ac:cxnSpMkLst>
            <pc:docMk/>
            <pc:sldMk cId="3585493374" sldId="2346"/>
            <ac:cxnSpMk id="21" creationId="{030539EC-0F95-5F06-0392-C0A1B0EA1268}"/>
          </ac:cxnSpMkLst>
        </pc:cxnChg>
        <pc:cxnChg chg="add mod">
          <ac:chgData name="Jithendra HS" userId="fbed575dba93ca78" providerId="LiveId" clId="{9BB2775D-E9F6-4C37-91C8-74F5AF1E4C58}" dt="2025-04-24T19:34:58.729" v="3961" actId="14100"/>
          <ac:cxnSpMkLst>
            <pc:docMk/>
            <pc:sldMk cId="3585493374" sldId="2346"/>
            <ac:cxnSpMk id="25" creationId="{2F7A39E1-331F-85D0-81B1-48D6FDC71C54}"/>
          </ac:cxnSpMkLst>
        </pc:cxnChg>
      </pc:sldChg>
      <pc:sldChg chg="addSp delSp modSp new mod ord">
        <pc:chgData name="Jithendra HS" userId="fbed575dba93ca78" providerId="LiveId" clId="{9BB2775D-E9F6-4C37-91C8-74F5AF1E4C58}" dt="2025-04-30T23:20:37.032" v="4855" actId="20577"/>
        <pc:sldMkLst>
          <pc:docMk/>
          <pc:sldMk cId="159117483" sldId="2347"/>
        </pc:sldMkLst>
        <pc:spChg chg="mod">
          <ac:chgData name="Jithendra HS" userId="fbed575dba93ca78" providerId="LiveId" clId="{9BB2775D-E9F6-4C37-91C8-74F5AF1E4C58}" dt="2025-04-29T22:49:16.945" v="4174" actId="20577"/>
          <ac:spMkLst>
            <pc:docMk/>
            <pc:sldMk cId="159117483" sldId="2347"/>
            <ac:spMk id="2" creationId="{9EF2B5B3-ABFB-A6A7-B279-E345BB33EB02}"/>
          </ac:spMkLst>
        </pc:spChg>
        <pc:spChg chg="add mod">
          <ac:chgData name="Jithendra HS" userId="fbed575dba93ca78" providerId="LiveId" clId="{9BB2775D-E9F6-4C37-91C8-74F5AF1E4C58}" dt="2025-04-29T23:08:46.786" v="4238" actId="1076"/>
          <ac:spMkLst>
            <pc:docMk/>
            <pc:sldMk cId="159117483" sldId="2347"/>
            <ac:spMk id="16" creationId="{A9F90E46-8227-43EB-C9DC-D3F7CCB67887}"/>
          </ac:spMkLst>
        </pc:spChg>
        <pc:spChg chg="add mod">
          <ac:chgData name="Jithendra HS" userId="fbed575dba93ca78" providerId="LiveId" clId="{9BB2775D-E9F6-4C37-91C8-74F5AF1E4C58}" dt="2025-04-29T23:22:45.047" v="4297" actId="14100"/>
          <ac:spMkLst>
            <pc:docMk/>
            <pc:sldMk cId="159117483" sldId="2347"/>
            <ac:spMk id="19" creationId="{C136CB64-0709-FA34-8C01-9539320F8EDA}"/>
          </ac:spMkLst>
        </pc:spChg>
        <pc:spChg chg="add mod">
          <ac:chgData name="Jithendra HS" userId="fbed575dba93ca78" providerId="LiveId" clId="{9BB2775D-E9F6-4C37-91C8-74F5AF1E4C58}" dt="2025-04-29T23:15:48.456" v="4289" actId="1076"/>
          <ac:spMkLst>
            <pc:docMk/>
            <pc:sldMk cId="159117483" sldId="2347"/>
            <ac:spMk id="20" creationId="{8687BD36-4123-FCF5-7AB3-F7D89A9F51BA}"/>
          </ac:spMkLst>
        </pc:spChg>
        <pc:spChg chg="add mod">
          <ac:chgData name="Jithendra HS" userId="fbed575dba93ca78" providerId="LiveId" clId="{9BB2775D-E9F6-4C37-91C8-74F5AF1E4C58}" dt="2025-04-29T23:16:10.372" v="4293" actId="1076"/>
          <ac:spMkLst>
            <pc:docMk/>
            <pc:sldMk cId="159117483" sldId="2347"/>
            <ac:spMk id="21" creationId="{C28005D4-80A1-A140-7EFF-A829FE357B0E}"/>
          </ac:spMkLst>
        </pc:spChg>
        <pc:spChg chg="add mod">
          <ac:chgData name="Jithendra HS" userId="fbed575dba93ca78" providerId="LiveId" clId="{9BB2775D-E9F6-4C37-91C8-74F5AF1E4C58}" dt="2025-04-29T23:08:46.786" v="4238" actId="1076"/>
          <ac:spMkLst>
            <pc:docMk/>
            <pc:sldMk cId="159117483" sldId="2347"/>
            <ac:spMk id="22" creationId="{E0C0551C-43F4-52DB-EE19-B51416F8BC6E}"/>
          </ac:spMkLst>
        </pc:spChg>
        <pc:spChg chg="add mod">
          <ac:chgData name="Jithendra HS" userId="fbed575dba93ca78" providerId="LiveId" clId="{9BB2775D-E9F6-4C37-91C8-74F5AF1E4C58}" dt="2025-04-30T23:20:37.032" v="4855" actId="20577"/>
          <ac:spMkLst>
            <pc:docMk/>
            <pc:sldMk cId="159117483" sldId="2347"/>
            <ac:spMk id="25" creationId="{6A23CA79-9DED-E0BB-53FB-14684EB863B6}"/>
          </ac:spMkLst>
        </pc:spChg>
        <pc:picChg chg="add mod">
          <ac:chgData name="Jithendra HS" userId="fbed575dba93ca78" providerId="LiveId" clId="{9BB2775D-E9F6-4C37-91C8-74F5AF1E4C58}" dt="2025-04-29T23:13:40.698" v="4259" actId="14100"/>
          <ac:picMkLst>
            <pc:docMk/>
            <pc:sldMk cId="159117483" sldId="2347"/>
            <ac:picMk id="9" creationId="{8DD7C246-C489-F432-AFCA-428FD9FAC778}"/>
          </ac:picMkLst>
        </pc:picChg>
        <pc:picChg chg="add mod">
          <ac:chgData name="Jithendra HS" userId="fbed575dba93ca78" providerId="LiveId" clId="{9BB2775D-E9F6-4C37-91C8-74F5AF1E4C58}" dt="2025-04-29T23:14:07.289" v="4266" actId="1076"/>
          <ac:picMkLst>
            <pc:docMk/>
            <pc:sldMk cId="159117483" sldId="2347"/>
            <ac:picMk id="11" creationId="{9905E2C2-97AD-E56C-A8FD-4F770B414B03}"/>
          </ac:picMkLst>
        </pc:picChg>
        <pc:picChg chg="add mod">
          <ac:chgData name="Jithendra HS" userId="fbed575dba93ca78" providerId="LiveId" clId="{9BB2775D-E9F6-4C37-91C8-74F5AF1E4C58}" dt="2025-04-29T23:08:46.786" v="4238" actId="1076"/>
          <ac:picMkLst>
            <pc:docMk/>
            <pc:sldMk cId="159117483" sldId="2347"/>
            <ac:picMk id="14" creationId="{56C4F46F-F206-9EB5-7E8D-31B77B4B51DC}"/>
          </ac:picMkLst>
        </pc:picChg>
        <pc:cxnChg chg="add mod">
          <ac:chgData name="Jithendra HS" userId="fbed575dba93ca78" providerId="LiveId" clId="{9BB2775D-E9F6-4C37-91C8-74F5AF1E4C58}" dt="2025-04-29T23:08:46.786" v="4238" actId="1076"/>
          <ac:cxnSpMkLst>
            <pc:docMk/>
            <pc:sldMk cId="159117483" sldId="2347"/>
            <ac:cxnSpMk id="27" creationId="{D1ECC834-A133-C423-9D4C-43760D279F04}"/>
          </ac:cxnSpMkLst>
        </pc:cxnChg>
        <pc:cxnChg chg="add mod">
          <ac:chgData name="Jithendra HS" userId="fbed575dba93ca78" providerId="LiveId" clId="{9BB2775D-E9F6-4C37-91C8-74F5AF1E4C58}" dt="2025-04-29T23:16:01.669" v="4292" actId="14100"/>
          <ac:cxnSpMkLst>
            <pc:docMk/>
            <pc:sldMk cId="159117483" sldId="2347"/>
            <ac:cxnSpMk id="28" creationId="{1EFA6917-0025-7CD0-E1D4-D71EAAD8DAE9}"/>
          </ac:cxnSpMkLst>
        </pc:cxnChg>
        <pc:cxnChg chg="add mod">
          <ac:chgData name="Jithendra HS" userId="fbed575dba93ca78" providerId="LiveId" clId="{9BB2775D-E9F6-4C37-91C8-74F5AF1E4C58}" dt="2025-04-29T23:16:13.378" v="4294" actId="14100"/>
          <ac:cxnSpMkLst>
            <pc:docMk/>
            <pc:sldMk cId="159117483" sldId="2347"/>
            <ac:cxnSpMk id="31" creationId="{7EB83A76-B58C-ECEC-465B-0BCDA0B019C6}"/>
          </ac:cxnSpMkLst>
        </pc:cxnChg>
        <pc:cxnChg chg="add mod">
          <ac:chgData name="Jithendra HS" userId="fbed575dba93ca78" providerId="LiveId" clId="{9BB2775D-E9F6-4C37-91C8-74F5AF1E4C58}" dt="2025-04-29T23:08:46.786" v="4238" actId="1076"/>
          <ac:cxnSpMkLst>
            <pc:docMk/>
            <pc:sldMk cId="159117483" sldId="2347"/>
            <ac:cxnSpMk id="34" creationId="{85D104C8-35B0-41CC-3471-DA426760C2C8}"/>
          </ac:cxnSpMkLst>
        </pc:cxnChg>
      </pc:sldChg>
      <pc:sldChg chg="addSp delSp modSp new del mod">
        <pc:chgData name="Jithendra HS" userId="fbed575dba93ca78" providerId="LiveId" clId="{9BB2775D-E9F6-4C37-91C8-74F5AF1E4C58}" dt="2025-05-01T02:39:17.227" v="5554" actId="47"/>
        <pc:sldMkLst>
          <pc:docMk/>
          <pc:sldMk cId="2529346095" sldId="2348"/>
        </pc:sldMkLst>
        <pc:spChg chg="mod">
          <ac:chgData name="Jithendra HS" userId="fbed575dba93ca78" providerId="LiveId" clId="{9BB2775D-E9F6-4C37-91C8-74F5AF1E4C58}" dt="2025-05-01T02:25:35.226" v="5301" actId="20577"/>
          <ac:spMkLst>
            <pc:docMk/>
            <pc:sldMk cId="2529346095" sldId="2348"/>
            <ac:spMk id="2" creationId="{533F35AD-A745-6CD2-0A82-DBF52E29C0FC}"/>
          </ac:spMkLst>
        </pc:spChg>
        <pc:picChg chg="add mod">
          <ac:chgData name="Jithendra HS" userId="fbed575dba93ca78" providerId="LiveId" clId="{9BB2775D-E9F6-4C37-91C8-74F5AF1E4C58}" dt="2025-05-01T02:27:08.979" v="5318" actId="1076"/>
          <ac:picMkLst>
            <pc:docMk/>
            <pc:sldMk cId="2529346095" sldId="2348"/>
            <ac:picMk id="3" creationId="{656270B6-9A07-B367-64B5-3BDA0A2E1BBE}"/>
          </ac:picMkLst>
        </pc:picChg>
        <pc:picChg chg="add del mod">
          <ac:chgData name="Jithendra HS" userId="fbed575dba93ca78" providerId="LiveId" clId="{9BB2775D-E9F6-4C37-91C8-74F5AF1E4C58}" dt="2025-05-01T02:25:38.795" v="5302" actId="478"/>
          <ac:picMkLst>
            <pc:docMk/>
            <pc:sldMk cId="2529346095" sldId="2348"/>
            <ac:picMk id="5" creationId="{6C26523D-F937-8BEE-C1F7-64C4A4E5CC67}"/>
          </ac:picMkLst>
        </pc:picChg>
        <pc:picChg chg="add mod">
          <ac:chgData name="Jithendra HS" userId="fbed575dba93ca78" providerId="LiveId" clId="{9BB2775D-E9F6-4C37-91C8-74F5AF1E4C58}" dt="2025-05-01T02:27:03.231" v="5315" actId="1076"/>
          <ac:picMkLst>
            <pc:docMk/>
            <pc:sldMk cId="2529346095" sldId="2348"/>
            <ac:picMk id="7" creationId="{714C2501-61CA-A99A-1DDA-D41D5F0EAF09}"/>
          </ac:picMkLst>
        </pc:picChg>
        <pc:picChg chg="add del mod">
          <ac:chgData name="Jithendra HS" userId="fbed575dba93ca78" providerId="LiveId" clId="{9BB2775D-E9F6-4C37-91C8-74F5AF1E4C58}" dt="2025-05-01T02:25:40.494" v="5303" actId="478"/>
          <ac:picMkLst>
            <pc:docMk/>
            <pc:sldMk cId="2529346095" sldId="2348"/>
            <ac:picMk id="8" creationId="{5A39CC11-03CB-BADB-2BA8-75B46D1EEF19}"/>
          </ac:picMkLst>
        </pc:picChg>
      </pc:sldChg>
      <pc:sldChg chg="modSp add del mod">
        <pc:chgData name="Jithendra HS" userId="fbed575dba93ca78" providerId="LiveId" clId="{9BB2775D-E9F6-4C37-91C8-74F5AF1E4C58}" dt="2025-05-01T02:25:44.475" v="5304" actId="47"/>
        <pc:sldMkLst>
          <pc:docMk/>
          <pc:sldMk cId="507198652" sldId="2349"/>
        </pc:sldMkLst>
      </pc:sldChg>
      <pc:sldChg chg="delSp modSp new del mod">
        <pc:chgData name="Jithendra HS" userId="fbed575dba93ca78" providerId="LiveId" clId="{9BB2775D-E9F6-4C37-91C8-74F5AF1E4C58}" dt="2025-04-24T04:45:41.041" v="879" actId="47"/>
        <pc:sldMkLst>
          <pc:docMk/>
          <pc:sldMk cId="2026064086" sldId="2349"/>
        </pc:sldMkLst>
      </pc:sldChg>
      <pc:sldChg chg="addSp delSp modSp add mod ord">
        <pc:chgData name="Jithendra HS" userId="fbed575dba93ca78" providerId="LiveId" clId="{9BB2775D-E9F6-4C37-91C8-74F5AF1E4C58}" dt="2025-05-01T16:14:27.785" v="7408" actId="1076"/>
        <pc:sldMkLst>
          <pc:docMk/>
          <pc:sldMk cId="587004670" sldId="2350"/>
        </pc:sldMkLst>
        <pc:spChg chg="mod">
          <ac:chgData name="Jithendra HS" userId="fbed575dba93ca78" providerId="LiveId" clId="{9BB2775D-E9F6-4C37-91C8-74F5AF1E4C58}" dt="2025-05-01T02:28:40.117" v="5339" actId="20577"/>
          <ac:spMkLst>
            <pc:docMk/>
            <pc:sldMk cId="587004670" sldId="2350"/>
            <ac:spMk id="2" creationId="{9B2B5440-3FEE-01E6-4913-5B2573B506CC}"/>
          </ac:spMkLst>
        </pc:spChg>
        <pc:spChg chg="add mod">
          <ac:chgData name="Jithendra HS" userId="fbed575dba93ca78" providerId="LiveId" clId="{9BB2775D-E9F6-4C37-91C8-74F5AF1E4C58}" dt="2025-05-01T02:30:35.745" v="5367" actId="14100"/>
          <ac:spMkLst>
            <pc:docMk/>
            <pc:sldMk cId="587004670" sldId="2350"/>
            <ac:spMk id="3" creationId="{1F700474-C8A1-AF7B-2219-2FFC074936A9}"/>
          </ac:spMkLst>
        </pc:spChg>
        <pc:spChg chg="add mod">
          <ac:chgData name="Jithendra HS" userId="fbed575dba93ca78" providerId="LiveId" clId="{9BB2775D-E9F6-4C37-91C8-74F5AF1E4C58}" dt="2025-05-01T16:09:50.941" v="7313" actId="20577"/>
          <ac:spMkLst>
            <pc:docMk/>
            <pc:sldMk cId="587004670" sldId="2350"/>
            <ac:spMk id="5" creationId="{D8B5429A-0405-9AC4-302A-10F4398847D1}"/>
          </ac:spMkLst>
        </pc:spChg>
        <pc:spChg chg="add mod">
          <ac:chgData name="Jithendra HS" userId="fbed575dba93ca78" providerId="LiveId" clId="{9BB2775D-E9F6-4C37-91C8-74F5AF1E4C58}" dt="2025-05-01T02:30:19.606" v="5363" actId="1076"/>
          <ac:spMkLst>
            <pc:docMk/>
            <pc:sldMk cId="587004670" sldId="2350"/>
            <ac:spMk id="7" creationId="{2E322CBD-16DD-FF92-8C35-D93403B1D32A}"/>
          </ac:spMkLst>
        </pc:spChg>
        <pc:spChg chg="mod">
          <ac:chgData name="Jithendra HS" userId="fbed575dba93ca78" providerId="LiveId" clId="{9BB2775D-E9F6-4C37-91C8-74F5AF1E4C58}" dt="2025-05-01T02:40:51.076" v="5558" actId="1076"/>
          <ac:spMkLst>
            <pc:docMk/>
            <pc:sldMk cId="587004670" sldId="2350"/>
            <ac:spMk id="8" creationId="{6C52C18B-10B2-1565-6D23-4212480F40FA}"/>
          </ac:spMkLst>
        </pc:spChg>
        <pc:spChg chg="add mod ord">
          <ac:chgData name="Jithendra HS" userId="fbed575dba93ca78" providerId="LiveId" clId="{9BB2775D-E9F6-4C37-91C8-74F5AF1E4C58}" dt="2025-05-01T16:13:51.070" v="7405" actId="1076"/>
          <ac:spMkLst>
            <pc:docMk/>
            <pc:sldMk cId="587004670" sldId="2350"/>
            <ac:spMk id="9" creationId="{9C56F9D4-C89D-0C59-E172-829023A4CF6B}"/>
          </ac:spMkLst>
        </pc:spChg>
        <pc:spChg chg="add mod">
          <ac:chgData name="Jithendra HS" userId="fbed575dba93ca78" providerId="LiveId" clId="{9BB2775D-E9F6-4C37-91C8-74F5AF1E4C58}" dt="2025-05-01T02:38:49.666" v="5551" actId="1076"/>
          <ac:spMkLst>
            <pc:docMk/>
            <pc:sldMk cId="587004670" sldId="2350"/>
            <ac:spMk id="10" creationId="{5F854D29-93A1-E3DF-1EBB-958A5FC24FEB}"/>
          </ac:spMkLst>
        </pc:spChg>
        <pc:spChg chg="add mod">
          <ac:chgData name="Jithendra HS" userId="fbed575dba93ca78" providerId="LiveId" clId="{9BB2775D-E9F6-4C37-91C8-74F5AF1E4C58}" dt="2025-05-01T16:10:39.017" v="7352" actId="1076"/>
          <ac:spMkLst>
            <pc:docMk/>
            <pc:sldMk cId="587004670" sldId="2350"/>
            <ac:spMk id="11" creationId="{21CBBEF0-2422-99D3-6DB9-79C894C09935}"/>
          </ac:spMkLst>
        </pc:spChg>
        <pc:spChg chg="add mod">
          <ac:chgData name="Jithendra HS" userId="fbed575dba93ca78" providerId="LiveId" clId="{9BB2775D-E9F6-4C37-91C8-74F5AF1E4C58}" dt="2025-05-01T16:14:07.532" v="7406"/>
          <ac:spMkLst>
            <pc:docMk/>
            <pc:sldMk cId="587004670" sldId="2350"/>
            <ac:spMk id="12" creationId="{2A3557CE-F2BB-B428-3454-480418A28659}"/>
          </ac:spMkLst>
        </pc:spChg>
        <pc:spChg chg="add mod">
          <ac:chgData name="Jithendra HS" userId="fbed575dba93ca78" providerId="LiveId" clId="{9BB2775D-E9F6-4C37-91C8-74F5AF1E4C58}" dt="2025-05-01T16:14:27.785" v="7408" actId="1076"/>
          <ac:spMkLst>
            <pc:docMk/>
            <pc:sldMk cId="587004670" sldId="2350"/>
            <ac:spMk id="14" creationId="{47924D51-2AB8-F999-0B06-DD2530A0FBA1}"/>
          </ac:spMkLst>
        </pc:spChg>
        <pc:picChg chg="add del mod">
          <ac:chgData name="Jithendra HS" userId="fbed575dba93ca78" providerId="LiveId" clId="{9BB2775D-E9F6-4C37-91C8-74F5AF1E4C58}" dt="2025-05-01T02:36:12.357" v="5499" actId="478"/>
          <ac:picMkLst>
            <pc:docMk/>
            <pc:sldMk cId="587004670" sldId="2350"/>
            <ac:picMk id="5" creationId="{248BA586-4019-C4CC-6106-1BF94CA8EA44}"/>
          </ac:picMkLst>
        </pc:picChg>
        <pc:picChg chg="mod">
          <ac:chgData name="Jithendra HS" userId="fbed575dba93ca78" providerId="LiveId" clId="{9BB2775D-E9F6-4C37-91C8-74F5AF1E4C58}" dt="2025-05-01T02:30:22.118" v="5364" actId="1076"/>
          <ac:picMkLst>
            <pc:docMk/>
            <pc:sldMk cId="587004670" sldId="2350"/>
            <ac:picMk id="6" creationId="{CD2A2ABC-9DF4-28F4-EA0B-5D992BEC9815}"/>
          </ac:picMkLst>
        </pc:picChg>
        <pc:picChg chg="add del">
          <ac:chgData name="Jithendra HS" userId="fbed575dba93ca78" providerId="LiveId" clId="{9BB2775D-E9F6-4C37-91C8-74F5AF1E4C58}" dt="2025-05-01T02:37:17.859" v="5501" actId="478"/>
          <ac:picMkLst>
            <pc:docMk/>
            <pc:sldMk cId="587004670" sldId="2350"/>
            <ac:picMk id="12" creationId="{A7CADF14-027F-E1E3-33D5-D90DBD115E5A}"/>
          </ac:picMkLst>
        </pc:picChg>
        <pc:picChg chg="mod">
          <ac:chgData name="Jithendra HS" userId="fbed575dba93ca78" providerId="LiveId" clId="{9BB2775D-E9F6-4C37-91C8-74F5AF1E4C58}" dt="2025-05-01T02:45:39.296" v="5574" actId="1076"/>
          <ac:picMkLst>
            <pc:docMk/>
            <pc:sldMk cId="587004670" sldId="2350"/>
            <ac:picMk id="13" creationId="{8D6CD9B5-5A6F-91DE-F0B9-0F5863CC6C7F}"/>
          </ac:picMkLst>
        </pc:picChg>
        <pc:picChg chg="add mod">
          <ac:chgData name="Jithendra HS" userId="fbed575dba93ca78" providerId="LiveId" clId="{9BB2775D-E9F6-4C37-91C8-74F5AF1E4C58}" dt="2025-05-01T02:39:07.239" v="5553" actId="1440"/>
          <ac:picMkLst>
            <pc:docMk/>
            <pc:sldMk cId="587004670" sldId="2350"/>
            <ac:picMk id="15" creationId="{D5F09CF7-BA73-FFA7-1EDE-252E17980DA7}"/>
          </ac:picMkLst>
        </pc:picChg>
        <pc:picChg chg="add">
          <ac:chgData name="Jithendra HS" userId="fbed575dba93ca78" providerId="LiveId" clId="{9BB2775D-E9F6-4C37-91C8-74F5AF1E4C58}" dt="2025-05-01T16:09:55.489" v="7314"/>
          <ac:picMkLst>
            <pc:docMk/>
            <pc:sldMk cId="587004670" sldId="2350"/>
            <ac:picMk id="1026" creationId="{4301798E-770F-0326-0731-609EF3870DE4}"/>
          </ac:picMkLst>
        </pc:picChg>
        <pc:picChg chg="add">
          <ac:chgData name="Jithendra HS" userId="fbed575dba93ca78" providerId="LiveId" clId="{9BB2775D-E9F6-4C37-91C8-74F5AF1E4C58}" dt="2025-05-01T16:09:55.489" v="7314"/>
          <ac:picMkLst>
            <pc:docMk/>
            <pc:sldMk cId="587004670" sldId="2350"/>
            <ac:picMk id="1027" creationId="{AA7FE90B-B943-E60A-E0DB-7D77E333A161}"/>
          </ac:picMkLst>
        </pc:picChg>
      </pc:sldChg>
      <pc:sldChg chg="new del">
        <pc:chgData name="Jithendra HS" userId="fbed575dba93ca78" providerId="LiveId" clId="{9BB2775D-E9F6-4C37-91C8-74F5AF1E4C58}" dt="2025-04-24T04:48:11.865" v="918" actId="47"/>
        <pc:sldMkLst>
          <pc:docMk/>
          <pc:sldMk cId="667291544" sldId="2350"/>
        </pc:sldMkLst>
      </pc:sldChg>
      <pc:sldChg chg="addSp delSp modSp new del mod">
        <pc:chgData name="Jithendra HS" userId="fbed575dba93ca78" providerId="LiveId" clId="{9BB2775D-E9F6-4C37-91C8-74F5AF1E4C58}" dt="2025-05-01T04:47:14.221" v="6280" actId="47"/>
        <pc:sldMkLst>
          <pc:docMk/>
          <pc:sldMk cId="2108946974" sldId="2351"/>
        </pc:sldMkLst>
      </pc:sldChg>
      <pc:sldChg chg="addSp delSp modSp add mod ord">
        <pc:chgData name="Jithendra HS" userId="fbed575dba93ca78" providerId="LiveId" clId="{9BB2775D-E9F6-4C37-91C8-74F5AF1E4C58}" dt="2025-05-01T20:39:36.141" v="8081" actId="20577"/>
        <pc:sldMkLst>
          <pc:docMk/>
          <pc:sldMk cId="2134656838" sldId="2352"/>
        </pc:sldMkLst>
        <pc:spChg chg="mod">
          <ac:chgData name="Jithendra HS" userId="fbed575dba93ca78" providerId="LiveId" clId="{9BB2775D-E9F6-4C37-91C8-74F5AF1E4C58}" dt="2025-05-01T20:39:36.141" v="8081" actId="20577"/>
          <ac:spMkLst>
            <pc:docMk/>
            <pc:sldMk cId="2134656838" sldId="2352"/>
            <ac:spMk id="2" creationId="{C1CC6055-69FC-2DE6-456E-85E87A48E007}"/>
          </ac:spMkLst>
        </pc:spChg>
        <pc:spChg chg="add mod">
          <ac:chgData name="Jithendra HS" userId="fbed575dba93ca78" providerId="LiveId" clId="{9BB2775D-E9F6-4C37-91C8-74F5AF1E4C58}" dt="2025-05-01T16:11:52.514" v="7363" actId="1076"/>
          <ac:spMkLst>
            <pc:docMk/>
            <pc:sldMk cId="2134656838" sldId="2352"/>
            <ac:spMk id="3" creationId="{88E503D7-CE6C-A971-A026-CBE5A7C0A590}"/>
          </ac:spMkLst>
        </pc:spChg>
        <pc:spChg chg="add del mod">
          <ac:chgData name="Jithendra HS" userId="fbed575dba93ca78" providerId="LiveId" clId="{9BB2775D-E9F6-4C37-91C8-74F5AF1E4C58}" dt="2025-05-01T04:17:06.285" v="6082" actId="478"/>
          <ac:spMkLst>
            <pc:docMk/>
            <pc:sldMk cId="2134656838" sldId="2352"/>
            <ac:spMk id="3" creationId="{EC48A4F4-99E2-5DF0-F9EC-AF0D8A660A4A}"/>
          </ac:spMkLst>
        </pc:spChg>
        <pc:spChg chg="add mod">
          <ac:chgData name="Jithendra HS" userId="fbed575dba93ca78" providerId="LiveId" clId="{9BB2775D-E9F6-4C37-91C8-74F5AF1E4C58}" dt="2025-05-01T16:12:03.214" v="7382" actId="20577"/>
          <ac:spMkLst>
            <pc:docMk/>
            <pc:sldMk cId="2134656838" sldId="2352"/>
            <ac:spMk id="5" creationId="{94729C80-5887-DFCF-32F2-A9B0CD004877}"/>
          </ac:spMkLst>
        </pc:spChg>
        <pc:spChg chg="add mod">
          <ac:chgData name="Jithendra HS" userId="fbed575dba93ca78" providerId="LiveId" clId="{9BB2775D-E9F6-4C37-91C8-74F5AF1E4C58}" dt="2025-05-01T16:16:33.301" v="7420" actId="1076"/>
          <ac:spMkLst>
            <pc:docMk/>
            <pc:sldMk cId="2134656838" sldId="2352"/>
            <ac:spMk id="6" creationId="{4FB43073-B2F0-6B42-4011-5CB4B0F02F50}"/>
          </ac:spMkLst>
        </pc:spChg>
        <pc:spChg chg="add del mod">
          <ac:chgData name="Jithendra HS" userId="fbed575dba93ca78" providerId="LiveId" clId="{9BB2775D-E9F6-4C37-91C8-74F5AF1E4C58}" dt="2025-05-01T04:14:24.026" v="6063" actId="478"/>
          <ac:spMkLst>
            <pc:docMk/>
            <pc:sldMk cId="2134656838" sldId="2352"/>
            <ac:spMk id="7" creationId="{B2158596-7CD8-8F7B-3BC3-87CBC1627DEA}"/>
          </ac:spMkLst>
        </pc:spChg>
        <pc:spChg chg="add mod">
          <ac:chgData name="Jithendra HS" userId="fbed575dba93ca78" providerId="LiveId" clId="{9BB2775D-E9F6-4C37-91C8-74F5AF1E4C58}" dt="2025-05-01T16:17:25.924" v="7434" actId="1076"/>
          <ac:spMkLst>
            <pc:docMk/>
            <pc:sldMk cId="2134656838" sldId="2352"/>
            <ac:spMk id="7" creationId="{E2CE1009-6CAA-BE6E-EBAB-CE53EA17F1E4}"/>
          </ac:spMkLst>
        </pc:spChg>
        <pc:spChg chg="mod ord">
          <ac:chgData name="Jithendra HS" userId="fbed575dba93ca78" providerId="LiveId" clId="{9BB2775D-E9F6-4C37-91C8-74F5AF1E4C58}" dt="2025-05-01T13:28:57.731" v="7105" actId="1076"/>
          <ac:spMkLst>
            <pc:docMk/>
            <pc:sldMk cId="2134656838" sldId="2352"/>
            <ac:spMk id="11" creationId="{BC127892-AA6C-6AB1-3066-7AB0BDFEC493}"/>
          </ac:spMkLst>
        </pc:spChg>
        <pc:spChg chg="del mod">
          <ac:chgData name="Jithendra HS" userId="fbed575dba93ca78" providerId="LiveId" clId="{9BB2775D-E9F6-4C37-91C8-74F5AF1E4C58}" dt="2025-05-01T04:32:13.499" v="6171" actId="478"/>
          <ac:spMkLst>
            <pc:docMk/>
            <pc:sldMk cId="2134656838" sldId="2352"/>
            <ac:spMk id="12" creationId="{1FCD919D-212D-67F5-685B-D31CF13B0618}"/>
          </ac:spMkLst>
        </pc:spChg>
        <pc:spChg chg="add del mod">
          <ac:chgData name="Jithendra HS" userId="fbed575dba93ca78" providerId="LiveId" clId="{9BB2775D-E9F6-4C37-91C8-74F5AF1E4C58}" dt="2025-05-01T13:20:36.504" v="7047"/>
          <ac:spMkLst>
            <pc:docMk/>
            <pc:sldMk cId="2134656838" sldId="2352"/>
            <ac:spMk id="14" creationId="{A1B9AEDF-7FD1-FABB-6A36-2839D96BFD49}"/>
          </ac:spMkLst>
        </pc:spChg>
        <pc:spChg chg="del mod">
          <ac:chgData name="Jithendra HS" userId="fbed575dba93ca78" providerId="LiveId" clId="{9BB2775D-E9F6-4C37-91C8-74F5AF1E4C58}" dt="2025-05-01T04:32:10.735" v="6170" actId="478"/>
          <ac:spMkLst>
            <pc:docMk/>
            <pc:sldMk cId="2134656838" sldId="2352"/>
            <ac:spMk id="14" creationId="{D5401781-4B29-B765-27F0-E2CAF038559D}"/>
          </ac:spMkLst>
        </pc:spChg>
        <pc:spChg chg="mod ord">
          <ac:chgData name="Jithendra HS" userId="fbed575dba93ca78" providerId="LiveId" clId="{9BB2775D-E9F6-4C37-91C8-74F5AF1E4C58}" dt="2025-05-01T13:28:17.673" v="7098" actId="1076"/>
          <ac:spMkLst>
            <pc:docMk/>
            <pc:sldMk cId="2134656838" sldId="2352"/>
            <ac:spMk id="16" creationId="{CC1B8924-5DF1-46FA-DA1F-0C5D271E4D54}"/>
          </ac:spMkLst>
        </pc:spChg>
        <pc:spChg chg="mod ord">
          <ac:chgData name="Jithendra HS" userId="fbed575dba93ca78" providerId="LiveId" clId="{9BB2775D-E9F6-4C37-91C8-74F5AF1E4C58}" dt="2025-05-01T13:29:03.513" v="7107" actId="20577"/>
          <ac:spMkLst>
            <pc:docMk/>
            <pc:sldMk cId="2134656838" sldId="2352"/>
            <ac:spMk id="17" creationId="{18CEEBB5-8C26-B5FF-40E0-1C546A4D9D4A}"/>
          </ac:spMkLst>
        </pc:spChg>
        <pc:spChg chg="mod ord">
          <ac:chgData name="Jithendra HS" userId="fbed575dba93ca78" providerId="LiveId" clId="{9BB2775D-E9F6-4C37-91C8-74F5AF1E4C58}" dt="2025-05-01T13:28:07.383" v="7096" actId="1076"/>
          <ac:spMkLst>
            <pc:docMk/>
            <pc:sldMk cId="2134656838" sldId="2352"/>
            <ac:spMk id="18" creationId="{2E555914-D3E1-3F4B-81BD-3830740245CB}"/>
          </ac:spMkLst>
        </pc:spChg>
        <pc:spChg chg="add mod ord">
          <ac:chgData name="Jithendra HS" userId="fbed575dba93ca78" providerId="LiveId" clId="{9BB2775D-E9F6-4C37-91C8-74F5AF1E4C58}" dt="2025-05-01T13:27:50.466" v="7091" actId="1076"/>
          <ac:spMkLst>
            <pc:docMk/>
            <pc:sldMk cId="2134656838" sldId="2352"/>
            <ac:spMk id="19" creationId="{A53FDEF7-FB9D-00D3-017B-4B041956A7A1}"/>
          </ac:spMkLst>
        </pc:spChg>
        <pc:spChg chg="add mod">
          <ac:chgData name="Jithendra HS" userId="fbed575dba93ca78" providerId="LiveId" clId="{9BB2775D-E9F6-4C37-91C8-74F5AF1E4C58}" dt="2025-05-01T04:47:41.046" v="6283" actId="1076"/>
          <ac:spMkLst>
            <pc:docMk/>
            <pc:sldMk cId="2134656838" sldId="2352"/>
            <ac:spMk id="20" creationId="{5D390D23-D5E1-FDCB-1E63-49963082149E}"/>
          </ac:spMkLst>
        </pc:spChg>
        <pc:spChg chg="add mod ord">
          <ac:chgData name="Jithendra HS" userId="fbed575dba93ca78" providerId="LiveId" clId="{9BB2775D-E9F6-4C37-91C8-74F5AF1E4C58}" dt="2025-05-01T13:49:49.323" v="7209" actId="1076"/>
          <ac:spMkLst>
            <pc:docMk/>
            <pc:sldMk cId="2134656838" sldId="2352"/>
            <ac:spMk id="21" creationId="{37F05AB9-C0AD-1963-7DC3-D71B5A987590}"/>
          </ac:spMkLst>
        </pc:spChg>
        <pc:graphicFrameChg chg="add mod modGraphic">
          <ac:chgData name="Jithendra HS" userId="fbed575dba93ca78" providerId="LiveId" clId="{9BB2775D-E9F6-4C37-91C8-74F5AF1E4C58}" dt="2025-05-01T13:31:26.481" v="7133" actId="20577"/>
          <ac:graphicFrameMkLst>
            <pc:docMk/>
            <pc:sldMk cId="2134656838" sldId="2352"/>
            <ac:graphicFrameMk id="15" creationId="{1208EA83-933D-C2F0-C0B1-76983219ABB1}"/>
          </ac:graphicFrameMkLst>
        </pc:graphicFrameChg>
        <pc:picChg chg="add del mod">
          <ac:chgData name="Jithendra HS" userId="fbed575dba93ca78" providerId="LiveId" clId="{9BB2775D-E9F6-4C37-91C8-74F5AF1E4C58}" dt="2025-05-01T13:28:42.537" v="7099" actId="478"/>
          <ac:picMkLst>
            <pc:docMk/>
            <pc:sldMk cId="2134656838" sldId="2352"/>
            <ac:picMk id="5" creationId="{F0C05E03-8BC1-0232-6A24-9C91CD2F037B}"/>
          </ac:picMkLst>
        </pc:picChg>
        <pc:picChg chg="del mod">
          <ac:chgData name="Jithendra HS" userId="fbed575dba93ca78" providerId="LiveId" clId="{9BB2775D-E9F6-4C37-91C8-74F5AF1E4C58}" dt="2025-05-01T13:14:06.408" v="6972" actId="478"/>
          <ac:picMkLst>
            <pc:docMk/>
            <pc:sldMk cId="2134656838" sldId="2352"/>
            <ac:picMk id="6" creationId="{A28F0580-6795-05D4-BC2C-CAFFCAB42373}"/>
          </ac:picMkLst>
        </pc:picChg>
        <pc:picChg chg="add del mod">
          <ac:chgData name="Jithendra HS" userId="fbed575dba93ca78" providerId="LiveId" clId="{9BB2775D-E9F6-4C37-91C8-74F5AF1E4C58}" dt="2025-05-01T13:27:02.478" v="7081" actId="478"/>
          <ac:picMkLst>
            <pc:docMk/>
            <pc:sldMk cId="2134656838" sldId="2352"/>
            <ac:picMk id="8" creationId="{99C1AFE1-41A2-1672-3B1E-394DBAA34BB4}"/>
          </ac:picMkLst>
        </pc:picChg>
        <pc:picChg chg="del">
          <ac:chgData name="Jithendra HS" userId="fbed575dba93ca78" providerId="LiveId" clId="{9BB2775D-E9F6-4C37-91C8-74F5AF1E4C58}" dt="2025-05-01T04:14:08.617" v="6061" actId="478"/>
          <ac:picMkLst>
            <pc:docMk/>
            <pc:sldMk cId="2134656838" sldId="2352"/>
            <ac:picMk id="8" creationId="{D27E2744-AF33-E68F-3FAE-0A3F090916F5}"/>
          </ac:picMkLst>
        </pc:picChg>
        <pc:picChg chg="add del mod">
          <ac:chgData name="Jithendra HS" userId="fbed575dba93ca78" providerId="LiveId" clId="{9BB2775D-E9F6-4C37-91C8-74F5AF1E4C58}" dt="2025-05-01T04:14:50.761" v="6064" actId="478"/>
          <ac:picMkLst>
            <pc:docMk/>
            <pc:sldMk cId="2134656838" sldId="2352"/>
            <ac:picMk id="9" creationId="{2223AC0A-C278-0AD0-6A34-E474557AA509}"/>
          </ac:picMkLst>
        </pc:picChg>
        <pc:picChg chg="del mod">
          <ac:chgData name="Jithendra HS" userId="fbed575dba93ca78" providerId="LiveId" clId="{9BB2775D-E9F6-4C37-91C8-74F5AF1E4C58}" dt="2025-05-01T13:16:20.270" v="7011" actId="478"/>
          <ac:picMkLst>
            <pc:docMk/>
            <pc:sldMk cId="2134656838" sldId="2352"/>
            <ac:picMk id="10" creationId="{F5652632-AE07-F5F8-4F37-AB1343DBA98F}"/>
          </ac:picMkLst>
        </pc:picChg>
        <pc:picChg chg="add del mod">
          <ac:chgData name="Jithendra HS" userId="fbed575dba93ca78" providerId="LiveId" clId="{9BB2775D-E9F6-4C37-91C8-74F5AF1E4C58}" dt="2025-05-01T13:26:13.119" v="7070" actId="478"/>
          <ac:picMkLst>
            <pc:docMk/>
            <pc:sldMk cId="2134656838" sldId="2352"/>
            <ac:picMk id="12" creationId="{42152A39-52E4-C68E-5BA6-B9324D23C99B}"/>
          </ac:picMkLst>
        </pc:picChg>
        <pc:picChg chg="add mod">
          <ac:chgData name="Jithendra HS" userId="fbed575dba93ca78" providerId="LiveId" clId="{9BB2775D-E9F6-4C37-91C8-74F5AF1E4C58}" dt="2025-05-01T05:30:39.210" v="6286" actId="1076"/>
          <ac:picMkLst>
            <pc:docMk/>
            <pc:sldMk cId="2134656838" sldId="2352"/>
            <ac:picMk id="13" creationId="{E678F035-BAEF-F907-FD4E-57B2A5E3FBCD}"/>
          </ac:picMkLst>
        </pc:picChg>
        <pc:picChg chg="add mod">
          <ac:chgData name="Jithendra HS" userId="fbed575dba93ca78" providerId="LiveId" clId="{9BB2775D-E9F6-4C37-91C8-74F5AF1E4C58}" dt="2025-05-01T16:11:14.612" v="7359" actId="1076"/>
          <ac:picMkLst>
            <pc:docMk/>
            <pc:sldMk cId="2134656838" sldId="2352"/>
            <ac:picMk id="23" creationId="{5979F4EE-669E-A963-D29C-30D8C1996195}"/>
          </ac:picMkLst>
        </pc:picChg>
        <pc:picChg chg="add mod">
          <ac:chgData name="Jithendra HS" userId="fbed575dba93ca78" providerId="LiveId" clId="{9BB2775D-E9F6-4C37-91C8-74F5AF1E4C58}" dt="2025-05-01T13:27:35.018" v="7088" actId="1076"/>
          <ac:picMkLst>
            <pc:docMk/>
            <pc:sldMk cId="2134656838" sldId="2352"/>
            <ac:picMk id="25" creationId="{FB3CB139-CBC4-A038-A20A-72EEE205BC33}"/>
          </ac:picMkLst>
        </pc:picChg>
        <pc:picChg chg="add mod">
          <ac:chgData name="Jithendra HS" userId="fbed575dba93ca78" providerId="LiveId" clId="{9BB2775D-E9F6-4C37-91C8-74F5AF1E4C58}" dt="2025-05-01T13:28:48.922" v="7102" actId="1076"/>
          <ac:picMkLst>
            <pc:docMk/>
            <pc:sldMk cId="2134656838" sldId="2352"/>
            <ac:picMk id="27" creationId="{1016A445-2A48-ACA5-CD73-321040B02E0F}"/>
          </ac:picMkLst>
        </pc:picChg>
      </pc:sldChg>
      <pc:sldChg chg="addSp delSp modSp add mod ord">
        <pc:chgData name="Jithendra HS" userId="fbed575dba93ca78" providerId="LiveId" clId="{9BB2775D-E9F6-4C37-91C8-74F5AF1E4C58}" dt="2025-05-01T20:39:46.131" v="8096" actId="20577"/>
        <pc:sldMkLst>
          <pc:docMk/>
          <pc:sldMk cId="3646330515" sldId="2353"/>
        </pc:sldMkLst>
        <pc:spChg chg="mod">
          <ac:chgData name="Jithendra HS" userId="fbed575dba93ca78" providerId="LiveId" clId="{9BB2775D-E9F6-4C37-91C8-74F5AF1E4C58}" dt="2025-05-01T20:39:46.131" v="8096" actId="20577"/>
          <ac:spMkLst>
            <pc:docMk/>
            <pc:sldMk cId="3646330515" sldId="2353"/>
            <ac:spMk id="2" creationId="{68DE5D08-4209-EE45-0AF9-316180754DA1}"/>
          </ac:spMkLst>
        </pc:spChg>
        <pc:spChg chg="add mod">
          <ac:chgData name="Jithendra HS" userId="fbed575dba93ca78" providerId="LiveId" clId="{9BB2775D-E9F6-4C37-91C8-74F5AF1E4C58}" dt="2025-05-01T16:12:20.554" v="7384" actId="1076"/>
          <ac:spMkLst>
            <pc:docMk/>
            <pc:sldMk cId="3646330515" sldId="2353"/>
            <ac:spMk id="3" creationId="{1C6D1A3F-2E85-586D-D3F7-CC9B70EECD26}"/>
          </ac:spMkLst>
        </pc:spChg>
        <pc:spChg chg="add del mod">
          <ac:chgData name="Jithendra HS" userId="fbed575dba93ca78" providerId="LiveId" clId="{9BB2775D-E9F6-4C37-91C8-74F5AF1E4C58}" dt="2025-05-01T04:45:49.058" v="6250" actId="478"/>
          <ac:spMkLst>
            <pc:docMk/>
            <pc:sldMk cId="3646330515" sldId="2353"/>
            <ac:spMk id="5" creationId="{E80BAC67-32B7-67A8-6089-935BE71D6A32}"/>
          </ac:spMkLst>
        </pc:spChg>
        <pc:spChg chg="add mod ord">
          <ac:chgData name="Jithendra HS" userId="fbed575dba93ca78" providerId="LiveId" clId="{9BB2775D-E9F6-4C37-91C8-74F5AF1E4C58}" dt="2025-05-01T13:45:14.660" v="7171" actId="1076"/>
          <ac:spMkLst>
            <pc:docMk/>
            <pc:sldMk cId="3646330515" sldId="2353"/>
            <ac:spMk id="6" creationId="{10A8F903-DC4F-87A1-9FBA-E1CB5A5DCCDE}"/>
          </ac:spMkLst>
        </pc:spChg>
        <pc:spChg chg="add mod">
          <ac:chgData name="Jithendra HS" userId="fbed575dba93ca78" providerId="LiveId" clId="{9BB2775D-E9F6-4C37-91C8-74F5AF1E4C58}" dt="2025-05-01T16:12:37.508" v="7388" actId="1076"/>
          <ac:spMkLst>
            <pc:docMk/>
            <pc:sldMk cId="3646330515" sldId="2353"/>
            <ac:spMk id="7" creationId="{7CD969F5-E7AA-DE77-B3D5-EAC6BD292635}"/>
          </ac:spMkLst>
        </pc:spChg>
        <pc:spChg chg="add mod">
          <ac:chgData name="Jithendra HS" userId="fbed575dba93ca78" providerId="LiveId" clId="{9BB2775D-E9F6-4C37-91C8-74F5AF1E4C58}" dt="2025-05-01T16:16:38.238" v="7422" actId="1076"/>
          <ac:spMkLst>
            <pc:docMk/>
            <pc:sldMk cId="3646330515" sldId="2353"/>
            <ac:spMk id="9" creationId="{8264C7C8-4448-F2F2-9E99-40232DFB02FE}"/>
          </ac:spMkLst>
        </pc:spChg>
        <pc:spChg chg="add mod">
          <ac:chgData name="Jithendra HS" userId="fbed575dba93ca78" providerId="LiveId" clId="{9BB2775D-E9F6-4C37-91C8-74F5AF1E4C58}" dt="2025-05-01T16:17:03.492" v="7428" actId="1076"/>
          <ac:spMkLst>
            <pc:docMk/>
            <pc:sldMk cId="3646330515" sldId="2353"/>
            <ac:spMk id="12" creationId="{A182B371-854F-99AF-3344-C0AD3F5F0151}"/>
          </ac:spMkLst>
        </pc:spChg>
        <pc:spChg chg="mod ord">
          <ac:chgData name="Jithendra HS" userId="fbed575dba93ca78" providerId="LiveId" clId="{9BB2775D-E9F6-4C37-91C8-74F5AF1E4C58}" dt="2025-05-01T13:44:58.410" v="7168" actId="20577"/>
          <ac:spMkLst>
            <pc:docMk/>
            <pc:sldMk cId="3646330515" sldId="2353"/>
            <ac:spMk id="14" creationId="{FA9C631F-B6A6-D174-E0E3-4AA142A06855}"/>
          </ac:spMkLst>
        </pc:spChg>
        <pc:spChg chg="mod ord">
          <ac:chgData name="Jithendra HS" userId="fbed575dba93ca78" providerId="LiveId" clId="{9BB2775D-E9F6-4C37-91C8-74F5AF1E4C58}" dt="2025-05-01T13:56:07.252" v="7258" actId="1076"/>
          <ac:spMkLst>
            <pc:docMk/>
            <pc:sldMk cId="3646330515" sldId="2353"/>
            <ac:spMk id="15" creationId="{A122FF74-B47F-E2AD-65B5-51F21164B6DF}"/>
          </ac:spMkLst>
        </pc:spChg>
        <pc:spChg chg="mod ord">
          <ac:chgData name="Jithendra HS" userId="fbed575dba93ca78" providerId="LiveId" clId="{9BB2775D-E9F6-4C37-91C8-74F5AF1E4C58}" dt="2025-05-01T13:56:06.265" v="7256" actId="1076"/>
          <ac:spMkLst>
            <pc:docMk/>
            <pc:sldMk cId="3646330515" sldId="2353"/>
            <ac:spMk id="17" creationId="{DD334744-E001-BFB5-CD19-20C099ECFA41}"/>
          </ac:spMkLst>
        </pc:spChg>
        <pc:spChg chg="add del mod">
          <ac:chgData name="Jithendra HS" userId="fbed575dba93ca78" providerId="LiveId" clId="{9BB2775D-E9F6-4C37-91C8-74F5AF1E4C58}" dt="2025-05-01T05:41:47.808" v="6320" actId="478"/>
          <ac:spMkLst>
            <pc:docMk/>
            <pc:sldMk cId="3646330515" sldId="2353"/>
            <ac:spMk id="18" creationId="{7A72CE64-9D1A-2292-8D59-012FFE3C5482}"/>
          </ac:spMkLst>
        </pc:spChg>
        <pc:spChg chg="add mod ord">
          <ac:chgData name="Jithendra HS" userId="fbed575dba93ca78" providerId="LiveId" clId="{9BB2775D-E9F6-4C37-91C8-74F5AF1E4C58}" dt="2025-05-01T13:56:06.811" v="7257" actId="1076"/>
          <ac:spMkLst>
            <pc:docMk/>
            <pc:sldMk cId="3646330515" sldId="2353"/>
            <ac:spMk id="19" creationId="{3237237B-5F5A-22E7-92BD-E6264459F942}"/>
          </ac:spMkLst>
        </pc:spChg>
        <pc:spChg chg="add mod ord">
          <ac:chgData name="Jithendra HS" userId="fbed575dba93ca78" providerId="LiveId" clId="{9BB2775D-E9F6-4C37-91C8-74F5AF1E4C58}" dt="2025-05-01T13:56:07.740" v="7259" actId="1076"/>
          <ac:spMkLst>
            <pc:docMk/>
            <pc:sldMk cId="3646330515" sldId="2353"/>
            <ac:spMk id="20" creationId="{41673672-A004-B390-DFE4-82D95E8FDFB1}"/>
          </ac:spMkLst>
        </pc:spChg>
        <pc:spChg chg="add mod">
          <ac:chgData name="Jithendra HS" userId="fbed575dba93ca78" providerId="LiveId" clId="{9BB2775D-E9F6-4C37-91C8-74F5AF1E4C58}" dt="2025-05-01T13:50:00.991" v="7211" actId="1076"/>
          <ac:spMkLst>
            <pc:docMk/>
            <pc:sldMk cId="3646330515" sldId="2353"/>
            <ac:spMk id="21" creationId="{11344C7E-C312-328F-ECC6-D75C73B463E9}"/>
          </ac:spMkLst>
        </pc:spChg>
        <pc:spChg chg="del">
          <ac:chgData name="Jithendra HS" userId="fbed575dba93ca78" providerId="LiveId" clId="{9BB2775D-E9F6-4C37-91C8-74F5AF1E4C58}" dt="2025-05-01T04:45:38.897" v="6247" actId="478"/>
          <ac:spMkLst>
            <pc:docMk/>
            <pc:sldMk cId="3646330515" sldId="2353"/>
            <ac:spMk id="22" creationId="{1FB96C28-BE97-D59D-D92A-1CB86FB92D6E}"/>
          </ac:spMkLst>
        </pc:spChg>
        <pc:spChg chg="del mod">
          <ac:chgData name="Jithendra HS" userId="fbed575dba93ca78" providerId="LiveId" clId="{9BB2775D-E9F6-4C37-91C8-74F5AF1E4C58}" dt="2025-05-01T04:46:08.861" v="6263" actId="478"/>
          <ac:spMkLst>
            <pc:docMk/>
            <pc:sldMk cId="3646330515" sldId="2353"/>
            <ac:spMk id="23" creationId="{0B8D27BE-371E-E7EF-DF1F-D7A3241DEF45}"/>
          </ac:spMkLst>
        </pc:spChg>
        <pc:spChg chg="mod ord">
          <ac:chgData name="Jithendra HS" userId="fbed575dba93ca78" providerId="LiveId" clId="{9BB2775D-E9F6-4C37-91C8-74F5AF1E4C58}" dt="2025-05-01T13:43:06.642" v="7141" actId="14100"/>
          <ac:spMkLst>
            <pc:docMk/>
            <pc:sldMk cId="3646330515" sldId="2353"/>
            <ac:spMk id="27" creationId="{F25860C4-698F-2949-BEB1-0D3FCB517505}"/>
          </ac:spMkLst>
        </pc:spChg>
        <pc:graphicFrameChg chg="add mod modGraphic">
          <ac:chgData name="Jithendra HS" userId="fbed575dba93ca78" providerId="LiveId" clId="{9BB2775D-E9F6-4C37-91C8-74F5AF1E4C58}" dt="2025-05-01T13:52:20.704" v="7219" actId="20577"/>
          <ac:graphicFrameMkLst>
            <pc:docMk/>
            <pc:sldMk cId="3646330515" sldId="2353"/>
            <ac:graphicFrameMk id="11" creationId="{07B6FCA6-D75F-6892-916F-DC0E84041363}"/>
          </ac:graphicFrameMkLst>
        </pc:graphicFrameChg>
        <pc:picChg chg="add mod">
          <ac:chgData name="Jithendra HS" userId="fbed575dba93ca78" providerId="LiveId" clId="{9BB2775D-E9F6-4C37-91C8-74F5AF1E4C58}" dt="2025-05-01T13:42:53.974" v="7137" actId="1076"/>
          <ac:picMkLst>
            <pc:docMk/>
            <pc:sldMk cId="3646330515" sldId="2353"/>
            <ac:picMk id="5" creationId="{270D37C4-B43D-657B-94D9-5507F6329F34}"/>
          </ac:picMkLst>
        </pc:picChg>
        <pc:picChg chg="del mod">
          <ac:chgData name="Jithendra HS" userId="fbed575dba93ca78" providerId="LiveId" clId="{9BB2775D-E9F6-4C37-91C8-74F5AF1E4C58}" dt="2025-05-01T13:42:46.587" v="7134" actId="478"/>
          <ac:picMkLst>
            <pc:docMk/>
            <pc:sldMk cId="3646330515" sldId="2353"/>
            <ac:picMk id="7" creationId="{24BFD2D6-EB74-A06B-ED13-2F4E1E19682B}"/>
          </ac:picMkLst>
        </pc:picChg>
        <pc:picChg chg="add mod">
          <ac:chgData name="Jithendra HS" userId="fbed575dba93ca78" providerId="LiveId" clId="{9BB2775D-E9F6-4C37-91C8-74F5AF1E4C58}" dt="2025-05-01T04:44:14.839" v="6234" actId="1440"/>
          <ac:picMkLst>
            <pc:docMk/>
            <pc:sldMk cId="3646330515" sldId="2353"/>
            <ac:picMk id="8" creationId="{3BC84E2F-9B14-2E12-9D43-5C17CD27943E}"/>
          </ac:picMkLst>
        </pc:picChg>
        <pc:picChg chg="del">
          <ac:chgData name="Jithendra HS" userId="fbed575dba93ca78" providerId="LiveId" clId="{9BB2775D-E9F6-4C37-91C8-74F5AF1E4C58}" dt="2025-05-01T04:43:34.496" v="6225" actId="478"/>
          <ac:picMkLst>
            <pc:docMk/>
            <pc:sldMk cId="3646330515" sldId="2353"/>
            <ac:picMk id="9" creationId="{71898091-314F-0741-748E-A6FB5DAA755A}"/>
          </ac:picMkLst>
        </pc:picChg>
        <pc:picChg chg="add mod">
          <ac:chgData name="Jithendra HS" userId="fbed575dba93ca78" providerId="LiveId" clId="{9BB2775D-E9F6-4C37-91C8-74F5AF1E4C58}" dt="2025-05-01T13:55:24.095" v="7250" actId="1076"/>
          <ac:picMkLst>
            <pc:docMk/>
            <pc:sldMk cId="3646330515" sldId="2353"/>
            <ac:picMk id="10" creationId="{010905C9-CD32-D7CC-4EDC-35AEBBEBAD2A}"/>
          </ac:picMkLst>
        </pc:picChg>
        <pc:picChg chg="add del mod">
          <ac:chgData name="Jithendra HS" userId="fbed575dba93ca78" providerId="LiveId" clId="{9BB2775D-E9F6-4C37-91C8-74F5AF1E4C58}" dt="2025-05-01T04:43:32.696" v="6224" actId="478"/>
          <ac:picMkLst>
            <pc:docMk/>
            <pc:sldMk cId="3646330515" sldId="2353"/>
            <ac:picMk id="10" creationId="{2A32D7DB-38F2-763E-93F3-8F63D6206066}"/>
          </ac:picMkLst>
        </pc:picChg>
        <pc:picChg chg="add mod ord">
          <ac:chgData name="Jithendra HS" userId="fbed575dba93ca78" providerId="LiveId" clId="{9BB2775D-E9F6-4C37-91C8-74F5AF1E4C58}" dt="2025-05-01T13:56:08.189" v="7260" actId="1076"/>
          <ac:picMkLst>
            <pc:docMk/>
            <pc:sldMk cId="3646330515" sldId="2353"/>
            <ac:picMk id="13" creationId="{9D4BCD52-7DF7-C158-327C-F799F60FF832}"/>
          </ac:picMkLst>
        </pc:picChg>
        <pc:picChg chg="del mod">
          <ac:chgData name="Jithendra HS" userId="fbed575dba93ca78" providerId="LiveId" clId="{9BB2775D-E9F6-4C37-91C8-74F5AF1E4C58}" dt="2025-05-01T13:44:32.702" v="7157" actId="478"/>
          <ac:picMkLst>
            <pc:docMk/>
            <pc:sldMk cId="3646330515" sldId="2353"/>
            <ac:picMk id="16" creationId="{C412426A-F46F-D4A0-2D8C-2D84908455C6}"/>
          </ac:picMkLst>
        </pc:picChg>
        <pc:picChg chg="add mod ord">
          <ac:chgData name="Jithendra HS" userId="fbed575dba93ca78" providerId="LiveId" clId="{9BB2775D-E9F6-4C37-91C8-74F5AF1E4C58}" dt="2025-05-01T13:48:55.690" v="7204" actId="14100"/>
          <ac:picMkLst>
            <pc:docMk/>
            <pc:sldMk cId="3646330515" sldId="2353"/>
            <ac:picMk id="18" creationId="{65587E9B-6EFD-6B24-883A-81158F749908}"/>
          </ac:picMkLst>
        </pc:picChg>
      </pc:sldChg>
      <pc:sldChg chg="addSp delSp modSp new del mod">
        <pc:chgData name="Jithendra HS" userId="fbed575dba93ca78" providerId="LiveId" clId="{9BB2775D-E9F6-4C37-91C8-74F5AF1E4C58}" dt="2025-05-01T04:47:21.227" v="6281" actId="47"/>
        <pc:sldMkLst>
          <pc:docMk/>
          <pc:sldMk cId="3789914421" sldId="2354"/>
        </pc:sldMkLst>
      </pc:sldChg>
      <pc:sldChg chg="addSp delSp modSp new del mod">
        <pc:chgData name="Jithendra HS" userId="fbed575dba93ca78" providerId="LiveId" clId="{9BB2775D-E9F6-4C37-91C8-74F5AF1E4C58}" dt="2025-05-01T20:45:29.238" v="8514" actId="2696"/>
        <pc:sldMkLst>
          <pc:docMk/>
          <pc:sldMk cId="1319682998" sldId="2355"/>
        </pc:sldMkLst>
        <pc:spChg chg="mod">
          <ac:chgData name="Jithendra HS" userId="fbed575dba93ca78" providerId="LiveId" clId="{9BB2775D-E9F6-4C37-91C8-74F5AF1E4C58}" dt="2025-05-01T20:41:10.953" v="8129" actId="20577"/>
          <ac:spMkLst>
            <pc:docMk/>
            <pc:sldMk cId="1319682998" sldId="2355"/>
            <ac:spMk id="2" creationId="{DF14E8AB-A51C-1F24-98C6-DC62F41AB877}"/>
          </ac:spMkLst>
        </pc:spChg>
        <pc:spChg chg="add mod">
          <ac:chgData name="Jithendra HS" userId="fbed575dba93ca78" providerId="LiveId" clId="{9BB2775D-E9F6-4C37-91C8-74F5AF1E4C58}" dt="2025-05-01T20:45:15.455" v="8513" actId="20577"/>
          <ac:spMkLst>
            <pc:docMk/>
            <pc:sldMk cId="1319682998" sldId="2355"/>
            <ac:spMk id="3" creationId="{0F1C5119-7340-D6C5-4516-15FE7BFB4BBC}"/>
          </ac:spMkLst>
        </pc:spChg>
      </pc:sldChg>
      <pc:sldChg chg="modSp add mod">
        <pc:chgData name="Jithendra HS" userId="fbed575dba93ca78" providerId="LiveId" clId="{9BB2775D-E9F6-4C37-91C8-74F5AF1E4C58}" dt="2025-05-01T20:47:40.435" v="8546" actId="20577"/>
        <pc:sldMkLst>
          <pc:docMk/>
          <pc:sldMk cId="3901391049" sldId="2355"/>
        </pc:sldMkLst>
        <pc:spChg chg="mod">
          <ac:chgData name="Jithendra HS" userId="fbed575dba93ca78" providerId="LiveId" clId="{9BB2775D-E9F6-4C37-91C8-74F5AF1E4C58}" dt="2025-05-01T20:47:40.435" v="8546" actId="20577"/>
          <ac:spMkLst>
            <pc:docMk/>
            <pc:sldMk cId="3901391049" sldId="2355"/>
            <ac:spMk id="3" creationId="{0F1C5119-7340-D6C5-4516-15FE7BFB4BBC}"/>
          </ac:spMkLst>
        </pc:spChg>
      </pc:sldChg>
      <pc:sldChg chg="addSp delSp new del mod">
        <pc:chgData name="Jithendra HS" userId="fbed575dba93ca78" providerId="LiveId" clId="{9BB2775D-E9F6-4C37-91C8-74F5AF1E4C58}" dt="2025-04-24T18:23:25.173" v="3783" actId="47"/>
        <pc:sldMkLst>
          <pc:docMk/>
          <pc:sldMk cId="3609185593" sldId="2356"/>
        </pc:sldMkLst>
      </pc:sldChg>
      <pc:sldChg chg="addSp delSp modSp add mod">
        <pc:chgData name="Jithendra HS" userId="fbed575dba93ca78" providerId="LiveId" clId="{9BB2775D-E9F6-4C37-91C8-74F5AF1E4C58}" dt="2025-05-01T06:07:50.716" v="6406" actId="478"/>
        <pc:sldMkLst>
          <pc:docMk/>
          <pc:sldMk cId="3429488861" sldId="2357"/>
        </pc:sldMkLst>
        <pc:spChg chg="add mod">
          <ac:chgData name="Jithendra HS" userId="fbed575dba93ca78" providerId="LiveId" clId="{9BB2775D-E9F6-4C37-91C8-74F5AF1E4C58}" dt="2025-04-24T18:24:10.284" v="3834" actId="1076"/>
          <ac:spMkLst>
            <pc:docMk/>
            <pc:sldMk cId="3429488861" sldId="2357"/>
            <ac:spMk id="3" creationId="{61790DD7-6F4D-D4AE-85D4-CDE0A91E61CC}"/>
          </ac:spMkLst>
        </pc:spChg>
        <pc:spChg chg="mod">
          <ac:chgData name="Jithendra HS" userId="fbed575dba93ca78" providerId="LiveId" clId="{9BB2775D-E9F6-4C37-91C8-74F5AF1E4C58}" dt="2025-04-24T19:30:28.177" v="3937" actId="1076"/>
          <ac:spMkLst>
            <pc:docMk/>
            <pc:sldMk cId="3429488861" sldId="2357"/>
            <ac:spMk id="7" creationId="{873E56A2-3743-AFA3-D792-8E2DDE520684}"/>
          </ac:spMkLst>
        </pc:spChg>
        <pc:spChg chg="del mod">
          <ac:chgData name="Jithendra HS" userId="fbed575dba93ca78" providerId="LiveId" clId="{9BB2775D-E9F6-4C37-91C8-74F5AF1E4C58}" dt="2025-05-01T06:07:50.716" v="6406" actId="478"/>
          <ac:spMkLst>
            <pc:docMk/>
            <pc:sldMk cId="3429488861" sldId="2357"/>
            <ac:spMk id="8" creationId="{F3E0C780-4730-6ED5-0036-2E079560BA3E}"/>
          </ac:spMkLst>
        </pc:spChg>
        <pc:picChg chg="mod">
          <ac:chgData name="Jithendra HS" userId="fbed575dba93ca78" providerId="LiveId" clId="{9BB2775D-E9F6-4C37-91C8-74F5AF1E4C58}" dt="2025-04-24T19:30:22.120" v="3936" actId="1076"/>
          <ac:picMkLst>
            <pc:docMk/>
            <pc:sldMk cId="3429488861" sldId="2357"/>
            <ac:picMk id="6" creationId="{359CF3E7-F1CA-A580-0E97-25ED3AB2B355}"/>
          </ac:picMkLst>
        </pc:picChg>
        <pc:picChg chg="add mod">
          <ac:chgData name="Jithendra HS" userId="fbed575dba93ca78" providerId="LiveId" clId="{9BB2775D-E9F6-4C37-91C8-74F5AF1E4C58}" dt="2025-04-24T19:30:17.217" v="3935" actId="14100"/>
          <ac:picMkLst>
            <pc:docMk/>
            <pc:sldMk cId="3429488861" sldId="2357"/>
            <ac:picMk id="10" creationId="{AB57F514-B1FD-7F87-92E1-B3D026FF9CC3}"/>
          </ac:picMkLst>
        </pc:picChg>
      </pc:sldChg>
      <pc:sldChg chg="addSp delSp modSp new del mod ord">
        <pc:chgData name="Jithendra HS" userId="fbed575dba93ca78" providerId="LiveId" clId="{9BB2775D-E9F6-4C37-91C8-74F5AF1E4C58}" dt="2025-04-24T18:23:22.378" v="3782" actId="2696"/>
        <pc:sldMkLst>
          <pc:docMk/>
          <pc:sldMk cId="3795322261" sldId="2357"/>
        </pc:sldMkLst>
      </pc:sldChg>
      <pc:sldChg chg="addSp delSp modSp new mod">
        <pc:chgData name="Jithendra HS" userId="fbed575dba93ca78" providerId="LiveId" clId="{9BB2775D-E9F6-4C37-91C8-74F5AF1E4C58}" dt="2025-05-01T02:16:32.476" v="5064" actId="1076"/>
        <pc:sldMkLst>
          <pc:docMk/>
          <pc:sldMk cId="2127014078" sldId="2358"/>
        </pc:sldMkLst>
        <pc:spChg chg="mod">
          <ac:chgData name="Jithendra HS" userId="fbed575dba93ca78" providerId="LiveId" clId="{9BB2775D-E9F6-4C37-91C8-74F5AF1E4C58}" dt="2025-04-30T23:10:41.219" v="4800" actId="20577"/>
          <ac:spMkLst>
            <pc:docMk/>
            <pc:sldMk cId="2127014078" sldId="2358"/>
            <ac:spMk id="2" creationId="{AFD500F4-72A9-ADA0-C562-79ADCEBD0C58}"/>
          </ac:spMkLst>
        </pc:spChg>
        <pc:spChg chg="add mod ord">
          <ac:chgData name="Jithendra HS" userId="fbed575dba93ca78" providerId="LiveId" clId="{9BB2775D-E9F6-4C37-91C8-74F5AF1E4C58}" dt="2025-04-30T23:12:50.885" v="4816" actId="20577"/>
          <ac:spMkLst>
            <pc:docMk/>
            <pc:sldMk cId="2127014078" sldId="2358"/>
            <ac:spMk id="3" creationId="{69E1D5EC-7764-958F-35E9-95B488E2F341}"/>
          </ac:spMkLst>
        </pc:spChg>
        <pc:spChg chg="del">
          <ac:chgData name="Jithendra HS" userId="fbed575dba93ca78" providerId="LiveId" clId="{9BB2775D-E9F6-4C37-91C8-74F5AF1E4C58}" dt="2025-04-30T00:10:39.602" v="4563" actId="478"/>
          <ac:spMkLst>
            <pc:docMk/>
            <pc:sldMk cId="2127014078" sldId="2358"/>
            <ac:spMk id="3" creationId="{E3DEFD8C-99B8-6EFE-9B69-BA62B606E24F}"/>
          </ac:spMkLst>
        </pc:spChg>
        <pc:spChg chg="add mod">
          <ac:chgData name="Jithendra HS" userId="fbed575dba93ca78" providerId="LiveId" clId="{9BB2775D-E9F6-4C37-91C8-74F5AF1E4C58}" dt="2025-04-30T23:16:20.126" v="4823" actId="1076"/>
          <ac:spMkLst>
            <pc:docMk/>
            <pc:sldMk cId="2127014078" sldId="2358"/>
            <ac:spMk id="5" creationId="{372CFB40-8D82-1DBE-7675-C7B622CFA2DE}"/>
          </ac:spMkLst>
        </pc:spChg>
        <pc:spChg chg="add del mod">
          <ac:chgData name="Jithendra HS" userId="fbed575dba93ca78" providerId="LiveId" clId="{9BB2775D-E9F6-4C37-91C8-74F5AF1E4C58}" dt="2025-04-30T22:56:42.681" v="4618" actId="478"/>
          <ac:spMkLst>
            <pc:docMk/>
            <pc:sldMk cId="2127014078" sldId="2358"/>
            <ac:spMk id="7" creationId="{060B8F2E-8A43-FD9F-39A9-B2D7B2AB8E9B}"/>
          </ac:spMkLst>
        </pc:spChg>
        <pc:spChg chg="add del">
          <ac:chgData name="Jithendra HS" userId="fbed575dba93ca78" providerId="LiveId" clId="{9BB2775D-E9F6-4C37-91C8-74F5AF1E4C58}" dt="2025-04-30T22:58:10.480" v="4629" actId="478"/>
          <ac:spMkLst>
            <pc:docMk/>
            <pc:sldMk cId="2127014078" sldId="2358"/>
            <ac:spMk id="9" creationId="{A183FFE0-97B7-B0F6-3EA8-26FF22472C4A}"/>
          </ac:spMkLst>
        </pc:spChg>
        <pc:spChg chg="add mod">
          <ac:chgData name="Jithendra HS" userId="fbed575dba93ca78" providerId="LiveId" clId="{9BB2775D-E9F6-4C37-91C8-74F5AF1E4C58}" dt="2025-05-01T02:16:28.514" v="5063" actId="1076"/>
          <ac:spMkLst>
            <pc:docMk/>
            <pc:sldMk cId="2127014078" sldId="2358"/>
            <ac:spMk id="11" creationId="{AE3124C2-DFBA-AC0F-D354-9FEACC2A15DC}"/>
          </ac:spMkLst>
        </pc:spChg>
        <pc:spChg chg="add mod">
          <ac:chgData name="Jithendra HS" userId="fbed575dba93ca78" providerId="LiveId" clId="{9BB2775D-E9F6-4C37-91C8-74F5AF1E4C58}" dt="2025-05-01T02:16:32.476" v="5064" actId="1076"/>
          <ac:spMkLst>
            <pc:docMk/>
            <pc:sldMk cId="2127014078" sldId="2358"/>
            <ac:spMk id="12" creationId="{89EE5468-3E10-F9E8-069C-BD80D0F372A8}"/>
          </ac:spMkLst>
        </pc:spChg>
        <pc:spChg chg="add mod">
          <ac:chgData name="Jithendra HS" userId="fbed575dba93ca78" providerId="LiveId" clId="{9BB2775D-E9F6-4C37-91C8-74F5AF1E4C58}" dt="2025-04-30T23:00:50.801" v="4653" actId="1076"/>
          <ac:spMkLst>
            <pc:docMk/>
            <pc:sldMk cId="2127014078" sldId="2358"/>
            <ac:spMk id="13" creationId="{6043CAF7-4B5F-E2E1-7570-EC7D4513E7F4}"/>
          </ac:spMkLst>
        </pc:spChg>
        <pc:spChg chg="add mod">
          <ac:chgData name="Jithendra HS" userId="fbed575dba93ca78" providerId="LiveId" clId="{9BB2775D-E9F6-4C37-91C8-74F5AF1E4C58}" dt="2025-04-30T23:17:02.547" v="4827" actId="20577"/>
          <ac:spMkLst>
            <pc:docMk/>
            <pc:sldMk cId="2127014078" sldId="2358"/>
            <ac:spMk id="14" creationId="{B8B44EA3-E39F-597C-1A95-E46C436F54A4}"/>
          </ac:spMkLst>
        </pc:spChg>
        <pc:spChg chg="add mod">
          <ac:chgData name="Jithendra HS" userId="fbed575dba93ca78" providerId="LiveId" clId="{9BB2775D-E9F6-4C37-91C8-74F5AF1E4C58}" dt="2025-04-30T23:13:01.032" v="4817" actId="1076"/>
          <ac:spMkLst>
            <pc:docMk/>
            <pc:sldMk cId="2127014078" sldId="2358"/>
            <ac:spMk id="15" creationId="{E55A7F98-6EC5-4692-4004-E92616A1E178}"/>
          </ac:spMkLst>
        </pc:spChg>
        <pc:spChg chg="add mod">
          <ac:chgData name="Jithendra HS" userId="fbed575dba93ca78" providerId="LiveId" clId="{9BB2775D-E9F6-4C37-91C8-74F5AF1E4C58}" dt="2025-05-01T02:01:47.426" v="5016" actId="20577"/>
          <ac:spMkLst>
            <pc:docMk/>
            <pc:sldMk cId="2127014078" sldId="2358"/>
            <ac:spMk id="16" creationId="{FC7A7AC7-86A5-6E77-99F7-E35FABBBFC18}"/>
          </ac:spMkLst>
        </pc:spChg>
        <pc:picChg chg="add del mod">
          <ac:chgData name="Jithendra HS" userId="fbed575dba93ca78" providerId="LiveId" clId="{9BB2775D-E9F6-4C37-91C8-74F5AF1E4C58}" dt="2025-04-30T23:12:02.435" v="4801" actId="478"/>
          <ac:picMkLst>
            <pc:docMk/>
            <pc:sldMk cId="2127014078" sldId="2358"/>
            <ac:picMk id="6" creationId="{0AD051C1-3D04-0F9A-7F3B-296FA3E2A022}"/>
          </ac:picMkLst>
        </pc:picChg>
        <pc:picChg chg="add mod">
          <ac:chgData name="Jithendra HS" userId="fbed575dba93ca78" providerId="LiveId" clId="{9BB2775D-E9F6-4C37-91C8-74F5AF1E4C58}" dt="2025-04-30T23:13:54.434" v="4821" actId="1076"/>
          <ac:picMkLst>
            <pc:docMk/>
            <pc:sldMk cId="2127014078" sldId="2358"/>
            <ac:picMk id="10" creationId="{B3ABD66A-CCBB-7204-30F8-37B551BDF1E2}"/>
          </ac:picMkLst>
        </pc:picChg>
        <pc:picChg chg="add mod">
          <ac:chgData name="Jithendra HS" userId="fbed575dba93ca78" providerId="LiveId" clId="{9BB2775D-E9F6-4C37-91C8-74F5AF1E4C58}" dt="2025-04-30T23:15:41.764" v="4822" actId="14861"/>
          <ac:picMkLst>
            <pc:docMk/>
            <pc:sldMk cId="2127014078" sldId="2358"/>
            <ac:picMk id="18" creationId="{F989562F-168C-9827-BB23-2030C19828B4}"/>
          </ac:picMkLst>
        </pc:picChg>
        <pc:picChg chg="add mod">
          <ac:chgData name="Jithendra HS" userId="fbed575dba93ca78" providerId="LiveId" clId="{9BB2775D-E9F6-4C37-91C8-74F5AF1E4C58}" dt="2025-05-01T02:02:49.721" v="5022" actId="1076"/>
          <ac:picMkLst>
            <pc:docMk/>
            <pc:sldMk cId="2127014078" sldId="2358"/>
            <ac:picMk id="20" creationId="{3366780C-050B-DACC-0A2B-EF3DB9CD5A56}"/>
          </ac:picMkLst>
        </pc:picChg>
      </pc:sldChg>
      <pc:sldChg chg="addSp delSp modSp new mod">
        <pc:chgData name="Jithendra HS" userId="fbed575dba93ca78" providerId="LiveId" clId="{9BB2775D-E9F6-4C37-91C8-74F5AF1E4C58}" dt="2025-05-01T16:06:19.914" v="7285" actId="20577"/>
        <pc:sldMkLst>
          <pc:docMk/>
          <pc:sldMk cId="2098249522" sldId="2359"/>
        </pc:sldMkLst>
        <pc:spChg chg="mod">
          <ac:chgData name="Jithendra HS" userId="fbed575dba93ca78" providerId="LiveId" clId="{9BB2775D-E9F6-4C37-91C8-74F5AF1E4C58}" dt="2025-05-01T16:06:19.914" v="7285" actId="20577"/>
          <ac:spMkLst>
            <pc:docMk/>
            <pc:sldMk cId="2098249522" sldId="2359"/>
            <ac:spMk id="2" creationId="{7C549D1F-F13D-317C-D192-0E57EB66E59D}"/>
          </ac:spMkLst>
        </pc:spChg>
        <pc:spChg chg="del">
          <ac:chgData name="Jithendra HS" userId="fbed575dba93ca78" providerId="LiveId" clId="{9BB2775D-E9F6-4C37-91C8-74F5AF1E4C58}" dt="2025-04-30T23:17:55.879" v="4852" actId="478"/>
          <ac:spMkLst>
            <pc:docMk/>
            <pc:sldMk cId="2098249522" sldId="2359"/>
            <ac:spMk id="3" creationId="{11954F2D-EB0E-BF35-33DB-9DFA0A7622A7}"/>
          </ac:spMkLst>
        </pc:spChg>
        <pc:spChg chg="add mod">
          <ac:chgData name="Jithendra HS" userId="fbed575dba93ca78" providerId="LiveId" clId="{9BB2775D-E9F6-4C37-91C8-74F5AF1E4C58}" dt="2025-05-01T02:18:55.397" v="5091" actId="13926"/>
          <ac:spMkLst>
            <pc:docMk/>
            <pc:sldMk cId="2098249522" sldId="2359"/>
            <ac:spMk id="6" creationId="{C6E3D55A-BB0B-7696-8AA6-9B5D2DDAF244}"/>
          </ac:spMkLst>
        </pc:spChg>
        <pc:spChg chg="add mod">
          <ac:chgData name="Jithendra HS" userId="fbed575dba93ca78" providerId="LiveId" clId="{9BB2775D-E9F6-4C37-91C8-74F5AF1E4C58}" dt="2025-05-01T02:18:19.565" v="5086" actId="1076"/>
          <ac:spMkLst>
            <pc:docMk/>
            <pc:sldMk cId="2098249522" sldId="2359"/>
            <ac:spMk id="19" creationId="{A0B70FEC-6CF8-5A4C-4E4B-8C499DB9BBBF}"/>
          </ac:spMkLst>
        </pc:spChg>
        <pc:spChg chg="add mod">
          <ac:chgData name="Jithendra HS" userId="fbed575dba93ca78" providerId="LiveId" clId="{9BB2775D-E9F6-4C37-91C8-74F5AF1E4C58}" dt="2025-05-01T02:18:26.636" v="5087" actId="1076"/>
          <ac:spMkLst>
            <pc:docMk/>
            <pc:sldMk cId="2098249522" sldId="2359"/>
            <ac:spMk id="20" creationId="{83DA1A3C-554D-028C-8E8E-568A2F1F9CD3}"/>
          </ac:spMkLst>
        </pc:spChg>
        <pc:spChg chg="add mod">
          <ac:chgData name="Jithendra HS" userId="fbed575dba93ca78" providerId="LiveId" clId="{9BB2775D-E9F6-4C37-91C8-74F5AF1E4C58}" dt="2025-05-01T02:18:02.156" v="5082" actId="1076"/>
          <ac:spMkLst>
            <pc:docMk/>
            <pc:sldMk cId="2098249522" sldId="2359"/>
            <ac:spMk id="21" creationId="{BFE30D0C-9141-CAE8-183C-4A20D30993F9}"/>
          </ac:spMkLst>
        </pc:spChg>
        <pc:spChg chg="add mod">
          <ac:chgData name="Jithendra HS" userId="fbed575dba93ca78" providerId="LiveId" clId="{9BB2775D-E9F6-4C37-91C8-74F5AF1E4C58}" dt="2025-05-01T02:18:05.742" v="5083" actId="1076"/>
          <ac:spMkLst>
            <pc:docMk/>
            <pc:sldMk cId="2098249522" sldId="2359"/>
            <ac:spMk id="22" creationId="{D964DC54-103A-5E7C-6A88-AD0EF9C70463}"/>
          </ac:spMkLst>
        </pc:spChg>
        <pc:spChg chg="add mod">
          <ac:chgData name="Jithendra HS" userId="fbed575dba93ca78" providerId="LiveId" clId="{9BB2775D-E9F6-4C37-91C8-74F5AF1E4C58}" dt="2025-05-01T12:36:18.558" v="6932" actId="1076"/>
          <ac:spMkLst>
            <pc:docMk/>
            <pc:sldMk cId="2098249522" sldId="2359"/>
            <ac:spMk id="23" creationId="{E6CCE706-99AC-7256-E22D-364FAB6C8CCD}"/>
          </ac:spMkLst>
        </pc:spChg>
        <pc:spChg chg="add mod">
          <ac:chgData name="Jithendra HS" userId="fbed575dba93ca78" providerId="LiveId" clId="{9BB2775D-E9F6-4C37-91C8-74F5AF1E4C58}" dt="2025-05-01T12:37:20.410" v="6946" actId="20577"/>
          <ac:spMkLst>
            <pc:docMk/>
            <pc:sldMk cId="2098249522" sldId="2359"/>
            <ac:spMk id="24" creationId="{F056382E-996E-AADD-A641-04978C02BD0F}"/>
          </ac:spMkLst>
        </pc:spChg>
        <pc:spChg chg="add mod">
          <ac:chgData name="Jithendra HS" userId="fbed575dba93ca78" providerId="LiveId" clId="{9BB2775D-E9F6-4C37-91C8-74F5AF1E4C58}" dt="2025-05-01T12:36:06.513" v="6929" actId="1076"/>
          <ac:spMkLst>
            <pc:docMk/>
            <pc:sldMk cId="2098249522" sldId="2359"/>
            <ac:spMk id="27" creationId="{355BB167-7D42-DD6E-3B0F-614A1B4F2D67}"/>
          </ac:spMkLst>
        </pc:spChg>
        <pc:spChg chg="add mod">
          <ac:chgData name="Jithendra HS" userId="fbed575dba93ca78" providerId="LiveId" clId="{9BB2775D-E9F6-4C37-91C8-74F5AF1E4C58}" dt="2025-05-01T02:24:55.665" v="5283" actId="1076"/>
          <ac:spMkLst>
            <pc:docMk/>
            <pc:sldMk cId="2098249522" sldId="2359"/>
            <ac:spMk id="28" creationId="{1E844D43-F287-20B6-B43C-0222CEA8E8A5}"/>
          </ac:spMkLst>
        </pc:spChg>
        <pc:picChg chg="add mod">
          <ac:chgData name="Jithendra HS" userId="fbed575dba93ca78" providerId="LiveId" clId="{9BB2775D-E9F6-4C37-91C8-74F5AF1E4C58}" dt="2025-05-01T02:24:18.457" v="5275" actId="1076"/>
          <ac:picMkLst>
            <pc:docMk/>
            <pc:sldMk cId="2098249522" sldId="2359"/>
            <ac:picMk id="5" creationId="{210EEE86-9842-495C-AAE9-B7B84255952B}"/>
          </ac:picMkLst>
        </pc:picChg>
        <pc:picChg chg="add mod">
          <ac:chgData name="Jithendra HS" userId="fbed575dba93ca78" providerId="LiveId" clId="{9BB2775D-E9F6-4C37-91C8-74F5AF1E4C58}" dt="2025-05-01T12:36:12.514" v="6930" actId="1076"/>
          <ac:picMkLst>
            <pc:docMk/>
            <pc:sldMk cId="2098249522" sldId="2359"/>
            <ac:picMk id="8" creationId="{3E5CC3E9-93F6-CBF2-3EA5-DEF5DF94C6EC}"/>
          </ac:picMkLst>
        </pc:picChg>
        <pc:picChg chg="add del mod">
          <ac:chgData name="Jithendra HS" userId="fbed575dba93ca78" providerId="LiveId" clId="{9BB2775D-E9F6-4C37-91C8-74F5AF1E4C58}" dt="2025-05-01T02:16:03.100" v="5058" actId="478"/>
          <ac:picMkLst>
            <pc:docMk/>
            <pc:sldMk cId="2098249522" sldId="2359"/>
            <ac:picMk id="10" creationId="{C80480F8-0974-4652-8DAB-5FE5D4A83516}"/>
          </ac:picMkLst>
        </pc:picChg>
        <pc:picChg chg="add del mod">
          <ac:chgData name="Jithendra HS" userId="fbed575dba93ca78" providerId="LiveId" clId="{9BB2775D-E9F6-4C37-91C8-74F5AF1E4C58}" dt="2025-05-01T02:13:00.558" v="5043" actId="478"/>
          <ac:picMkLst>
            <pc:docMk/>
            <pc:sldMk cId="2098249522" sldId="2359"/>
            <ac:picMk id="11" creationId="{FB0F83B1-2E3F-AD5C-A819-B3B743E4BCAB}"/>
          </ac:picMkLst>
        </pc:picChg>
        <pc:picChg chg="add del mod">
          <ac:chgData name="Jithendra HS" userId="fbed575dba93ca78" providerId="LiveId" clId="{9BB2775D-E9F6-4C37-91C8-74F5AF1E4C58}" dt="2025-05-01T02:13:02.385" v="5044" actId="478"/>
          <ac:picMkLst>
            <pc:docMk/>
            <pc:sldMk cId="2098249522" sldId="2359"/>
            <ac:picMk id="12" creationId="{C3BE764A-2E35-36D5-78BB-0C0EC985D2F5}"/>
          </ac:picMkLst>
        </pc:picChg>
        <pc:picChg chg="add del">
          <ac:chgData name="Jithendra HS" userId="fbed575dba93ca78" providerId="LiveId" clId="{9BB2775D-E9F6-4C37-91C8-74F5AF1E4C58}" dt="2025-05-01T02:14:04.985" v="5046" actId="478"/>
          <ac:picMkLst>
            <pc:docMk/>
            <pc:sldMk cId="2098249522" sldId="2359"/>
            <ac:picMk id="14" creationId="{7475A8CD-DFA5-0D84-DE5C-4D5506D57B8E}"/>
          </ac:picMkLst>
        </pc:picChg>
        <pc:picChg chg="add del mod">
          <ac:chgData name="Jithendra HS" userId="fbed575dba93ca78" providerId="LiveId" clId="{9BB2775D-E9F6-4C37-91C8-74F5AF1E4C58}" dt="2025-05-01T02:17:48.796" v="5077" actId="478"/>
          <ac:picMkLst>
            <pc:docMk/>
            <pc:sldMk cId="2098249522" sldId="2359"/>
            <ac:picMk id="16" creationId="{F1A00C00-04A5-B197-FA58-B42762874ABF}"/>
          </ac:picMkLst>
        </pc:picChg>
        <pc:picChg chg="add mod">
          <ac:chgData name="Jithendra HS" userId="fbed575dba93ca78" providerId="LiveId" clId="{9BB2775D-E9F6-4C37-91C8-74F5AF1E4C58}" dt="2025-05-01T12:36:15.075" v="6931" actId="1076"/>
          <ac:picMkLst>
            <pc:docMk/>
            <pc:sldMk cId="2098249522" sldId="2359"/>
            <ac:picMk id="18" creationId="{F0782041-70F0-332F-E81E-F01A136D3388}"/>
          </ac:picMkLst>
        </pc:picChg>
        <pc:picChg chg="add mod">
          <ac:chgData name="Jithendra HS" userId="fbed575dba93ca78" providerId="LiveId" clId="{9BB2775D-E9F6-4C37-91C8-74F5AF1E4C58}" dt="2025-05-01T02:23:47.385" v="5270" actId="14100"/>
          <ac:picMkLst>
            <pc:docMk/>
            <pc:sldMk cId="2098249522" sldId="2359"/>
            <ac:picMk id="25" creationId="{47C547BA-4584-7FFF-CC3E-63AE43D1ECA2}"/>
          </ac:picMkLst>
        </pc:picChg>
        <pc:picChg chg="add mod">
          <ac:chgData name="Jithendra HS" userId="fbed575dba93ca78" providerId="LiveId" clId="{9BB2775D-E9F6-4C37-91C8-74F5AF1E4C58}" dt="2025-05-01T12:36:04" v="6928" actId="14100"/>
          <ac:picMkLst>
            <pc:docMk/>
            <pc:sldMk cId="2098249522" sldId="2359"/>
            <ac:picMk id="26" creationId="{94C2004A-C0FE-1B89-E05F-8B0D8FB3221B}"/>
          </ac:picMkLst>
        </pc:picChg>
      </pc:sldChg>
      <pc:sldChg chg="addSp delSp modSp new mod">
        <pc:chgData name="Jithendra HS" userId="fbed575dba93ca78" providerId="LiveId" clId="{9BB2775D-E9F6-4C37-91C8-74F5AF1E4C58}" dt="2025-05-01T20:28:49.682" v="7960" actId="207"/>
        <pc:sldMkLst>
          <pc:docMk/>
          <pc:sldMk cId="2816010418" sldId="2360"/>
        </pc:sldMkLst>
        <pc:spChg chg="mod">
          <ac:chgData name="Jithendra HS" userId="fbed575dba93ca78" providerId="LiveId" clId="{9BB2775D-E9F6-4C37-91C8-74F5AF1E4C58}" dt="2025-05-01T03:24:12.990" v="5751" actId="20577"/>
          <ac:spMkLst>
            <pc:docMk/>
            <pc:sldMk cId="2816010418" sldId="2360"/>
            <ac:spMk id="2" creationId="{71B64827-9833-1F17-C2E3-A8F9B62A109D}"/>
          </ac:spMkLst>
        </pc:spChg>
        <pc:spChg chg="add mod">
          <ac:chgData name="Jithendra HS" userId="fbed575dba93ca78" providerId="LiveId" clId="{9BB2775D-E9F6-4C37-91C8-74F5AF1E4C58}" dt="2025-05-01T20:27:55.785" v="7948" actId="1076"/>
          <ac:spMkLst>
            <pc:docMk/>
            <pc:sldMk cId="2816010418" sldId="2360"/>
            <ac:spMk id="3" creationId="{3B51062D-4030-8B0A-0041-BE9DB655AEE7}"/>
          </ac:spMkLst>
        </pc:spChg>
        <pc:spChg chg="del">
          <ac:chgData name="Jithendra HS" userId="fbed575dba93ca78" providerId="LiveId" clId="{9BB2775D-E9F6-4C37-91C8-74F5AF1E4C58}" dt="2025-05-01T03:24:16.521" v="5752" actId="478"/>
          <ac:spMkLst>
            <pc:docMk/>
            <pc:sldMk cId="2816010418" sldId="2360"/>
            <ac:spMk id="3" creationId="{41F53B47-CE4D-135B-8ED0-D47395C16A8C}"/>
          </ac:spMkLst>
        </pc:spChg>
        <pc:spChg chg="add mod">
          <ac:chgData name="Jithendra HS" userId="fbed575dba93ca78" providerId="LiveId" clId="{9BB2775D-E9F6-4C37-91C8-74F5AF1E4C58}" dt="2025-05-01T20:28:49.682" v="7960" actId="207"/>
          <ac:spMkLst>
            <pc:docMk/>
            <pc:sldMk cId="2816010418" sldId="2360"/>
            <ac:spMk id="5" creationId="{41A94297-DB28-090A-994A-335E14442B3C}"/>
          </ac:spMkLst>
        </pc:spChg>
        <pc:graphicFrameChg chg="add mod modGraphic">
          <ac:chgData name="Jithendra HS" userId="fbed575dba93ca78" providerId="LiveId" clId="{9BB2775D-E9F6-4C37-91C8-74F5AF1E4C58}" dt="2025-05-01T04:19:21.037" v="6090" actId="122"/>
          <ac:graphicFrameMkLst>
            <pc:docMk/>
            <pc:sldMk cId="2816010418" sldId="2360"/>
            <ac:graphicFrameMk id="15" creationId="{678BFBFB-A5FE-D5D7-8775-56AA5C94B8F5}"/>
          </ac:graphicFrameMkLst>
        </pc:graphicFrameChg>
        <pc:picChg chg="add mod">
          <ac:chgData name="Jithendra HS" userId="fbed575dba93ca78" providerId="LiveId" clId="{9BB2775D-E9F6-4C37-91C8-74F5AF1E4C58}" dt="2025-05-01T04:12:25.860" v="6006" actId="1076"/>
          <ac:picMkLst>
            <pc:docMk/>
            <pc:sldMk cId="2816010418" sldId="2360"/>
            <ac:picMk id="6" creationId="{C302AD88-A737-4DEE-3E8B-2278494EE8E0}"/>
          </ac:picMkLst>
        </pc:picChg>
      </pc:sldChg>
      <pc:sldChg chg="delSp modSp new mod">
        <pc:chgData name="Jithendra HS" userId="fbed575dba93ca78" providerId="LiveId" clId="{9BB2775D-E9F6-4C37-91C8-74F5AF1E4C58}" dt="2025-05-01T06:11:06.871" v="6425" actId="1076"/>
        <pc:sldMkLst>
          <pc:docMk/>
          <pc:sldMk cId="1974761837" sldId="2361"/>
        </pc:sldMkLst>
        <pc:spChg chg="mod">
          <ac:chgData name="Jithendra HS" userId="fbed575dba93ca78" providerId="LiveId" clId="{9BB2775D-E9F6-4C37-91C8-74F5AF1E4C58}" dt="2025-05-01T06:11:06.871" v="6425" actId="1076"/>
          <ac:spMkLst>
            <pc:docMk/>
            <pc:sldMk cId="1974761837" sldId="2361"/>
            <ac:spMk id="2" creationId="{76F59583-6B90-BC04-28CC-AC21183452D3}"/>
          </ac:spMkLst>
        </pc:spChg>
        <pc:spChg chg="del">
          <ac:chgData name="Jithendra HS" userId="fbed575dba93ca78" providerId="LiveId" clId="{9BB2775D-E9F6-4C37-91C8-74F5AF1E4C58}" dt="2025-05-01T06:10:49.562" v="6413" actId="478"/>
          <ac:spMkLst>
            <pc:docMk/>
            <pc:sldMk cId="1974761837" sldId="2361"/>
            <ac:spMk id="3" creationId="{14083828-25A0-7443-8AE5-451A13BC9CCD}"/>
          </ac:spMkLst>
        </pc:spChg>
      </pc:sldChg>
      <pc:sldChg chg="add">
        <pc:chgData name="Jithendra HS" userId="fbed575dba93ca78" providerId="LiveId" clId="{9BB2775D-E9F6-4C37-91C8-74F5AF1E4C58}" dt="2025-05-01T12:40:32.039" v="6947"/>
        <pc:sldMkLst>
          <pc:docMk/>
          <pc:sldMk cId="835959030" sldId="2362"/>
        </pc:sldMkLst>
      </pc:sldChg>
      <pc:sldChg chg="add">
        <pc:chgData name="Jithendra HS" userId="fbed575dba93ca78" providerId="LiveId" clId="{9BB2775D-E9F6-4C37-91C8-74F5AF1E4C58}" dt="2025-05-01T12:40:32.039" v="6947"/>
        <pc:sldMkLst>
          <pc:docMk/>
          <pc:sldMk cId="3934952044" sldId="2363"/>
        </pc:sldMkLst>
      </pc:sldChg>
      <pc:sldChg chg="modSp new del mod">
        <pc:chgData name="Jithendra HS" userId="fbed575dba93ca78" providerId="LiveId" clId="{9BB2775D-E9F6-4C37-91C8-74F5AF1E4C58}" dt="2025-05-01T16:20:01.969" v="7475" actId="47"/>
        <pc:sldMkLst>
          <pc:docMk/>
          <pc:sldMk cId="1968420692" sldId="2364"/>
        </pc:sldMkLst>
        <pc:spChg chg="mod">
          <ac:chgData name="Jithendra HS" userId="fbed575dba93ca78" providerId="LiveId" clId="{9BB2775D-E9F6-4C37-91C8-74F5AF1E4C58}" dt="2025-05-01T16:19:55.602" v="7474" actId="20577"/>
          <ac:spMkLst>
            <pc:docMk/>
            <pc:sldMk cId="1968420692" sldId="2364"/>
            <ac:spMk id="2" creationId="{0298FCAA-D037-B96A-3317-F84C8014770B}"/>
          </ac:spMkLst>
        </pc:spChg>
      </pc:sldChg>
    </pc:docChg>
  </pc:docChgLst>
  <pc:docChgLst>
    <pc:chgData name="Eric Bogatin" userId="95021ea4-b854-46f9-89f9-e908b660416a" providerId="ADAL" clId="{DF4EDA7A-7420-4B5D-946E-520A9025BB45}"/>
    <pc:docChg chg="delSld modMainMaster">
      <pc:chgData name="Eric Bogatin" userId="95021ea4-b854-46f9-89f9-e908b660416a" providerId="ADAL" clId="{DF4EDA7A-7420-4B5D-946E-520A9025BB45}" dt="2025-01-09T18:12:14.930" v="2" actId="47"/>
      <pc:docMkLst>
        <pc:docMk/>
      </pc:docMkLst>
      <pc:sldChg chg="del">
        <pc:chgData name="Eric Bogatin" userId="95021ea4-b854-46f9-89f9-e908b660416a" providerId="ADAL" clId="{DF4EDA7A-7420-4B5D-946E-520A9025BB45}" dt="2025-01-09T18:12:14.930" v="2" actId="47"/>
        <pc:sldMkLst>
          <pc:docMk/>
          <pc:sldMk cId="474619580" sldId="2258"/>
        </pc:sldMkLst>
      </pc:sldChg>
      <pc:sldMasterChg chg="modSp">
        <pc:chgData name="Eric Bogatin" userId="95021ea4-b854-46f9-89f9-e908b660416a" providerId="ADAL" clId="{DF4EDA7A-7420-4B5D-946E-520A9025BB45}" dt="2025-01-09T18:11:57.220" v="1" actId="2711"/>
        <pc:sldMasterMkLst>
          <pc:docMk/>
          <pc:sldMasterMk cId="2183012172" sldId="2147483689"/>
        </pc:sldMasterMkLst>
      </pc:sldMasterChg>
    </pc:docChg>
  </pc:docChgLst>
  <pc:docChgLst>
    <pc:chgData name="Jithendra HS" userId="fbed575dba93ca78" providerId="LiveId" clId="{E04FF536-15B0-4467-8EB8-D0A227239F82}"/>
    <pc:docChg chg="undo redo custSel addSld delSld modSld sldOrd">
      <pc:chgData name="Jithendra HS" userId="fbed575dba93ca78" providerId="LiveId" clId="{E04FF536-15B0-4467-8EB8-D0A227239F82}" dt="2025-04-13T03:36:42.944" v="18961" actId="20577"/>
      <pc:docMkLst>
        <pc:docMk/>
      </pc:docMkLst>
      <pc:sldChg chg="addSp delSp modSp mod">
        <pc:chgData name="Jithendra HS" userId="fbed575dba93ca78" providerId="LiveId" clId="{E04FF536-15B0-4467-8EB8-D0A227239F82}" dt="2025-01-28T18:53:00.305" v="2953" actId="20577"/>
        <pc:sldMkLst>
          <pc:docMk/>
          <pc:sldMk cId="556881732" sldId="1419"/>
        </pc:sldMkLst>
      </pc:sldChg>
      <pc:sldChg chg="del">
        <pc:chgData name="Jithendra HS" userId="fbed575dba93ca78" providerId="LiveId" clId="{E04FF536-15B0-4467-8EB8-D0A227239F82}" dt="2025-01-23T14:50:58.539" v="72" actId="2696"/>
        <pc:sldMkLst>
          <pc:docMk/>
          <pc:sldMk cId="3158774574" sldId="1712"/>
        </pc:sldMkLst>
      </pc:sldChg>
      <pc:sldChg chg="modSp mod">
        <pc:chgData name="Jithendra HS" userId="fbed575dba93ca78" providerId="LiveId" clId="{E04FF536-15B0-4467-8EB8-D0A227239F82}" dt="2025-03-18T21:40:48.553" v="13057" actId="1076"/>
        <pc:sldMkLst>
          <pc:docMk/>
          <pc:sldMk cId="812720715" sldId="2259"/>
        </pc:sldMkLst>
        <pc:spChg chg="mod">
          <ac:chgData name="Jithendra HS" userId="fbed575dba93ca78" providerId="LiveId" clId="{E04FF536-15B0-4467-8EB8-D0A227239F82}" dt="2025-03-18T21:40:48.553" v="13057" actId="1076"/>
          <ac:spMkLst>
            <pc:docMk/>
            <pc:sldMk cId="812720715" sldId="2259"/>
            <ac:spMk id="5" creationId="{184AF408-139A-0567-3405-2AD27B1E5AD8}"/>
          </ac:spMkLst>
        </pc:spChg>
        <pc:spChg chg="mod">
          <ac:chgData name="Jithendra HS" userId="fbed575dba93ca78" providerId="LiveId" clId="{E04FF536-15B0-4467-8EB8-D0A227239F82}" dt="2025-03-18T21:40:27.348" v="13052" actId="20577"/>
          <ac:spMkLst>
            <pc:docMk/>
            <pc:sldMk cId="812720715" sldId="2259"/>
            <ac:spMk id="6" creationId="{CAB631E1-BAB8-C79D-60AD-824E5AD7DEE5}"/>
          </ac:spMkLst>
        </pc:spChg>
      </pc:sldChg>
      <pc:sldChg chg="addSp delSp modSp add mod">
        <pc:chgData name="Jithendra HS" userId="fbed575dba93ca78" providerId="LiveId" clId="{E04FF536-15B0-4467-8EB8-D0A227239F82}" dt="2025-01-23T14:52:00.828" v="99" actId="1076"/>
        <pc:sldMkLst>
          <pc:docMk/>
          <pc:sldMk cId="3777563537" sldId="2260"/>
        </pc:sldMkLst>
      </pc:sldChg>
      <pc:sldChg chg="addSp delSp modSp add mod modClrScheme chgLayout">
        <pc:chgData name="Jithendra HS" userId="fbed575dba93ca78" providerId="LiveId" clId="{E04FF536-15B0-4467-8EB8-D0A227239F82}" dt="2025-02-04T23:42:14.196" v="5929" actId="20577"/>
        <pc:sldMkLst>
          <pc:docMk/>
          <pc:sldMk cId="4093926959" sldId="2261"/>
        </pc:sldMkLst>
      </pc:sldChg>
      <pc:sldChg chg="addSp delSp modSp add mod">
        <pc:chgData name="Jithendra HS" userId="fbed575dba93ca78" providerId="LiveId" clId="{E04FF536-15B0-4467-8EB8-D0A227239F82}" dt="2025-01-28T19:04:05.241" v="3109" actId="20577"/>
        <pc:sldMkLst>
          <pc:docMk/>
          <pc:sldMk cId="2299777027" sldId="2262"/>
        </pc:sldMkLst>
      </pc:sldChg>
      <pc:sldChg chg="addSp delSp modSp new del mod">
        <pc:chgData name="Jithendra HS" userId="fbed575dba93ca78" providerId="LiveId" clId="{E04FF536-15B0-4467-8EB8-D0A227239F82}" dt="2025-02-06T18:09:18.195" v="6530" actId="47"/>
        <pc:sldMkLst>
          <pc:docMk/>
          <pc:sldMk cId="1753143861" sldId="2263"/>
        </pc:sldMkLst>
      </pc:sldChg>
      <pc:sldChg chg="addSp delSp modSp new mod">
        <pc:chgData name="Jithendra HS" userId="fbed575dba93ca78" providerId="LiveId" clId="{E04FF536-15B0-4467-8EB8-D0A227239F82}" dt="2025-02-07T23:55:58.323" v="7601" actId="1076"/>
        <pc:sldMkLst>
          <pc:docMk/>
          <pc:sldMk cId="3788721802" sldId="2264"/>
        </pc:sldMkLst>
      </pc:sldChg>
      <pc:sldChg chg="addSp delSp modSp add mod">
        <pc:chgData name="Jithendra HS" userId="fbed575dba93ca78" providerId="LiveId" clId="{E04FF536-15B0-4467-8EB8-D0A227239F82}" dt="2025-02-04T20:37:31.077" v="5769" actId="20577"/>
        <pc:sldMkLst>
          <pc:docMk/>
          <pc:sldMk cId="3043670267" sldId="2265"/>
        </pc:sldMkLst>
      </pc:sldChg>
      <pc:sldChg chg="addSp delSp modSp new mod ord">
        <pc:chgData name="Jithendra HS" userId="fbed575dba93ca78" providerId="LiveId" clId="{E04FF536-15B0-4467-8EB8-D0A227239F82}" dt="2025-02-04T19:07:45.995" v="5657" actId="1076"/>
        <pc:sldMkLst>
          <pc:docMk/>
          <pc:sldMk cId="4252350170" sldId="2266"/>
        </pc:sldMkLst>
      </pc:sldChg>
      <pc:sldChg chg="modSp add del mod">
        <pc:chgData name="Jithendra HS" userId="fbed575dba93ca78" providerId="LiveId" clId="{E04FF536-15B0-4467-8EB8-D0A227239F82}" dt="2025-02-04T18:17:25.396" v="4502" actId="47"/>
        <pc:sldMkLst>
          <pc:docMk/>
          <pc:sldMk cId="3671481356" sldId="2267"/>
        </pc:sldMkLst>
      </pc:sldChg>
      <pc:sldChg chg="addSp delSp modSp add mod">
        <pc:chgData name="Jithendra HS" userId="fbed575dba93ca78" providerId="LiveId" clId="{E04FF536-15B0-4467-8EB8-D0A227239F82}" dt="2025-02-04T18:55:10.156" v="5178" actId="14100"/>
        <pc:sldMkLst>
          <pc:docMk/>
          <pc:sldMk cId="296652549" sldId="2268"/>
        </pc:sldMkLst>
      </pc:sldChg>
      <pc:sldChg chg="add del">
        <pc:chgData name="Jithendra HS" userId="fbed575dba93ca78" providerId="LiveId" clId="{E04FF536-15B0-4467-8EB8-D0A227239F82}" dt="2025-02-04T18:31:47.042" v="4822" actId="47"/>
        <pc:sldMkLst>
          <pc:docMk/>
          <pc:sldMk cId="3326164960" sldId="2269"/>
        </pc:sldMkLst>
      </pc:sldChg>
      <pc:sldChg chg="addSp delSp modSp new del mod">
        <pc:chgData name="Jithendra HS" userId="fbed575dba93ca78" providerId="LiveId" clId="{E04FF536-15B0-4467-8EB8-D0A227239F82}" dt="2025-02-06T18:19:03.270" v="6661" actId="47"/>
        <pc:sldMkLst>
          <pc:docMk/>
          <pc:sldMk cId="1420793770" sldId="2270"/>
        </pc:sldMkLst>
      </pc:sldChg>
      <pc:sldChg chg="addSp delSp modSp new mod">
        <pc:chgData name="Jithendra HS" userId="fbed575dba93ca78" providerId="LiveId" clId="{E04FF536-15B0-4467-8EB8-D0A227239F82}" dt="2025-03-09T05:23:23.307" v="12453" actId="20577"/>
        <pc:sldMkLst>
          <pc:docMk/>
          <pc:sldMk cId="1519169057" sldId="2271"/>
        </pc:sldMkLst>
      </pc:sldChg>
      <pc:sldChg chg="addSp delSp modSp new mod">
        <pc:chgData name="Jithendra HS" userId="fbed575dba93ca78" providerId="LiveId" clId="{E04FF536-15B0-4467-8EB8-D0A227239F82}" dt="2025-02-07T23:47:08.858" v="7128" actId="14100"/>
        <pc:sldMkLst>
          <pc:docMk/>
          <pc:sldMk cId="2428300376" sldId="2272"/>
        </pc:sldMkLst>
      </pc:sldChg>
      <pc:sldChg chg="addSp delSp modSp new mod">
        <pc:chgData name="Jithendra HS" userId="fbed575dba93ca78" providerId="LiveId" clId="{E04FF536-15B0-4467-8EB8-D0A227239F82}" dt="2025-02-07T23:37:33.103" v="7001" actId="1076"/>
        <pc:sldMkLst>
          <pc:docMk/>
          <pc:sldMk cId="2734254932" sldId="2273"/>
        </pc:sldMkLst>
      </pc:sldChg>
      <pc:sldChg chg="addSp delSp modSp new mod">
        <pc:chgData name="Jithendra HS" userId="fbed575dba93ca78" providerId="LiveId" clId="{E04FF536-15B0-4467-8EB8-D0A227239F82}" dt="2025-04-01T15:33:40.638" v="15992" actId="20577"/>
        <pc:sldMkLst>
          <pc:docMk/>
          <pc:sldMk cId="3889183705" sldId="2274"/>
        </pc:sldMkLst>
      </pc:sldChg>
      <pc:sldChg chg="addSp delSp modSp new del mod">
        <pc:chgData name="Jithendra HS" userId="fbed575dba93ca78" providerId="LiveId" clId="{E04FF536-15B0-4467-8EB8-D0A227239F82}" dt="2025-02-20T00:25:04.046" v="8935" actId="47"/>
        <pc:sldMkLst>
          <pc:docMk/>
          <pc:sldMk cId="3133439311" sldId="2275"/>
        </pc:sldMkLst>
      </pc:sldChg>
      <pc:sldChg chg="addSp delSp modSp new del mod">
        <pc:chgData name="Jithendra HS" userId="fbed575dba93ca78" providerId="LiveId" clId="{E04FF536-15B0-4467-8EB8-D0A227239F82}" dt="2025-03-06T18:46:25.550" v="9975" actId="47"/>
        <pc:sldMkLst>
          <pc:docMk/>
          <pc:sldMk cId="3444365427" sldId="2276"/>
        </pc:sldMkLst>
      </pc:sldChg>
      <pc:sldChg chg="addSp delSp modSp new mod ord">
        <pc:chgData name="Jithendra HS" userId="fbed575dba93ca78" providerId="LiveId" clId="{E04FF536-15B0-4467-8EB8-D0A227239F82}" dt="2025-03-06T18:23:08.665" v="9894" actId="1076"/>
        <pc:sldMkLst>
          <pc:docMk/>
          <pc:sldMk cId="695335532" sldId="2277"/>
        </pc:sldMkLst>
      </pc:sldChg>
      <pc:sldChg chg="modSp new mod ord">
        <pc:chgData name="Jithendra HS" userId="fbed575dba93ca78" providerId="LiveId" clId="{E04FF536-15B0-4467-8EB8-D0A227239F82}" dt="2025-02-22T05:34:41.388" v="9772" actId="115"/>
        <pc:sldMkLst>
          <pc:docMk/>
          <pc:sldMk cId="2772351952" sldId="2278"/>
        </pc:sldMkLst>
      </pc:sldChg>
      <pc:sldChg chg="addSp delSp modSp new mod ord">
        <pc:chgData name="Jithendra HS" userId="fbed575dba93ca78" providerId="LiveId" clId="{E04FF536-15B0-4467-8EB8-D0A227239F82}" dt="2025-03-06T18:33:06.918" v="9934" actId="13926"/>
        <pc:sldMkLst>
          <pc:docMk/>
          <pc:sldMk cId="2771270935" sldId="2279"/>
        </pc:sldMkLst>
      </pc:sldChg>
      <pc:sldChg chg="addSp delSp modSp new add del mod ord">
        <pc:chgData name="Jithendra HS" userId="fbed575dba93ca78" providerId="LiveId" clId="{E04FF536-15B0-4467-8EB8-D0A227239F82}" dt="2025-03-20T18:22:57.703" v="15051" actId="47"/>
        <pc:sldMkLst>
          <pc:docMk/>
          <pc:sldMk cId="4037813551" sldId="2280"/>
        </pc:sldMkLst>
      </pc:sldChg>
      <pc:sldChg chg="addSp delSp modSp add del mod ord">
        <pc:chgData name="Jithendra HS" userId="fbed575dba93ca78" providerId="LiveId" clId="{E04FF536-15B0-4467-8EB8-D0A227239F82}" dt="2025-03-20T18:22:47.503" v="15048" actId="47"/>
        <pc:sldMkLst>
          <pc:docMk/>
          <pc:sldMk cId="3373421575" sldId="2281"/>
        </pc:sldMkLst>
      </pc:sldChg>
      <pc:sldChg chg="modSp new mod">
        <pc:chgData name="Jithendra HS" userId="fbed575dba93ca78" providerId="LiveId" clId="{E04FF536-15B0-4467-8EB8-D0A227239F82}" dt="2025-03-06T22:00:27.398" v="11120" actId="20577"/>
        <pc:sldMkLst>
          <pc:docMk/>
          <pc:sldMk cId="1572917316" sldId="2282"/>
        </pc:sldMkLst>
      </pc:sldChg>
      <pc:sldChg chg="add del">
        <pc:chgData name="Jithendra HS" userId="fbed575dba93ca78" providerId="LiveId" clId="{E04FF536-15B0-4467-8EB8-D0A227239F82}" dt="2025-02-22T02:31:59.293" v="9214" actId="47"/>
        <pc:sldMkLst>
          <pc:docMk/>
          <pc:sldMk cId="54167441" sldId="2283"/>
        </pc:sldMkLst>
      </pc:sldChg>
      <pc:sldChg chg="addSp delSp modSp new mod">
        <pc:chgData name="Jithendra HS" userId="fbed575dba93ca78" providerId="LiveId" clId="{E04FF536-15B0-4467-8EB8-D0A227239F82}" dt="2025-02-22T02:33:26.872" v="9238" actId="1076"/>
        <pc:sldMkLst>
          <pc:docMk/>
          <pc:sldMk cId="1278494905" sldId="2283"/>
        </pc:sldMkLst>
      </pc:sldChg>
      <pc:sldChg chg="modSp new mod">
        <pc:chgData name="Jithendra HS" userId="fbed575dba93ca78" providerId="LiveId" clId="{E04FF536-15B0-4467-8EB8-D0A227239F82}" dt="2025-03-02T05:30:48.669" v="9791" actId="27636"/>
        <pc:sldMkLst>
          <pc:docMk/>
          <pc:sldMk cId="3413755394" sldId="2284"/>
        </pc:sldMkLst>
      </pc:sldChg>
      <pc:sldChg chg="addSp delSp modSp new del mod">
        <pc:chgData name="Jithendra HS" userId="fbed575dba93ca78" providerId="LiveId" clId="{E04FF536-15B0-4467-8EB8-D0A227239F82}" dt="2025-03-06T19:04:46.264" v="10092" actId="2696"/>
        <pc:sldMkLst>
          <pc:docMk/>
          <pc:sldMk cId="2511202718" sldId="2285"/>
        </pc:sldMkLst>
      </pc:sldChg>
      <pc:sldChg chg="add del">
        <pc:chgData name="Jithendra HS" userId="fbed575dba93ca78" providerId="LiveId" clId="{E04FF536-15B0-4467-8EB8-D0A227239F82}" dt="2025-03-20T18:23:05.864" v="15052" actId="47"/>
        <pc:sldMkLst>
          <pc:docMk/>
          <pc:sldMk cId="2649729410" sldId="2285"/>
        </pc:sldMkLst>
      </pc:sldChg>
      <pc:sldChg chg="addSp delSp modSp add mod">
        <pc:chgData name="Jithendra HS" userId="fbed575dba93ca78" providerId="LiveId" clId="{E04FF536-15B0-4467-8EB8-D0A227239F82}" dt="2025-03-06T18:48:49.709" v="10012" actId="20577"/>
        <pc:sldMkLst>
          <pc:docMk/>
          <pc:sldMk cId="1592870929" sldId="2286"/>
        </pc:sldMkLst>
      </pc:sldChg>
      <pc:sldChg chg="addSp delSp modSp add del mod">
        <pc:chgData name="Jithendra HS" userId="fbed575dba93ca78" providerId="LiveId" clId="{E04FF536-15B0-4467-8EB8-D0A227239F82}" dt="2025-03-20T18:23:12.379" v="15053" actId="47"/>
        <pc:sldMkLst>
          <pc:docMk/>
          <pc:sldMk cId="1412936029" sldId="2287"/>
        </pc:sldMkLst>
      </pc:sldChg>
      <pc:sldChg chg="addSp delSp modSp new mod">
        <pc:chgData name="Jithendra HS" userId="fbed575dba93ca78" providerId="LiveId" clId="{E04FF536-15B0-4467-8EB8-D0A227239F82}" dt="2025-03-06T19:03:41.023" v="10059" actId="1076"/>
        <pc:sldMkLst>
          <pc:docMk/>
          <pc:sldMk cId="1769310028" sldId="2288"/>
        </pc:sldMkLst>
      </pc:sldChg>
      <pc:sldChg chg="add del ord">
        <pc:chgData name="Jithendra HS" userId="fbed575dba93ca78" providerId="LiveId" clId="{E04FF536-15B0-4467-8EB8-D0A227239F82}" dt="2025-03-09T05:23:37.706" v="12454" actId="47"/>
        <pc:sldMkLst>
          <pc:docMk/>
          <pc:sldMk cId="4110917715" sldId="2289"/>
        </pc:sldMkLst>
      </pc:sldChg>
      <pc:sldChg chg="modSp new del mod ord">
        <pc:chgData name="Jithendra HS" userId="fbed575dba93ca78" providerId="LiveId" clId="{E04FF536-15B0-4467-8EB8-D0A227239F82}" dt="2025-03-09T05:23:41.687" v="12455" actId="47"/>
        <pc:sldMkLst>
          <pc:docMk/>
          <pc:sldMk cId="545273930" sldId="2290"/>
        </pc:sldMkLst>
      </pc:sldChg>
      <pc:sldChg chg="addSp delSp modSp new mod">
        <pc:chgData name="Jithendra HS" userId="fbed575dba93ca78" providerId="LiveId" clId="{E04FF536-15B0-4467-8EB8-D0A227239F82}" dt="2025-03-09T04:59:03.823" v="11915" actId="20577"/>
        <pc:sldMkLst>
          <pc:docMk/>
          <pc:sldMk cId="3870900276" sldId="2291"/>
        </pc:sldMkLst>
      </pc:sldChg>
      <pc:sldChg chg="addSp delSp modSp new mod ord">
        <pc:chgData name="Jithendra HS" userId="fbed575dba93ca78" providerId="LiveId" clId="{E04FF536-15B0-4467-8EB8-D0A227239F82}" dt="2025-03-20T18:22:34.192" v="15047" actId="1076"/>
        <pc:sldMkLst>
          <pc:docMk/>
          <pc:sldMk cId="2028018145" sldId="2292"/>
        </pc:sldMkLst>
      </pc:sldChg>
      <pc:sldChg chg="addSp delSp modSp new mod">
        <pc:chgData name="Jithendra HS" userId="fbed575dba93ca78" providerId="LiveId" clId="{E04FF536-15B0-4467-8EB8-D0A227239F82}" dt="2025-03-09T04:25:43.369" v="11296" actId="1076"/>
        <pc:sldMkLst>
          <pc:docMk/>
          <pc:sldMk cId="4055649390" sldId="2293"/>
        </pc:sldMkLst>
      </pc:sldChg>
      <pc:sldChg chg="addSp delSp modSp new mod">
        <pc:chgData name="Jithendra HS" userId="fbed575dba93ca78" providerId="LiveId" clId="{E04FF536-15B0-4467-8EB8-D0A227239F82}" dt="2025-03-09T05:16:18.501" v="12254" actId="6549"/>
        <pc:sldMkLst>
          <pc:docMk/>
          <pc:sldMk cId="2648287911" sldId="2294"/>
        </pc:sldMkLst>
      </pc:sldChg>
      <pc:sldChg chg="addSp delSp modSp new mod">
        <pc:chgData name="Jithendra HS" userId="fbed575dba93ca78" providerId="LiveId" clId="{E04FF536-15B0-4467-8EB8-D0A227239F82}" dt="2025-03-09T05:12:36.404" v="12114" actId="113"/>
        <pc:sldMkLst>
          <pc:docMk/>
          <pc:sldMk cId="1708613927" sldId="2295"/>
        </pc:sldMkLst>
      </pc:sldChg>
      <pc:sldChg chg="addSp delSp modSp add mod">
        <pc:chgData name="Jithendra HS" userId="fbed575dba93ca78" providerId="LiveId" clId="{E04FF536-15B0-4467-8EB8-D0A227239F82}" dt="2025-03-09T05:19:45.178" v="12436" actId="1076"/>
        <pc:sldMkLst>
          <pc:docMk/>
          <pc:sldMk cId="1444096063" sldId="2296"/>
        </pc:sldMkLst>
      </pc:sldChg>
      <pc:sldChg chg="modSp new mod">
        <pc:chgData name="Jithendra HS" userId="fbed575dba93ca78" providerId="LiveId" clId="{E04FF536-15B0-4467-8EB8-D0A227239F82}" dt="2025-03-23T04:04:00.729" v="15804" actId="20577"/>
        <pc:sldMkLst>
          <pc:docMk/>
          <pc:sldMk cId="3029859844" sldId="2297"/>
        </pc:sldMkLst>
      </pc:sldChg>
      <pc:sldChg chg="modSp add mod">
        <pc:chgData name="Jithendra HS" userId="fbed575dba93ca78" providerId="LiveId" clId="{E04FF536-15B0-4467-8EB8-D0A227239F82}" dt="2025-03-18T21:29:31.248" v="12984" actId="20577"/>
        <pc:sldMkLst>
          <pc:docMk/>
          <pc:sldMk cId="750888488" sldId="2298"/>
        </pc:sldMkLst>
      </pc:sldChg>
      <pc:sldChg chg="modSp new del mod">
        <pc:chgData name="Jithendra HS" userId="fbed575dba93ca78" providerId="LiveId" clId="{E04FF536-15B0-4467-8EB8-D0A227239F82}" dt="2025-03-18T21:39:38.390" v="13007" actId="47"/>
        <pc:sldMkLst>
          <pc:docMk/>
          <pc:sldMk cId="1092064517" sldId="2299"/>
        </pc:sldMkLst>
      </pc:sldChg>
      <pc:sldChg chg="addSp delSp modSp new mod ord">
        <pc:chgData name="Jithendra HS" userId="fbed575dba93ca78" providerId="LiveId" clId="{E04FF536-15B0-4467-8EB8-D0A227239F82}" dt="2025-03-28T20:39:03.206" v="15973" actId="20577"/>
        <pc:sldMkLst>
          <pc:docMk/>
          <pc:sldMk cId="2408266316" sldId="2299"/>
        </pc:sldMkLst>
      </pc:sldChg>
      <pc:sldChg chg="modSp add mod">
        <pc:chgData name="Jithendra HS" userId="fbed575dba93ca78" providerId="LiveId" clId="{E04FF536-15B0-4467-8EB8-D0A227239F82}" dt="2025-04-10T02:53:20.537" v="16263" actId="20577"/>
        <pc:sldMkLst>
          <pc:docMk/>
          <pc:sldMk cId="2587879767" sldId="2300"/>
        </pc:sldMkLst>
      </pc:sldChg>
      <pc:sldChg chg="addSp delSp modSp new mod">
        <pc:chgData name="Jithendra HS" userId="fbed575dba93ca78" providerId="LiveId" clId="{E04FF536-15B0-4467-8EB8-D0A227239F82}" dt="2025-03-28T19:53:30.024" v="15943" actId="1076"/>
        <pc:sldMkLst>
          <pc:docMk/>
          <pc:sldMk cId="261291801" sldId="2301"/>
        </pc:sldMkLst>
      </pc:sldChg>
      <pc:sldChg chg="addSp delSp modSp new mod">
        <pc:chgData name="Jithendra HS" userId="fbed575dba93ca78" providerId="LiveId" clId="{E04FF536-15B0-4467-8EB8-D0A227239F82}" dt="2025-03-20T19:33:48.494" v="15686" actId="14100"/>
        <pc:sldMkLst>
          <pc:docMk/>
          <pc:sldMk cId="2626059165" sldId="2302"/>
        </pc:sldMkLst>
      </pc:sldChg>
      <pc:sldChg chg="modSp add mod">
        <pc:chgData name="Jithendra HS" userId="fbed575dba93ca78" providerId="LiveId" clId="{E04FF536-15B0-4467-8EB8-D0A227239F82}" dt="2025-03-20T18:43:38.450" v="15267" actId="255"/>
        <pc:sldMkLst>
          <pc:docMk/>
          <pc:sldMk cId="3244238620" sldId="2303"/>
        </pc:sldMkLst>
      </pc:sldChg>
      <pc:sldChg chg="add">
        <pc:chgData name="Jithendra HS" userId="fbed575dba93ca78" providerId="LiveId" clId="{E04FF536-15B0-4467-8EB8-D0A227239F82}" dt="2025-03-18T23:35:16.816" v="13498"/>
        <pc:sldMkLst>
          <pc:docMk/>
          <pc:sldMk cId="535805595" sldId="2304"/>
        </pc:sldMkLst>
      </pc:sldChg>
      <pc:sldChg chg="addSp delSp modSp new mod">
        <pc:chgData name="Jithendra HS" userId="fbed575dba93ca78" providerId="LiveId" clId="{E04FF536-15B0-4467-8EB8-D0A227239F82}" dt="2025-04-10T02:51:27.354" v="16237" actId="20577"/>
        <pc:sldMkLst>
          <pc:docMk/>
          <pc:sldMk cId="28659772" sldId="2305"/>
        </pc:sldMkLst>
      </pc:sldChg>
      <pc:sldChg chg="addSp delSp modSp new mod">
        <pc:chgData name="Jithendra HS" userId="fbed575dba93ca78" providerId="LiveId" clId="{E04FF536-15B0-4467-8EB8-D0A227239F82}" dt="2025-03-20T19:29:10.155" v="15590" actId="13926"/>
        <pc:sldMkLst>
          <pc:docMk/>
          <pc:sldMk cId="3025447822" sldId="2306"/>
        </pc:sldMkLst>
      </pc:sldChg>
      <pc:sldChg chg="addSp delSp modSp new mod ord">
        <pc:chgData name="Jithendra HS" userId="fbed575dba93ca78" providerId="LiveId" clId="{E04FF536-15B0-4467-8EB8-D0A227239F82}" dt="2025-03-29T02:46:47.446" v="15986" actId="1076"/>
        <pc:sldMkLst>
          <pc:docMk/>
          <pc:sldMk cId="375802101" sldId="2307"/>
        </pc:sldMkLst>
      </pc:sldChg>
      <pc:sldChg chg="addSp delSp modSp new mod">
        <pc:chgData name="Jithendra HS" userId="fbed575dba93ca78" providerId="LiveId" clId="{E04FF536-15B0-4467-8EB8-D0A227239F82}" dt="2025-03-29T02:47:03.952" v="15987" actId="1076"/>
        <pc:sldMkLst>
          <pc:docMk/>
          <pc:sldMk cId="675893496" sldId="2308"/>
        </pc:sldMkLst>
      </pc:sldChg>
      <pc:sldChg chg="addSp delSp modSp new mod">
        <pc:chgData name="Jithendra HS" userId="fbed575dba93ca78" providerId="LiveId" clId="{E04FF536-15B0-4467-8EB8-D0A227239F82}" dt="2025-03-28T22:56:23.496" v="15977" actId="1076"/>
        <pc:sldMkLst>
          <pc:docMk/>
          <pc:sldMk cId="4288647116" sldId="2309"/>
        </pc:sldMkLst>
      </pc:sldChg>
      <pc:sldChg chg="addSp delSp modSp new mod">
        <pc:chgData name="Jithendra HS" userId="fbed575dba93ca78" providerId="LiveId" clId="{E04FF536-15B0-4467-8EB8-D0A227239F82}" dt="2025-03-20T16:26:52.750" v="14516" actId="20577"/>
        <pc:sldMkLst>
          <pc:docMk/>
          <pc:sldMk cId="4094725960" sldId="2310"/>
        </pc:sldMkLst>
      </pc:sldChg>
      <pc:sldChg chg="addSp delSp modSp new mod">
        <pc:chgData name="Jithendra HS" userId="fbed575dba93ca78" providerId="LiveId" clId="{E04FF536-15B0-4467-8EB8-D0A227239F82}" dt="2025-03-20T15:48:42.987" v="14189" actId="1076"/>
        <pc:sldMkLst>
          <pc:docMk/>
          <pc:sldMk cId="1030726455" sldId="2311"/>
        </pc:sldMkLst>
      </pc:sldChg>
      <pc:sldChg chg="modSp new del mod">
        <pc:chgData name="Jithendra HS" userId="fbed575dba93ca78" providerId="LiveId" clId="{E04FF536-15B0-4467-8EB8-D0A227239F82}" dt="2025-03-20T16:26:37.966" v="14513" actId="47"/>
        <pc:sldMkLst>
          <pc:docMk/>
          <pc:sldMk cId="2306330467" sldId="2312"/>
        </pc:sldMkLst>
      </pc:sldChg>
      <pc:sldChg chg="addSp delSp modSp new mod">
        <pc:chgData name="Jithendra HS" userId="fbed575dba93ca78" providerId="LiveId" clId="{E04FF536-15B0-4467-8EB8-D0A227239F82}" dt="2025-03-28T23:19:42.870" v="15979" actId="1076"/>
        <pc:sldMkLst>
          <pc:docMk/>
          <pc:sldMk cId="2340591214" sldId="2312"/>
        </pc:sldMkLst>
      </pc:sldChg>
      <pc:sldChg chg="addSp delSp modSp new mod ord">
        <pc:chgData name="Jithendra HS" userId="fbed575dba93ca78" providerId="LiveId" clId="{E04FF536-15B0-4467-8EB8-D0A227239F82}" dt="2025-03-20T17:54:36.852" v="14903" actId="20577"/>
        <pc:sldMkLst>
          <pc:docMk/>
          <pc:sldMk cId="284749946" sldId="2313"/>
        </pc:sldMkLst>
      </pc:sldChg>
      <pc:sldChg chg="addSp delSp modSp new mod">
        <pc:chgData name="Jithendra HS" userId="fbed575dba93ca78" providerId="LiveId" clId="{E04FF536-15B0-4467-8EB8-D0A227239F82}" dt="2025-03-20T18:08:58.472" v="14977" actId="207"/>
        <pc:sldMkLst>
          <pc:docMk/>
          <pc:sldMk cId="1324380039" sldId="2314"/>
        </pc:sldMkLst>
      </pc:sldChg>
      <pc:sldChg chg="modSp new mod">
        <pc:chgData name="Jithendra HS" userId="fbed575dba93ca78" providerId="LiveId" clId="{E04FF536-15B0-4467-8EB8-D0A227239F82}" dt="2025-03-20T19:35:11.377" v="15765" actId="20577"/>
        <pc:sldMkLst>
          <pc:docMk/>
          <pc:sldMk cId="3283730006" sldId="2315"/>
        </pc:sldMkLst>
      </pc:sldChg>
      <pc:sldChg chg="modSp new mod">
        <pc:chgData name="Jithendra HS" userId="fbed575dba93ca78" providerId="LiveId" clId="{E04FF536-15B0-4467-8EB8-D0A227239F82}" dt="2025-03-20T19:55:04.898" v="15790" actId="20577"/>
        <pc:sldMkLst>
          <pc:docMk/>
          <pc:sldMk cId="2307685924" sldId="2316"/>
        </pc:sldMkLst>
      </pc:sldChg>
      <pc:sldChg chg="modSp new mod">
        <pc:chgData name="Jithendra HS" userId="fbed575dba93ca78" providerId="LiveId" clId="{E04FF536-15B0-4467-8EB8-D0A227239F82}" dt="2025-03-20T19:57:28.723" v="15796" actId="20577"/>
        <pc:sldMkLst>
          <pc:docMk/>
          <pc:sldMk cId="1445213091" sldId="2317"/>
        </pc:sldMkLst>
      </pc:sldChg>
      <pc:sldChg chg="modSp add mod">
        <pc:chgData name="Jithendra HS" userId="fbed575dba93ca78" providerId="LiveId" clId="{E04FF536-15B0-4467-8EB8-D0A227239F82}" dt="2025-03-23T04:12:03.811" v="15942" actId="20577"/>
        <pc:sldMkLst>
          <pc:docMk/>
          <pc:sldMk cId="2365843947" sldId="2318"/>
        </pc:sldMkLst>
      </pc:sldChg>
      <pc:sldChg chg="addSp delSp modSp new del mod">
        <pc:chgData name="Jithendra HS" userId="fbed575dba93ca78" providerId="LiveId" clId="{E04FF536-15B0-4467-8EB8-D0A227239F82}" dt="2025-04-10T02:48:36.721" v="16208" actId="47"/>
        <pc:sldMkLst>
          <pc:docMk/>
          <pc:sldMk cId="480093676" sldId="2319"/>
        </pc:sldMkLst>
      </pc:sldChg>
      <pc:sldChg chg="new del">
        <pc:chgData name="Jithendra HS" userId="fbed575dba93ca78" providerId="LiveId" clId="{E04FF536-15B0-4467-8EB8-D0A227239F82}" dt="2025-04-06T05:03:28.922" v="15994" actId="47"/>
        <pc:sldMkLst>
          <pc:docMk/>
          <pc:sldMk cId="1784417582" sldId="2320"/>
        </pc:sldMkLst>
      </pc:sldChg>
      <pc:sldChg chg="modSp add mod">
        <pc:chgData name="Jithendra HS" userId="fbed575dba93ca78" providerId="LiveId" clId="{E04FF536-15B0-4467-8EB8-D0A227239F82}" dt="2025-04-06T05:12:36.141" v="16207" actId="20577"/>
        <pc:sldMkLst>
          <pc:docMk/>
          <pc:sldMk cId="3277876271" sldId="2320"/>
        </pc:sldMkLst>
      </pc:sldChg>
      <pc:sldChg chg="modSp add mod">
        <pc:chgData name="Jithendra HS" userId="fbed575dba93ca78" providerId="LiveId" clId="{E04FF536-15B0-4467-8EB8-D0A227239F82}" dt="2025-04-10T02:52:58.975" v="16253" actId="20577"/>
        <pc:sldMkLst>
          <pc:docMk/>
          <pc:sldMk cId="1777851334" sldId="2321"/>
        </pc:sldMkLst>
      </pc:sldChg>
      <pc:sldChg chg="add del">
        <pc:chgData name="Jithendra HS" userId="fbed575dba93ca78" providerId="LiveId" clId="{E04FF536-15B0-4467-8EB8-D0A227239F82}" dt="2025-04-10T02:51:28.584" v="16238"/>
        <pc:sldMkLst>
          <pc:docMk/>
          <pc:sldMk cId="3459306686" sldId="2321"/>
        </pc:sldMkLst>
      </pc:sldChg>
      <pc:sldChg chg="modSp add mod">
        <pc:chgData name="Jithendra HS" userId="fbed575dba93ca78" providerId="LiveId" clId="{E04FF536-15B0-4467-8EB8-D0A227239F82}" dt="2025-04-10T17:03:23.639" v="17371" actId="20577"/>
        <pc:sldMkLst>
          <pc:docMk/>
          <pc:sldMk cId="2013329229" sldId="2322"/>
        </pc:sldMkLst>
      </pc:sldChg>
      <pc:sldChg chg="modSp add mod">
        <pc:chgData name="Jithendra HS" userId="fbed575dba93ca78" providerId="LiveId" clId="{E04FF536-15B0-4467-8EB8-D0A227239F82}" dt="2025-04-10T17:03:32.205" v="17383" actId="20577"/>
        <pc:sldMkLst>
          <pc:docMk/>
          <pc:sldMk cId="981738682" sldId="2323"/>
        </pc:sldMkLst>
      </pc:sldChg>
      <pc:sldChg chg="addSp delSp modSp add mod">
        <pc:chgData name="Jithendra HS" userId="fbed575dba93ca78" providerId="LiveId" clId="{E04FF536-15B0-4467-8EB8-D0A227239F82}" dt="2025-04-10T17:06:22.463" v="17398" actId="1076"/>
        <pc:sldMkLst>
          <pc:docMk/>
          <pc:sldMk cId="138462744" sldId="2324"/>
        </pc:sldMkLst>
      </pc:sldChg>
      <pc:sldChg chg="add">
        <pc:chgData name="Jithendra HS" userId="fbed575dba93ca78" providerId="LiveId" clId="{E04FF536-15B0-4467-8EB8-D0A227239F82}" dt="2025-04-10T02:52:22.399" v="16239"/>
        <pc:sldMkLst>
          <pc:docMk/>
          <pc:sldMk cId="1780462401" sldId="2325"/>
        </pc:sldMkLst>
      </pc:sldChg>
      <pc:sldChg chg="addSp delSp modSp add mod">
        <pc:chgData name="Jithendra HS" userId="fbed575dba93ca78" providerId="LiveId" clId="{E04FF536-15B0-4467-8EB8-D0A227239F82}" dt="2025-04-10T02:58:34.583" v="16397" actId="1076"/>
        <pc:sldMkLst>
          <pc:docMk/>
          <pc:sldMk cId="1502345996" sldId="2326"/>
        </pc:sldMkLst>
      </pc:sldChg>
      <pc:sldChg chg="add">
        <pc:chgData name="Jithendra HS" userId="fbed575dba93ca78" providerId="LiveId" clId="{E04FF536-15B0-4467-8EB8-D0A227239F82}" dt="2025-04-10T02:52:22.399" v="16239"/>
        <pc:sldMkLst>
          <pc:docMk/>
          <pc:sldMk cId="758716097" sldId="2327"/>
        </pc:sldMkLst>
      </pc:sldChg>
      <pc:sldChg chg="add">
        <pc:chgData name="Jithendra HS" userId="fbed575dba93ca78" providerId="LiveId" clId="{E04FF536-15B0-4467-8EB8-D0A227239F82}" dt="2025-04-10T02:52:22.399" v="16239"/>
        <pc:sldMkLst>
          <pc:docMk/>
          <pc:sldMk cId="33060153" sldId="2328"/>
        </pc:sldMkLst>
      </pc:sldChg>
      <pc:sldChg chg="addSp delSp modSp add mod">
        <pc:chgData name="Jithendra HS" userId="fbed575dba93ca78" providerId="LiveId" clId="{E04FF536-15B0-4467-8EB8-D0A227239F82}" dt="2025-04-10T19:23:45.807" v="18243" actId="20577"/>
        <pc:sldMkLst>
          <pc:docMk/>
          <pc:sldMk cId="728816564" sldId="2329"/>
        </pc:sldMkLst>
        <pc:spChg chg="mod">
          <ac:chgData name="Jithendra HS" userId="fbed575dba93ca78" providerId="LiveId" clId="{E04FF536-15B0-4467-8EB8-D0A227239F82}" dt="2025-04-10T03:06:12.254" v="16465" actId="20577"/>
          <ac:spMkLst>
            <pc:docMk/>
            <pc:sldMk cId="728816564" sldId="2329"/>
            <ac:spMk id="2" creationId="{6C25E22E-B74C-2602-A868-E0D0FE19C2C0}"/>
          </ac:spMkLst>
        </pc:spChg>
        <pc:spChg chg="add mod">
          <ac:chgData name="Jithendra HS" userId="fbed575dba93ca78" providerId="LiveId" clId="{E04FF536-15B0-4467-8EB8-D0A227239F82}" dt="2025-04-10T19:23:33.493" v="18239" actId="1076"/>
          <ac:spMkLst>
            <pc:docMk/>
            <pc:sldMk cId="728816564" sldId="2329"/>
            <ac:spMk id="8" creationId="{1182BB7E-EEF2-D944-5B2F-D28C28DA56C6}"/>
          </ac:spMkLst>
        </pc:spChg>
        <pc:spChg chg="add mod">
          <ac:chgData name="Jithendra HS" userId="fbed575dba93ca78" providerId="LiveId" clId="{E04FF536-15B0-4467-8EB8-D0A227239F82}" dt="2025-04-10T19:23:45.807" v="18243" actId="20577"/>
          <ac:spMkLst>
            <pc:docMk/>
            <pc:sldMk cId="728816564" sldId="2329"/>
            <ac:spMk id="9" creationId="{49BB104F-5D69-BF02-433C-52B2953FF7C7}"/>
          </ac:spMkLst>
        </pc:spChg>
        <pc:picChg chg="add mod">
          <ac:chgData name="Jithendra HS" userId="fbed575dba93ca78" providerId="LiveId" clId="{E04FF536-15B0-4467-8EB8-D0A227239F82}" dt="2025-04-10T03:04:10.886" v="16409" actId="14100"/>
          <ac:picMkLst>
            <pc:docMk/>
            <pc:sldMk cId="728816564" sldId="2329"/>
            <ac:picMk id="5" creationId="{073BE640-C831-9E48-A9CE-B4D0484BF1F3}"/>
          </ac:picMkLst>
        </pc:picChg>
        <pc:picChg chg="add mod">
          <ac:chgData name="Jithendra HS" userId="fbed575dba93ca78" providerId="LiveId" clId="{E04FF536-15B0-4467-8EB8-D0A227239F82}" dt="2025-04-10T17:45:17.285" v="17779" actId="1076"/>
          <ac:picMkLst>
            <pc:docMk/>
            <pc:sldMk cId="728816564" sldId="2329"/>
            <ac:picMk id="6" creationId="{08906DD8-9154-D37E-3531-B77BA66E304F}"/>
          </ac:picMkLst>
        </pc:picChg>
      </pc:sldChg>
      <pc:sldChg chg="add del">
        <pc:chgData name="Jithendra HS" userId="fbed575dba93ca78" providerId="LiveId" clId="{E04FF536-15B0-4467-8EB8-D0A227239F82}" dt="2025-04-10T03:00:08.191" v="16400" actId="47"/>
        <pc:sldMkLst>
          <pc:docMk/>
          <pc:sldMk cId="1382211870" sldId="2330"/>
        </pc:sldMkLst>
      </pc:sldChg>
      <pc:sldChg chg="add del">
        <pc:chgData name="Jithendra HS" userId="fbed575dba93ca78" providerId="LiveId" clId="{E04FF536-15B0-4467-8EB8-D0A227239F82}" dt="2025-04-10T03:00:12.521" v="16401" actId="47"/>
        <pc:sldMkLst>
          <pc:docMk/>
          <pc:sldMk cId="79873531" sldId="2331"/>
        </pc:sldMkLst>
      </pc:sldChg>
      <pc:sldChg chg="add del">
        <pc:chgData name="Jithendra HS" userId="fbed575dba93ca78" providerId="LiveId" clId="{E04FF536-15B0-4467-8EB8-D0A227239F82}" dt="2025-04-10T03:00:15.272" v="16402" actId="47"/>
        <pc:sldMkLst>
          <pc:docMk/>
          <pc:sldMk cId="3621189304" sldId="2332"/>
        </pc:sldMkLst>
      </pc:sldChg>
      <pc:sldChg chg="addSp delSp modSp add mod">
        <pc:chgData name="Jithendra HS" userId="fbed575dba93ca78" providerId="LiveId" clId="{E04FF536-15B0-4467-8EB8-D0A227239F82}" dt="2025-04-10T20:34:18.828" v="18425" actId="20577"/>
        <pc:sldMkLst>
          <pc:docMk/>
          <pc:sldMk cId="4103132114" sldId="2333"/>
        </pc:sldMkLst>
      </pc:sldChg>
      <pc:sldChg chg="addSp delSp modSp add mod">
        <pc:chgData name="Jithendra HS" userId="fbed575dba93ca78" providerId="LiveId" clId="{E04FF536-15B0-4467-8EB8-D0A227239F82}" dt="2025-04-10T20:34:25.600" v="18426" actId="6549"/>
        <pc:sldMkLst>
          <pc:docMk/>
          <pc:sldMk cId="782181442" sldId="2334"/>
        </pc:sldMkLst>
      </pc:sldChg>
      <pc:sldChg chg="addSp delSp modSp add mod">
        <pc:chgData name="Jithendra HS" userId="fbed575dba93ca78" providerId="LiveId" clId="{E04FF536-15B0-4467-8EB8-D0A227239F82}" dt="2025-04-10T22:40:13.003" v="18553" actId="20577"/>
        <pc:sldMkLst>
          <pc:docMk/>
          <pc:sldMk cId="3614807651" sldId="2335"/>
        </pc:sldMkLst>
      </pc:sldChg>
      <pc:sldChg chg="modSp add del mod">
        <pc:chgData name="Jithendra HS" userId="fbed575dba93ca78" providerId="LiveId" clId="{E04FF536-15B0-4467-8EB8-D0A227239F82}" dt="2025-04-10T04:23:59.192" v="17007" actId="47"/>
        <pc:sldMkLst>
          <pc:docMk/>
          <pc:sldMk cId="1744566376" sldId="2336"/>
        </pc:sldMkLst>
      </pc:sldChg>
      <pc:sldChg chg="add">
        <pc:chgData name="Jithendra HS" userId="fbed575dba93ca78" providerId="LiveId" clId="{E04FF536-15B0-4467-8EB8-D0A227239F82}" dt="2025-04-10T02:52:22.399" v="16239"/>
        <pc:sldMkLst>
          <pc:docMk/>
          <pc:sldMk cId="1874800639" sldId="2337"/>
        </pc:sldMkLst>
      </pc:sldChg>
      <pc:sldChg chg="addSp delSp modSp new mod">
        <pc:chgData name="Jithendra HS" userId="fbed575dba93ca78" providerId="LiveId" clId="{E04FF536-15B0-4467-8EB8-D0A227239F82}" dt="2025-04-10T17:29:51.208" v="17503" actId="207"/>
        <pc:sldMkLst>
          <pc:docMk/>
          <pc:sldMk cId="2745520122" sldId="2338"/>
        </pc:sldMkLst>
      </pc:sldChg>
      <pc:sldChg chg="addSp delSp modSp new mod">
        <pc:chgData name="Jithendra HS" userId="fbed575dba93ca78" providerId="LiveId" clId="{E04FF536-15B0-4467-8EB8-D0A227239F82}" dt="2025-04-10T17:56:32.221" v="17836" actId="20577"/>
        <pc:sldMkLst>
          <pc:docMk/>
          <pc:sldMk cId="2626740099" sldId="2339"/>
        </pc:sldMkLst>
      </pc:sldChg>
      <pc:sldChg chg="addSp delSp modSp add mod ord">
        <pc:chgData name="Jithendra HS" userId="fbed575dba93ca78" providerId="LiveId" clId="{E04FF536-15B0-4467-8EB8-D0A227239F82}" dt="2025-04-10T19:03:15.474" v="18057" actId="13926"/>
        <pc:sldMkLst>
          <pc:docMk/>
          <pc:sldMk cId="42041326" sldId="2340"/>
        </pc:sldMkLst>
      </pc:sldChg>
      <pc:sldChg chg="new del">
        <pc:chgData name="Jithendra HS" userId="fbed575dba93ca78" providerId="LiveId" clId="{E04FF536-15B0-4467-8EB8-D0A227239F82}" dt="2025-04-10T18:47:49.525" v="17884" actId="680"/>
        <pc:sldMkLst>
          <pc:docMk/>
          <pc:sldMk cId="3470977236" sldId="2340"/>
        </pc:sldMkLst>
      </pc:sldChg>
      <pc:sldChg chg="modSp add mod">
        <pc:chgData name="Jithendra HS" userId="fbed575dba93ca78" providerId="LiveId" clId="{E04FF536-15B0-4467-8EB8-D0A227239F82}" dt="2025-04-13T03:36:42.944" v="18961" actId="20577"/>
        <pc:sldMkLst>
          <pc:docMk/>
          <pc:sldMk cId="2397238078" sldId="23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9A335D9B-03A2-4803-A9DF-755292C686F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67DD8FE7-7CBA-450D-BF10-A3F473477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91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4253-4057-4341-BC1A-1C896BD27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A1333-FAE3-4D13-8BED-062DACD8C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3982-50DE-4850-B59E-DDEFE02F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28CE896-619B-44F9-BE7F-139D1400166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5D012-7049-4B4E-ADBE-B9D5B82D3AEE}"/>
              </a:ext>
            </a:extLst>
          </p:cNvPr>
          <p:cNvSpPr/>
          <p:nvPr userDrawn="1"/>
        </p:nvSpPr>
        <p:spPr>
          <a:xfrm>
            <a:off x="25167" y="683543"/>
            <a:ext cx="12164038" cy="214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34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6A43-0E84-4732-B711-8D28CD87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1763F-C6C5-40FB-A2B1-5DCDC392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343C-F5C5-4CBD-8CE6-D0E2552B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28CE896-619B-44F9-BE7F-139D1400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607E-CFD3-4F38-A55A-42BDB9BC1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DBDCE-E32F-4381-96AF-9D9306158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B4E3-2E0D-47C5-ADF5-A4EE9013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7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000F-BA9E-4734-ADD7-E5F27F7AA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356"/>
            <a:ext cx="12192000" cy="670402"/>
          </a:xfrm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4329-DA73-4E18-918D-E8C2506A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E961-16FF-4DF3-BBB3-00F5FA35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3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B6FB-5FC5-4D92-820D-0570B1A5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9A36D-5AA9-40FC-9008-AB67BDD2B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6C4A-3F1D-4EAD-A3D3-DDE99642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5510-43DE-4BF0-A87F-71C22584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A018-A310-4558-805E-C05213813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FF5CD-7180-4E59-A463-009AD3E60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06184-957D-4DFE-9429-40CAF609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396E-7360-4EE7-A619-5B89FBA3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0A5D1-9F26-4B9C-ACBB-3EA6BA5D4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76CB7-A16F-47D9-8D47-98677804A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40767-4B25-4F29-80E5-38ADBC5A8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8B0E4-C460-4E5E-A00C-7911C7EFD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91B2E-4E6E-4AE1-BE1F-67C68E02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DA1C9-D632-4E85-BC97-9E0DBEA3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B3A8C-F187-466C-8331-1674B786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8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3AA0-D1F3-4D43-99EE-72662B2E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6EF63-7D54-46E3-873A-70665819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99D83-DF43-48E7-B265-34780F41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925F07A-2E8B-4AB4-8002-8B6DD659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2E82A-14A2-4863-889F-77A7E56A2768}"/>
              </a:ext>
            </a:extLst>
          </p:cNvPr>
          <p:cNvSpPr/>
          <p:nvPr userDrawn="1"/>
        </p:nvSpPr>
        <p:spPr>
          <a:xfrm>
            <a:off x="0" y="266921"/>
            <a:ext cx="12192000" cy="85351"/>
          </a:xfrm>
          <a:prstGeom prst="rect">
            <a:avLst/>
          </a:prstGeom>
          <a:solidFill>
            <a:srgbClr val="C1A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AC606-D713-4A40-BCE7-250D6B73D055}"/>
              </a:ext>
            </a:extLst>
          </p:cNvPr>
          <p:cNvSpPr/>
          <p:nvPr userDrawn="1"/>
        </p:nvSpPr>
        <p:spPr>
          <a:xfrm>
            <a:off x="0" y="0"/>
            <a:ext cx="12192000" cy="29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6166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6A43-0E84-4732-B711-8D28CD87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1763F-C6C5-40FB-A2B1-5DCDC392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7589-DD5B-4658-9FBF-06E3C232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85CA-78BB-434C-AFCA-C8F550A4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343C-F5C5-4CBD-8CE6-D0E2552B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28CE896-619B-44F9-BE7F-139D140016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B7B4B-CBBB-44CF-9F93-95776F14183E}"/>
              </a:ext>
            </a:extLst>
          </p:cNvPr>
          <p:cNvSpPr/>
          <p:nvPr userDrawn="1"/>
        </p:nvSpPr>
        <p:spPr>
          <a:xfrm>
            <a:off x="0" y="6244500"/>
            <a:ext cx="12192000" cy="61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59F95B-59C9-4320-A8E2-156D39606EA8}"/>
              </a:ext>
            </a:extLst>
          </p:cNvPr>
          <p:cNvSpPr/>
          <p:nvPr userDrawn="1"/>
        </p:nvSpPr>
        <p:spPr>
          <a:xfrm>
            <a:off x="0" y="6188944"/>
            <a:ext cx="12192000" cy="54864"/>
          </a:xfrm>
          <a:prstGeom prst="rect">
            <a:avLst/>
          </a:prstGeom>
          <a:solidFill>
            <a:srgbClr val="C1A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BF6547-5DAE-400E-B768-7941B2F5D2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45" y="6270258"/>
            <a:ext cx="649310" cy="6000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99BB35-C494-47DB-8C5A-E387DA3B5A7E}"/>
              </a:ext>
            </a:extLst>
          </p:cNvPr>
          <p:cNvSpPr txBox="1"/>
          <p:nvPr userDrawn="1"/>
        </p:nvSpPr>
        <p:spPr>
          <a:xfrm>
            <a:off x="7330084" y="6385618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Speed Digital Engineering Group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6FF90-677A-46D7-A841-06FE91137DBD}"/>
              </a:ext>
            </a:extLst>
          </p:cNvPr>
          <p:cNvSpPr txBox="1"/>
          <p:nvPr userDrawn="1"/>
        </p:nvSpPr>
        <p:spPr>
          <a:xfrm>
            <a:off x="693313" y="6266118"/>
            <a:ext cx="3944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Bogatin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Piket-May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Electrical, Computer and Energy Engineering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DE7CC1-5885-4924-9B8A-31AB219537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70906" y="6284580"/>
            <a:ext cx="955665" cy="5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5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6A43-0E84-4732-B711-8D28CD87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1763F-C6C5-40FB-A2B1-5DCDC392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7589-DD5B-4658-9FBF-06E3C232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85CA-78BB-434C-AFCA-C8F550A4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343C-F5C5-4CBD-8CE6-D0E2552B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28CE896-619B-44F9-BE7F-139D140016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B7B4B-CBBB-44CF-9F93-95776F14183E}"/>
              </a:ext>
            </a:extLst>
          </p:cNvPr>
          <p:cNvSpPr/>
          <p:nvPr userDrawn="1"/>
        </p:nvSpPr>
        <p:spPr>
          <a:xfrm>
            <a:off x="0" y="6244500"/>
            <a:ext cx="12192000" cy="61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59F95B-59C9-4320-A8E2-156D39606EA8}"/>
              </a:ext>
            </a:extLst>
          </p:cNvPr>
          <p:cNvSpPr/>
          <p:nvPr userDrawn="1"/>
        </p:nvSpPr>
        <p:spPr>
          <a:xfrm>
            <a:off x="0" y="6188944"/>
            <a:ext cx="12192000" cy="54864"/>
          </a:xfrm>
          <a:prstGeom prst="rect">
            <a:avLst/>
          </a:prstGeom>
          <a:solidFill>
            <a:srgbClr val="C1A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BF6547-5DAE-400E-B768-7941B2F5D2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45" y="6270258"/>
            <a:ext cx="649310" cy="6000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99BB35-C494-47DB-8C5A-E387DA3B5A7E}"/>
              </a:ext>
            </a:extLst>
          </p:cNvPr>
          <p:cNvSpPr txBox="1"/>
          <p:nvPr userDrawn="1"/>
        </p:nvSpPr>
        <p:spPr>
          <a:xfrm>
            <a:off x="7330084" y="6385618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Speed Digital Engineering Group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6FF90-677A-46D7-A841-06FE91137DBD}"/>
              </a:ext>
            </a:extLst>
          </p:cNvPr>
          <p:cNvSpPr txBox="1"/>
          <p:nvPr userDrawn="1"/>
        </p:nvSpPr>
        <p:spPr>
          <a:xfrm>
            <a:off x="693313" y="6266118"/>
            <a:ext cx="3944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Bogatin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Piket-May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Electrical, Computer and Energy Engineering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DE7CC1-5885-4924-9B8A-31AB219537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70906" y="6284580"/>
            <a:ext cx="955665" cy="5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70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DB31-F321-4A31-AFF7-707187E7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86FD-05FC-4B8C-AA16-3C0973F4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7F320-69A3-4FEC-B1B5-5D8934458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CB9CA-0F84-4D5B-B966-1CD1FCD6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3874E-1E76-4172-A35D-61368DCD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EE246-7723-4E23-8C3A-141411EB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99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EF9F-DDCE-4EE7-8C17-13FF85AF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538E0-F62F-4141-9994-F1DAFA412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15205-7DB9-44B9-801D-281CA40CF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1359D-7549-427F-A7C0-DED17653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4F410-892F-4F74-97DD-6D752002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F233-3631-4858-A7D6-556DE3D7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57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A1A3-AA07-46A3-BBEE-D465560F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4C4A9-C94F-4810-9133-A72725BCE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8DB9B-93AB-4B17-A075-694E3D29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405EB-03E9-4E81-BF25-F7900AFA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CA26-A9E2-4359-99DB-47B4F851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98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F4B409-7081-46BD-8C1C-D44E5832B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0E291-79FF-4FEF-BA49-1BCC05679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5E94-ED17-4777-9C3A-1B19C6CF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4960" y="5809332"/>
            <a:ext cx="94795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7CB8C-1AD3-4A95-AE7B-FDABC498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7A2A-8BF5-4918-94FA-60845FCA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7CA1000-7D8E-4FDA-9C68-2A6A4C31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17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512136" y="1386909"/>
            <a:ext cx="9397408" cy="1972979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32344" y="3675660"/>
            <a:ext cx="7505869" cy="846723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67" b="0" i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Speaker (Company)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Speaker 2 (Company)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32344" y="4866507"/>
            <a:ext cx="7505869" cy="846723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67" b="0" i="1">
                <a:solidFill>
                  <a:schemeClr val="tx1"/>
                </a:solidFill>
                <a:latin typeface="Helvetica Oblique" charset="0"/>
                <a:ea typeface="Helvetica Oblique" charset="0"/>
                <a:cs typeface="Helvetica Oblique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Paper Author 1 (Company), Paper Author 2 (Company),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Paper Author 3 (Company)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8F06AD6-42B1-B840-A60B-21B227430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20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40460" y="1143620"/>
            <a:ext cx="9527341" cy="4510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226577" y="182767"/>
            <a:ext cx="10479859" cy="863805"/>
          </a:xfrm>
          <a:prstGeom prst="rect">
            <a:avLst/>
          </a:prstGeom>
        </p:spPr>
        <p:txBody>
          <a:bodyPr/>
          <a:lstStyle>
            <a:lvl1pPr algn="l">
              <a:defRPr sz="3733" b="1" i="0">
                <a:solidFill>
                  <a:srgbClr val="73B53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A18E4D6-471A-2C43-A336-950ABA1D2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7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2174" y="1240141"/>
            <a:ext cx="4789885" cy="3464984"/>
          </a:xfrm>
          <a:prstGeom prst="rect">
            <a:avLst/>
          </a:prstGeom>
        </p:spPr>
        <p:txBody>
          <a:bodyPr/>
          <a:lstStyle>
            <a:lvl1pPr marL="243834" indent="-243834">
              <a:spcBef>
                <a:spcPts val="0"/>
              </a:spcBef>
              <a:spcAft>
                <a:spcPts val="800"/>
              </a:spcAft>
              <a:buFont typeface="Wingdings" charset="2"/>
              <a:buChar char="§"/>
              <a:defRPr sz="1867" b="1" i="0">
                <a:latin typeface="Helvetica" charset="0"/>
                <a:ea typeface="Helvetica" charset="0"/>
                <a:cs typeface="Helvetica" charset="0"/>
              </a:defRPr>
            </a:lvl1pPr>
            <a:lvl2pPr marL="853419" indent="-243834">
              <a:spcBef>
                <a:spcPts val="0"/>
              </a:spcBef>
              <a:spcAft>
                <a:spcPts val="800"/>
              </a:spcAft>
              <a:buFont typeface="Courier New" charset="0"/>
              <a:buChar char="o"/>
              <a:defRPr sz="1467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1280128" indent="-182875">
              <a:spcBef>
                <a:spcPts val="0"/>
              </a:spcBef>
              <a:spcAft>
                <a:spcPts val="800"/>
              </a:spcAft>
              <a:defRPr sz="1467" b="0" i="1">
                <a:latin typeface="Helvetica Light Oblique" charset="0"/>
                <a:ea typeface="Helvetica Light Oblique" charset="0"/>
                <a:cs typeface="Helvetica Light Oblique" charset="0"/>
              </a:defRPr>
            </a:lvl3pPr>
            <a:lvl4pPr marL="1767796" indent="-182875">
              <a:spcBef>
                <a:spcPts val="0"/>
              </a:spcBef>
              <a:spcAft>
                <a:spcPts val="800"/>
              </a:spcAft>
              <a:defRPr sz="1333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2255464" indent="-182875">
              <a:spcBef>
                <a:spcPts val="0"/>
              </a:spcBef>
              <a:spcAft>
                <a:spcPts val="800"/>
              </a:spcAft>
              <a:defRPr sz="1333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901471" y="1251513"/>
            <a:ext cx="5902111" cy="4477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3"/>
          <p:cNvSpPr>
            <a:spLocks noGrp="1"/>
          </p:cNvSpPr>
          <p:nvPr>
            <p:ph type="title" hasCustomPrompt="1"/>
          </p:nvPr>
        </p:nvSpPr>
        <p:spPr>
          <a:xfrm>
            <a:off x="226577" y="182767"/>
            <a:ext cx="10479859" cy="863805"/>
          </a:xfrm>
          <a:prstGeom prst="rect">
            <a:avLst/>
          </a:prstGeom>
        </p:spPr>
        <p:txBody>
          <a:bodyPr/>
          <a:lstStyle>
            <a:lvl1pPr algn="l">
              <a:defRPr sz="3733" b="1" i="0">
                <a:solidFill>
                  <a:srgbClr val="73B53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BF98AA-79C3-D740-AD32-53210B444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6310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2174" y="1240141"/>
            <a:ext cx="4789885" cy="3464984"/>
          </a:xfrm>
          <a:prstGeom prst="rect">
            <a:avLst/>
          </a:prstGeom>
        </p:spPr>
        <p:txBody>
          <a:bodyPr/>
          <a:lstStyle>
            <a:lvl1pPr marL="243834" indent="-243834">
              <a:spcBef>
                <a:spcPts val="0"/>
              </a:spcBef>
              <a:spcAft>
                <a:spcPts val="800"/>
              </a:spcAft>
              <a:buFont typeface="Wingdings" charset="2"/>
              <a:buChar char="§"/>
              <a:defRPr sz="1867" b="1" i="0">
                <a:latin typeface="Helvetica" charset="0"/>
                <a:ea typeface="Helvetica" charset="0"/>
                <a:cs typeface="Helvetica" charset="0"/>
              </a:defRPr>
            </a:lvl1pPr>
            <a:lvl2pPr marL="853419" indent="-243834">
              <a:spcBef>
                <a:spcPts val="0"/>
              </a:spcBef>
              <a:spcAft>
                <a:spcPts val="800"/>
              </a:spcAft>
              <a:buFont typeface="Courier New" charset="0"/>
              <a:buChar char="o"/>
              <a:defRPr sz="1467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1280128" indent="-182875">
              <a:spcBef>
                <a:spcPts val="0"/>
              </a:spcBef>
              <a:spcAft>
                <a:spcPts val="800"/>
              </a:spcAft>
              <a:defRPr sz="1467" b="0" i="1">
                <a:latin typeface="Helvetica Light Oblique" charset="0"/>
                <a:ea typeface="Helvetica Light Oblique" charset="0"/>
                <a:cs typeface="Helvetica Light Oblique" charset="0"/>
              </a:defRPr>
            </a:lvl3pPr>
            <a:lvl4pPr marL="1767796" indent="-182875">
              <a:spcBef>
                <a:spcPts val="0"/>
              </a:spcBef>
              <a:spcAft>
                <a:spcPts val="800"/>
              </a:spcAft>
              <a:defRPr sz="1333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2255464" indent="-182875">
              <a:spcBef>
                <a:spcPts val="0"/>
              </a:spcBef>
              <a:spcAft>
                <a:spcPts val="800"/>
              </a:spcAft>
              <a:defRPr sz="1333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185409" y="2093139"/>
            <a:ext cx="4067915" cy="33339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3"/>
          <p:cNvSpPr>
            <a:spLocks noGrp="1"/>
          </p:cNvSpPr>
          <p:nvPr>
            <p:ph type="title" hasCustomPrompt="1"/>
          </p:nvPr>
        </p:nvSpPr>
        <p:spPr>
          <a:xfrm>
            <a:off x="226577" y="182767"/>
            <a:ext cx="10479859" cy="863805"/>
          </a:xfrm>
          <a:prstGeom prst="rect">
            <a:avLst/>
          </a:prstGeom>
        </p:spPr>
        <p:txBody>
          <a:bodyPr/>
          <a:lstStyle>
            <a:lvl1pPr algn="l">
              <a:defRPr sz="3733" b="1" i="0">
                <a:solidFill>
                  <a:srgbClr val="73B53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196519" y="1241023"/>
            <a:ext cx="4067595" cy="690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DB470DD-D764-0D41-8CF5-E5FD7F32F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64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512136" y="990600"/>
            <a:ext cx="9397408" cy="1972979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32344" y="3279351"/>
            <a:ext cx="7505869" cy="8467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0" i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32344" y="4470197"/>
            <a:ext cx="7505869" cy="8467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0" i="1">
                <a:solidFill>
                  <a:schemeClr val="bg1"/>
                </a:solidFill>
                <a:latin typeface="Helvetica Oblique" charset="0"/>
                <a:ea typeface="Helvetica Oblique" charset="0"/>
                <a:cs typeface="Helvetica Oblique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36F0F65-E559-4B47-9CB2-B8A9CBE5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288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226577" y="182767"/>
            <a:ext cx="10479859" cy="863805"/>
          </a:xfrm>
          <a:prstGeom prst="rect">
            <a:avLst/>
          </a:prstGeom>
        </p:spPr>
        <p:txBody>
          <a:bodyPr/>
          <a:lstStyle>
            <a:lvl1pPr algn="l">
              <a:defRPr sz="3733" b="1" i="0">
                <a:solidFill>
                  <a:srgbClr val="73B53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8987556" y="1909964"/>
            <a:ext cx="2859185" cy="2772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 marL="609585" indent="0">
              <a:buNone/>
              <a:defRPr sz="1600">
                <a:solidFill>
                  <a:schemeClr val="tx1"/>
                </a:solidFill>
              </a:defRPr>
            </a:lvl2pPr>
            <a:lvl3pPr marL="1219170" indent="0">
              <a:buNone/>
              <a:defRPr sz="1600">
                <a:solidFill>
                  <a:schemeClr val="tx1"/>
                </a:solidFill>
              </a:defRPr>
            </a:lvl3pPr>
            <a:lvl4pPr marL="1828754" indent="0">
              <a:buNone/>
              <a:defRPr sz="1600">
                <a:solidFill>
                  <a:schemeClr val="tx1"/>
                </a:solidFill>
              </a:defRPr>
            </a:lvl4pPr>
            <a:lvl5pPr marL="2438339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49148" y="1424198"/>
            <a:ext cx="3485288" cy="32691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232532" y="1424198"/>
            <a:ext cx="3485288" cy="32691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927888" y="4736819"/>
            <a:ext cx="3528128" cy="10355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85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219170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828754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438339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5211272" y="4736819"/>
            <a:ext cx="3528128" cy="10355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09585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219170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828754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438339" indent="0">
              <a:buNone/>
              <a:defRPr sz="1867" b="1" i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B39D7A60-94C3-EE48-B3AE-0DB55AC08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32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530E20D-BAC1-DE48-9A60-2C01614D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1"/>
            <a:ext cx="140069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AF56D92-6C00-034B-8319-F400623588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706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4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ldNum" idx="12"/>
          </p:nvPr>
        </p:nvSpPr>
        <p:spPr>
          <a:xfrm>
            <a:off x="11740327" y="6356350"/>
            <a:ext cx="5357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1806" y="90575"/>
            <a:ext cx="1028575" cy="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3776" y="841302"/>
            <a:ext cx="1876550" cy="186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481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11497134" y="6356350"/>
            <a:ext cx="5357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9181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ure">
            <a:extLst>
              <a:ext uri="{FF2B5EF4-FFF2-40B4-BE49-F238E27FC236}">
                <a16:creationId xmlns:a16="http://schemas.microsoft.com/office/drawing/2014/main" id="{259E29B8-69B3-4461-B37F-0DBB9DC047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7E9E7-7333-4EF5-9FC3-4CEF923EA801}"/>
              </a:ext>
            </a:extLst>
          </p:cNvPr>
          <p:cNvSpPr/>
          <p:nvPr userDrawn="1"/>
        </p:nvSpPr>
        <p:spPr>
          <a:xfrm>
            <a:off x="3555406" y="4109059"/>
            <a:ext cx="5169494" cy="1434491"/>
          </a:xfrm>
          <a:prstGeom prst="ellipse">
            <a:avLst/>
          </a:prstGeom>
          <a:gradFill flip="none" rotWithShape="1">
            <a:gsLst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/>
          </a:p>
        </p:txBody>
      </p:sp>
      <p:grpSp>
        <p:nvGrpSpPr>
          <p:cNvPr id="40" name="Logo">
            <a:extLst>
              <a:ext uri="{FF2B5EF4-FFF2-40B4-BE49-F238E27FC236}">
                <a16:creationId xmlns:a16="http://schemas.microsoft.com/office/drawing/2014/main" id="{D2A95714-9F6E-48DD-9ED6-94BDDECF0F4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258125" y="4703638"/>
            <a:ext cx="1675750" cy="393192"/>
            <a:chOff x="1231901" y="5359401"/>
            <a:chExt cx="11210925" cy="2630487"/>
          </a:xfrm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39598F92-4036-449A-A381-281AC133F9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6A04830E-5424-4362-9CD6-60CBCC39C2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" name="Ruler">
            <a:extLst>
              <a:ext uri="{FF2B5EF4-FFF2-40B4-BE49-F238E27FC236}">
                <a16:creationId xmlns:a16="http://schemas.microsoft.com/office/drawing/2014/main" id="{DBE24C15-4489-4BF7-A20E-4FEB0A1A6671}"/>
              </a:ext>
            </a:extLst>
          </p:cNvPr>
          <p:cNvGrpSpPr/>
          <p:nvPr userDrawn="1"/>
        </p:nvGrpSpPr>
        <p:grpSpPr>
          <a:xfrm>
            <a:off x="5273041" y="4219340"/>
            <a:ext cx="1645920" cy="339946"/>
            <a:chOff x="5273041" y="4219340"/>
            <a:chExt cx="1645920" cy="339946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BDB098C-E5AE-4364-A913-1C8D462BF9B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3" y="4219340"/>
              <a:ext cx="0" cy="33994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A6D359-A1D3-413C-8281-5A2E7EEE3200}"/>
                </a:ext>
              </a:extLst>
            </p:cNvPr>
            <p:cNvCxnSpPr/>
            <p:nvPr/>
          </p:nvCxnSpPr>
          <p:spPr>
            <a:xfrm>
              <a:off x="527304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A7D9A44-D64C-4D5A-B183-958220A4996C}"/>
                </a:ext>
              </a:extLst>
            </p:cNvPr>
            <p:cNvCxnSpPr/>
            <p:nvPr/>
          </p:nvCxnSpPr>
          <p:spPr>
            <a:xfrm>
              <a:off x="5364485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4F8A2C-8776-4D1A-93D7-4590C0622121}"/>
                </a:ext>
              </a:extLst>
            </p:cNvPr>
            <p:cNvCxnSpPr/>
            <p:nvPr/>
          </p:nvCxnSpPr>
          <p:spPr>
            <a:xfrm>
              <a:off x="545592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91CB2CF-6B6F-48D5-8365-33EC34BA80A0}"/>
                </a:ext>
              </a:extLst>
            </p:cNvPr>
            <p:cNvCxnSpPr/>
            <p:nvPr/>
          </p:nvCxnSpPr>
          <p:spPr>
            <a:xfrm>
              <a:off x="5547364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58D058-1610-4C89-9349-E009140E28F5}"/>
                </a:ext>
              </a:extLst>
            </p:cNvPr>
            <p:cNvCxnSpPr/>
            <p:nvPr/>
          </p:nvCxnSpPr>
          <p:spPr>
            <a:xfrm>
              <a:off x="563880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5743F61-B1FA-44F3-81EC-3FF4A1864B3B}"/>
                </a:ext>
              </a:extLst>
            </p:cNvPr>
            <p:cNvCxnSpPr/>
            <p:nvPr/>
          </p:nvCxnSpPr>
          <p:spPr>
            <a:xfrm>
              <a:off x="5730244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A99D48-7BDC-4896-BBA2-67770AABD231}"/>
                </a:ext>
              </a:extLst>
            </p:cNvPr>
            <p:cNvCxnSpPr/>
            <p:nvPr/>
          </p:nvCxnSpPr>
          <p:spPr>
            <a:xfrm>
              <a:off x="582168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B3F7266-53C6-4879-8513-A4486B8FC303}"/>
                </a:ext>
              </a:extLst>
            </p:cNvPr>
            <p:cNvCxnSpPr/>
            <p:nvPr/>
          </p:nvCxnSpPr>
          <p:spPr>
            <a:xfrm>
              <a:off x="5913123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465021D-7CFB-4445-8798-684D88150AE5}"/>
                </a:ext>
              </a:extLst>
            </p:cNvPr>
            <p:cNvCxnSpPr/>
            <p:nvPr/>
          </p:nvCxnSpPr>
          <p:spPr>
            <a:xfrm>
              <a:off x="6004563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F2AFDE6-7C63-49EA-B242-2927A8B99025}"/>
                </a:ext>
              </a:extLst>
            </p:cNvPr>
            <p:cNvCxnSpPr/>
            <p:nvPr/>
          </p:nvCxnSpPr>
          <p:spPr>
            <a:xfrm>
              <a:off x="6187443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252C539-DDC5-412A-AD14-69BA4ED96AF5}"/>
                </a:ext>
              </a:extLst>
            </p:cNvPr>
            <p:cNvCxnSpPr/>
            <p:nvPr/>
          </p:nvCxnSpPr>
          <p:spPr>
            <a:xfrm>
              <a:off x="6278882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6D93BA2-F008-40E1-825E-6CF327EC92DA}"/>
                </a:ext>
              </a:extLst>
            </p:cNvPr>
            <p:cNvCxnSpPr/>
            <p:nvPr/>
          </p:nvCxnSpPr>
          <p:spPr>
            <a:xfrm>
              <a:off x="6370322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2E7C4B-6367-42C3-B536-906DE4FD552D}"/>
                </a:ext>
              </a:extLst>
            </p:cNvPr>
            <p:cNvCxnSpPr/>
            <p:nvPr/>
          </p:nvCxnSpPr>
          <p:spPr>
            <a:xfrm>
              <a:off x="6461762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A78576E-5C4A-48E5-B281-76308E82DB77}"/>
                </a:ext>
              </a:extLst>
            </p:cNvPr>
            <p:cNvCxnSpPr/>
            <p:nvPr/>
          </p:nvCxnSpPr>
          <p:spPr>
            <a:xfrm>
              <a:off x="6553202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1B39927-09E1-467A-8149-FE7A19A30F66}"/>
                </a:ext>
              </a:extLst>
            </p:cNvPr>
            <p:cNvCxnSpPr/>
            <p:nvPr/>
          </p:nvCxnSpPr>
          <p:spPr>
            <a:xfrm>
              <a:off x="6644642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32B564-C1C7-4C1A-8066-81D90765D42D}"/>
                </a:ext>
              </a:extLst>
            </p:cNvPr>
            <p:cNvCxnSpPr/>
            <p:nvPr/>
          </p:nvCxnSpPr>
          <p:spPr>
            <a:xfrm>
              <a:off x="673608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1267B10-9154-4C28-9140-3AF5C2021E44}"/>
                </a:ext>
              </a:extLst>
            </p:cNvPr>
            <p:cNvCxnSpPr/>
            <p:nvPr/>
          </p:nvCxnSpPr>
          <p:spPr>
            <a:xfrm>
              <a:off x="6827521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290F9B9-A40C-41F9-B489-C1D87E71C101}"/>
                </a:ext>
              </a:extLst>
            </p:cNvPr>
            <p:cNvCxnSpPr/>
            <p:nvPr/>
          </p:nvCxnSpPr>
          <p:spPr>
            <a:xfrm>
              <a:off x="691896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Speaker Name">
            <a:extLst>
              <a:ext uri="{FF2B5EF4-FFF2-40B4-BE49-F238E27FC236}">
                <a16:creationId xmlns:a16="http://schemas.microsoft.com/office/drawing/2014/main" id="{88104DA9-6CD2-4C4F-A6AE-C5D0CD6E01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9295" y="2953512"/>
            <a:ext cx="4020340" cy="402336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buNone/>
              <a:defRPr lang="en-US" sz="1600" b="0" i="1" cap="none" spc="6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Speaker Name</a:t>
            </a:r>
          </a:p>
        </p:txBody>
      </p:sp>
      <p:sp>
        <p:nvSpPr>
          <p:cNvPr id="37" name="Text Placeholder 128">
            <a:extLst>
              <a:ext uri="{FF2B5EF4-FFF2-40B4-BE49-F238E27FC236}">
                <a16:creationId xmlns:a16="http://schemas.microsoft.com/office/drawing/2014/main" id="{69D5EB8D-3B85-4059-8F34-4BFB6D0DE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9638" y="2953512"/>
            <a:ext cx="1513062" cy="402336"/>
          </a:xfr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en-US" sz="1600" b="1" i="1" cap="all" spc="6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 algn="ctr">
              <a:spcBef>
                <a:spcPct val="0"/>
              </a:spcBef>
            </a:pPr>
            <a:r>
              <a:rPr lang="en-US"/>
              <a:t>YYYY.MM.DD</a:t>
            </a:r>
          </a:p>
        </p:txBody>
      </p:sp>
      <p:sp>
        <p:nvSpPr>
          <p:cNvPr id="38" name="Speaker Title">
            <a:extLst>
              <a:ext uri="{FF2B5EF4-FFF2-40B4-BE49-F238E27FC236}">
                <a16:creationId xmlns:a16="http://schemas.microsoft.com/office/drawing/2014/main" id="{0D9078F8-E937-4EF3-AC9B-A84856FA94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9295" y="3355848"/>
            <a:ext cx="5533405" cy="402336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buNone/>
              <a:defRPr lang="en-US" sz="16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Speaker Title / Company Name</a:t>
            </a:r>
          </a:p>
        </p:txBody>
      </p:sp>
      <p:sp>
        <p:nvSpPr>
          <p:cNvPr id="31" name="Title">
            <a:extLst>
              <a:ext uri="{FF2B5EF4-FFF2-40B4-BE49-F238E27FC236}">
                <a16:creationId xmlns:a16="http://schemas.microsoft.com/office/drawing/2014/main" id="{7A92962A-B660-43F3-9C7C-C1CD756ED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1456875"/>
            <a:ext cx="9372600" cy="1336928"/>
          </a:xfrm>
        </p:spPr>
        <p:txBody>
          <a:bodyPr anchor="b"/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Title Slide Layout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49378-BFD9-43A8-8DB2-52BE426047C8}"/>
              </a:ext>
            </a:extLst>
          </p:cNvPr>
          <p:cNvSpPr/>
          <p:nvPr userDrawn="1"/>
        </p:nvSpPr>
        <p:spPr>
          <a:xfrm>
            <a:off x="0" y="0"/>
            <a:ext cx="12192000" cy="14161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137160" tIns="73152" rIns="137160" bIns="73152" rtlCol="0" anchor="ctr">
            <a:noAutofit/>
          </a:bodyPr>
          <a:lstStyle/>
          <a:p>
            <a:pPr marL="182880" lvl="0" indent="-182880" algn="ctr" defTabSz="9144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600" b="1" cap="all" spc="300" baseline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1351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ure">
            <a:extLst>
              <a:ext uri="{FF2B5EF4-FFF2-40B4-BE49-F238E27FC236}">
                <a16:creationId xmlns:a16="http://schemas.microsoft.com/office/drawing/2014/main" id="{B43DC9BF-B86E-41C3-9025-257603C6C4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3C20BBD-F2FD-4A4D-B556-572D7207BCE8}"/>
              </a:ext>
            </a:extLst>
          </p:cNvPr>
          <p:cNvSpPr/>
          <p:nvPr userDrawn="1"/>
        </p:nvSpPr>
        <p:spPr>
          <a:xfrm>
            <a:off x="3555406" y="4109059"/>
            <a:ext cx="5169494" cy="1434491"/>
          </a:xfrm>
          <a:prstGeom prst="ellipse">
            <a:avLst/>
          </a:prstGeom>
          <a:gradFill flip="none" rotWithShape="1">
            <a:gsLst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/>
          </a:p>
        </p:txBody>
      </p:sp>
      <p:grpSp>
        <p:nvGrpSpPr>
          <p:cNvPr id="34" name="Logo">
            <a:extLst>
              <a:ext uri="{FF2B5EF4-FFF2-40B4-BE49-F238E27FC236}">
                <a16:creationId xmlns:a16="http://schemas.microsoft.com/office/drawing/2014/main" id="{E3F269C9-4FA8-4772-AD37-31EE93FFE59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258125" y="4703638"/>
            <a:ext cx="1675750" cy="393192"/>
            <a:chOff x="1231901" y="5359401"/>
            <a:chExt cx="11210925" cy="2630487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09D9C9E1-25E5-483A-B7BC-660D3D3BFE4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98453535-0FA3-4BC2-896D-B75809B197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7" name="Ruler">
            <a:extLst>
              <a:ext uri="{FF2B5EF4-FFF2-40B4-BE49-F238E27FC236}">
                <a16:creationId xmlns:a16="http://schemas.microsoft.com/office/drawing/2014/main" id="{70E5BD5C-60C7-4101-99EB-CFC9224AD7B1}"/>
              </a:ext>
            </a:extLst>
          </p:cNvPr>
          <p:cNvGrpSpPr/>
          <p:nvPr userDrawn="1"/>
        </p:nvGrpSpPr>
        <p:grpSpPr>
          <a:xfrm>
            <a:off x="5273041" y="4219340"/>
            <a:ext cx="1645920" cy="339946"/>
            <a:chOff x="5273041" y="4219340"/>
            <a:chExt cx="1645920" cy="33994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101E02-F838-4187-B559-8AAE85AB8E2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3" y="4219340"/>
              <a:ext cx="0" cy="33994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04FBA9-913D-4B32-AC77-21FE53C07630}"/>
                </a:ext>
              </a:extLst>
            </p:cNvPr>
            <p:cNvCxnSpPr/>
            <p:nvPr/>
          </p:nvCxnSpPr>
          <p:spPr>
            <a:xfrm>
              <a:off x="527304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620BDF-DEE5-4359-9427-F80C2D3B2F2A}"/>
                </a:ext>
              </a:extLst>
            </p:cNvPr>
            <p:cNvCxnSpPr/>
            <p:nvPr/>
          </p:nvCxnSpPr>
          <p:spPr>
            <a:xfrm>
              <a:off x="5364485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09FFEF8-C551-442A-BFBE-82B27BAA70D4}"/>
                </a:ext>
              </a:extLst>
            </p:cNvPr>
            <p:cNvCxnSpPr/>
            <p:nvPr/>
          </p:nvCxnSpPr>
          <p:spPr>
            <a:xfrm>
              <a:off x="545592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30E7191-0FEE-4B6B-AAE0-7E6505AAFF96}"/>
                </a:ext>
              </a:extLst>
            </p:cNvPr>
            <p:cNvCxnSpPr/>
            <p:nvPr/>
          </p:nvCxnSpPr>
          <p:spPr>
            <a:xfrm>
              <a:off x="5547364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0B20760-2C74-490B-8779-0A3CEC331376}"/>
                </a:ext>
              </a:extLst>
            </p:cNvPr>
            <p:cNvCxnSpPr/>
            <p:nvPr/>
          </p:nvCxnSpPr>
          <p:spPr>
            <a:xfrm>
              <a:off x="563880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2C7CD8C-10E9-4C4D-AF46-8EAA7E7B84D7}"/>
                </a:ext>
              </a:extLst>
            </p:cNvPr>
            <p:cNvCxnSpPr/>
            <p:nvPr/>
          </p:nvCxnSpPr>
          <p:spPr>
            <a:xfrm>
              <a:off x="5730244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9DBD41-B998-4B1C-A2AD-746277984ECF}"/>
                </a:ext>
              </a:extLst>
            </p:cNvPr>
            <p:cNvCxnSpPr/>
            <p:nvPr/>
          </p:nvCxnSpPr>
          <p:spPr>
            <a:xfrm>
              <a:off x="5821684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0011DFB-F9A6-4F90-A169-06A40F2D4491}"/>
                </a:ext>
              </a:extLst>
            </p:cNvPr>
            <p:cNvCxnSpPr/>
            <p:nvPr/>
          </p:nvCxnSpPr>
          <p:spPr>
            <a:xfrm>
              <a:off x="5913123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FCB742D-4AAE-446A-95AF-D86CE705B38D}"/>
                </a:ext>
              </a:extLst>
            </p:cNvPr>
            <p:cNvCxnSpPr/>
            <p:nvPr/>
          </p:nvCxnSpPr>
          <p:spPr>
            <a:xfrm>
              <a:off x="6004563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3622024-A6FB-4862-AAA9-378E17CB2F65}"/>
                </a:ext>
              </a:extLst>
            </p:cNvPr>
            <p:cNvCxnSpPr/>
            <p:nvPr/>
          </p:nvCxnSpPr>
          <p:spPr>
            <a:xfrm>
              <a:off x="6187443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DF8BE4-F228-4207-9F16-38714201F036}"/>
                </a:ext>
              </a:extLst>
            </p:cNvPr>
            <p:cNvCxnSpPr/>
            <p:nvPr/>
          </p:nvCxnSpPr>
          <p:spPr>
            <a:xfrm>
              <a:off x="6278882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F0D7718-987E-4A31-88D8-257BD9D16439}"/>
                </a:ext>
              </a:extLst>
            </p:cNvPr>
            <p:cNvCxnSpPr/>
            <p:nvPr/>
          </p:nvCxnSpPr>
          <p:spPr>
            <a:xfrm>
              <a:off x="6370322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1895AC8-2DE9-4C57-9175-D6619461AA6A}"/>
                </a:ext>
              </a:extLst>
            </p:cNvPr>
            <p:cNvCxnSpPr/>
            <p:nvPr/>
          </p:nvCxnSpPr>
          <p:spPr>
            <a:xfrm>
              <a:off x="6461762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15B7B8D-36D9-46DB-BDD6-8D7FCA31766A}"/>
                </a:ext>
              </a:extLst>
            </p:cNvPr>
            <p:cNvCxnSpPr/>
            <p:nvPr/>
          </p:nvCxnSpPr>
          <p:spPr>
            <a:xfrm>
              <a:off x="6553202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81AF8FD-CBB7-47C3-92D4-68F412B850C3}"/>
                </a:ext>
              </a:extLst>
            </p:cNvPr>
            <p:cNvCxnSpPr/>
            <p:nvPr/>
          </p:nvCxnSpPr>
          <p:spPr>
            <a:xfrm>
              <a:off x="6644642" y="4391160"/>
              <a:ext cx="0" cy="168126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75397F3-9A79-4A57-9C34-2D06B47E2F34}"/>
                </a:ext>
              </a:extLst>
            </p:cNvPr>
            <p:cNvCxnSpPr/>
            <p:nvPr/>
          </p:nvCxnSpPr>
          <p:spPr>
            <a:xfrm>
              <a:off x="673608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17F042D-D6EC-49C7-8409-4FB587063A25}"/>
                </a:ext>
              </a:extLst>
            </p:cNvPr>
            <p:cNvCxnSpPr/>
            <p:nvPr/>
          </p:nvCxnSpPr>
          <p:spPr>
            <a:xfrm>
              <a:off x="6827521" y="4447203"/>
              <a:ext cx="0" cy="112083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F47560C-6D83-4B1E-A656-E798CCE71DB3}"/>
                </a:ext>
              </a:extLst>
            </p:cNvPr>
            <p:cNvCxnSpPr/>
            <p:nvPr/>
          </p:nvCxnSpPr>
          <p:spPr>
            <a:xfrm>
              <a:off x="6918961" y="4503244"/>
              <a:ext cx="0" cy="56042"/>
            </a:xfrm>
            <a:prstGeom prst="line">
              <a:avLst/>
            </a:prstGeom>
            <a:ln w="12700" cap="flat">
              <a:solidFill>
                <a:schemeClr val="accent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Speaker Name">
            <a:extLst>
              <a:ext uri="{FF2B5EF4-FFF2-40B4-BE49-F238E27FC236}">
                <a16:creationId xmlns:a16="http://schemas.microsoft.com/office/drawing/2014/main" id="{0D03EEEE-B07B-48F4-B55F-C322BA4FCC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9295" y="2953512"/>
            <a:ext cx="4020340" cy="402336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1" cap="none" spc="6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Speaker Name</a:t>
            </a:r>
          </a:p>
        </p:txBody>
      </p:sp>
      <p:sp>
        <p:nvSpPr>
          <p:cNvPr id="58" name="Text Placeholder 128">
            <a:extLst>
              <a:ext uri="{FF2B5EF4-FFF2-40B4-BE49-F238E27FC236}">
                <a16:creationId xmlns:a16="http://schemas.microsoft.com/office/drawing/2014/main" id="{02F3F674-6E3E-4B4F-A461-192B2E1A3E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9638" y="2953512"/>
            <a:ext cx="1513062" cy="402336"/>
          </a:xfr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i="1" cap="all" spc="6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 algn="ctr">
              <a:spcBef>
                <a:spcPct val="0"/>
              </a:spcBef>
            </a:pPr>
            <a:r>
              <a:rPr lang="en-US"/>
              <a:t>YYYY.MM.DD</a:t>
            </a:r>
          </a:p>
        </p:txBody>
      </p:sp>
      <p:sp>
        <p:nvSpPr>
          <p:cNvPr id="59" name="Speaker Title">
            <a:extLst>
              <a:ext uri="{FF2B5EF4-FFF2-40B4-BE49-F238E27FC236}">
                <a16:creationId xmlns:a16="http://schemas.microsoft.com/office/drawing/2014/main" id="{058F1415-E1D6-47DA-A185-76C3FC2257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9295" y="3355848"/>
            <a:ext cx="5533405" cy="402336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Speaker Title / Company Name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5B3A83E2-FA5C-4BC9-8B76-2DE81BEB61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3329295" y="2440333"/>
            <a:ext cx="5533406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 algn="ctr">
              <a:buNone/>
              <a:defRPr lang="en-US" sz="1600" b="1" cap="all" spc="300" baseline="0" dirty="0">
                <a:solidFill>
                  <a:schemeClr val="bg1"/>
                </a:solidFill>
              </a:defRPr>
            </a:lvl1pPr>
          </a:lstStyle>
          <a:p>
            <a:pPr marL="182880" lvl="0" indent="-182880"/>
            <a:r>
              <a:rPr lang="en-US"/>
              <a:t>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F1EC20-D177-4F9A-AF02-5ABB483C64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935570"/>
            <a:ext cx="9372600" cy="1335024"/>
          </a:xfrm>
        </p:spPr>
        <p:txBody>
          <a:bodyPr anchor="b"/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Title Slide</a:t>
            </a:r>
            <a:br>
              <a:rPr lang="en-US"/>
            </a:br>
            <a:r>
              <a:rPr lang="en-US"/>
              <a:t>with Subtitle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0DA467-6522-4105-A238-D69A42AC0280}"/>
              </a:ext>
            </a:extLst>
          </p:cNvPr>
          <p:cNvSpPr/>
          <p:nvPr userDrawn="1"/>
        </p:nvSpPr>
        <p:spPr>
          <a:xfrm>
            <a:off x="0" y="0"/>
            <a:ext cx="12192000" cy="14161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137160" tIns="73152" rIns="137160" bIns="73152" rtlCol="0" anchor="ctr">
            <a:noAutofit/>
          </a:bodyPr>
          <a:lstStyle/>
          <a:p>
            <a:pPr marL="182880" lvl="0" indent="-182880" algn="ctr" defTabSz="9144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600" b="1" cap="all" spc="300" baseline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3489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ure">
            <a:extLst>
              <a:ext uri="{FF2B5EF4-FFF2-40B4-BE49-F238E27FC236}">
                <a16:creationId xmlns:a16="http://schemas.microsoft.com/office/drawing/2014/main" id="{8069FB3F-2D73-4C3F-A7A8-E6A22F71C3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44ECD5-A100-4CBB-BE85-5E2DB93996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034" b="37183"/>
          <a:stretch/>
        </p:blipFill>
        <p:spPr>
          <a:xfrm>
            <a:off x="0" y="5372101"/>
            <a:ext cx="2354138" cy="1485900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1C588A51-7159-4E94-9856-B64483B8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479908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cap="all" spc="300" baseline="0" dirty="0">
                <a:solidFill>
                  <a:schemeClr val="bg1"/>
                </a:solidFill>
              </a:defRPr>
            </a:lvl1pPr>
          </a:lstStyle>
          <a:p>
            <a:pPr marL="182880" lvl="0" indent="-182880"/>
            <a:r>
              <a:rPr lang="en-US"/>
              <a:t>Subtitle (Delete if not used)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DB11C21-4702-4664-8D59-793314F8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202" y="3528919"/>
            <a:ext cx="9372600" cy="1214393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Segue Layout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52D0D-2EA4-4CCE-90FA-A02A78C358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761C9BF-9222-4B2A-A19A-B5A2710D93B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8" name="Logo">
            <a:extLst>
              <a:ext uri="{FF2B5EF4-FFF2-40B4-BE49-F238E27FC236}">
                <a16:creationId xmlns:a16="http://schemas.microsoft.com/office/drawing/2014/main" id="{507CC42B-659C-4CD4-9F20-358BBD7B0A6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48801B8-52B3-47AC-9853-2375E256E3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4F20CB9-4127-4672-B9D3-714FA916023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3200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600" b="1" cap="all" spc="300" baseline="0" dirty="0">
                <a:solidFill>
                  <a:schemeClr val="bg1"/>
                </a:solidFill>
              </a:defRPr>
            </a:lvl1pPr>
          </a:lstStyle>
          <a:p>
            <a:pPr marL="182880" lvl="0" indent="-182880"/>
            <a:r>
              <a:rPr lang="en-US"/>
              <a:t>Subtitle (Delete if not used)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DC8EF-0ABA-4B52-AEA2-7A3943163E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B8CEC4-B0CD-4400-A6AD-DD3E12310A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</p:spTree>
    <p:extLst>
      <p:ext uri="{BB962C8B-B14F-4D97-AF65-F5344CB8AC3E}">
        <p14:creationId xmlns:p14="http://schemas.microsoft.com/office/powerpoint/2010/main" val="15068027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468E16-0E6F-4B64-BCD8-5D8D8376E1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80" y="1802869"/>
            <a:ext cx="11292840" cy="4479059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(Delete if not used)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94C0C-A1DE-4B4E-81B9-1791716845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6CA66E-0730-4548-BD28-48477B0C3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One Column Layout</a:t>
            </a:r>
          </a:p>
        </p:txBody>
      </p:sp>
    </p:spTree>
    <p:extLst>
      <p:ext uri="{BB962C8B-B14F-4D97-AF65-F5344CB8AC3E}">
        <p14:creationId xmlns:p14="http://schemas.microsoft.com/office/powerpoint/2010/main" val="398775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19DE35-D0AB-4348-89C4-2714CF5EEDE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8776" y="1802869"/>
            <a:ext cx="5532120" cy="4479059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468E16-0E6F-4B64-BCD8-5D8D8376E1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80" y="1802869"/>
            <a:ext cx="5532120" cy="4479059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(Delete if not used)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8BA35-76C2-4ED8-B770-6CBDC27C82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187FFC-2B63-49CE-B2BC-B238E1BC7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Two Column Layout</a:t>
            </a:r>
          </a:p>
        </p:txBody>
      </p:sp>
    </p:spTree>
    <p:extLst>
      <p:ext uri="{BB962C8B-B14F-4D97-AF65-F5344CB8AC3E}">
        <p14:creationId xmlns:p14="http://schemas.microsoft.com/office/powerpoint/2010/main" val="1404107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E7D5292-8D24-405D-9E5D-79D2DD40F6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9016" y="1802869"/>
            <a:ext cx="3611880" cy="4479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19DE35-D0AB-4348-89C4-2714CF5EEDE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89298" y="1802424"/>
            <a:ext cx="3611880" cy="4479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468E16-0E6F-4B64-BCD8-5D8D8376E1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80" y="1802424"/>
            <a:ext cx="3611880" cy="4479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(Delete if not used)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4F64A-6956-41D3-B0E4-CCC3453A7F7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030608-2773-46C2-905B-B17C3B831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Three Column Layout</a:t>
            </a:r>
          </a:p>
        </p:txBody>
      </p:sp>
    </p:spTree>
    <p:extLst>
      <p:ext uri="{BB962C8B-B14F-4D97-AF65-F5344CB8AC3E}">
        <p14:creationId xmlns:p14="http://schemas.microsoft.com/office/powerpoint/2010/main" val="318267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99E3BF3-DA31-48DD-AC45-91FC2DBAAD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51704" y="0"/>
            <a:ext cx="6940296" cy="685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82296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below to insert picture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468E16-0E6F-4B64-BCD8-5D8D8376E1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80" y="1801368"/>
            <a:ext cx="4206240" cy="44805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420624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(D.I.N.U.)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051183-1C65-4067-A80F-CAB4F09E8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202" y="372339"/>
            <a:ext cx="4206240" cy="492443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Photo Right Layout</a:t>
            </a:r>
          </a:p>
        </p:txBody>
      </p:sp>
    </p:spTree>
    <p:extLst>
      <p:ext uri="{BB962C8B-B14F-4D97-AF65-F5344CB8AC3E}">
        <p14:creationId xmlns:p14="http://schemas.microsoft.com/office/powerpoint/2010/main" val="5380534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(Delete if not used)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94C0C-A1DE-4B4E-81B9-1791716845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6CA66E-0730-4548-BD28-48477B0C3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Numbered One Column Layout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4DE42E10-C02B-493C-892E-5A8A326E78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80" y="1802869"/>
            <a:ext cx="11292840" cy="4479059"/>
          </a:xfrm>
        </p:spPr>
        <p:txBody>
          <a:bodyPr/>
          <a:lstStyle>
            <a:lvl1pPr marL="344488" indent="-344488">
              <a:buFont typeface="+mj-lt"/>
              <a:buAutoNum type="arabicPeriod"/>
              <a:tabLst>
                <a:tab pos="288925" algn="l"/>
              </a:tabLst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515938" indent="-163513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687388" indent="-163513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860425" indent="-171450">
              <a:defRPr/>
            </a:lvl4pPr>
            <a:lvl5pPr marL="1031875" indent="-171450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8409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04A056E-0A81-49A4-A1E8-EC8E2D83F6A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447"/>
            <a:ext cx="12192000" cy="6857107"/>
          </a:xfrm>
          <a:solidFill>
            <a:schemeClr val="bg1">
              <a:lumMod val="85000"/>
            </a:schemeClr>
          </a:solidFill>
        </p:spPr>
        <p:txBody>
          <a:bodyPr bIns="640080"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below to insert a picture</a:t>
            </a:r>
          </a:p>
        </p:txBody>
      </p:sp>
    </p:spTree>
    <p:extLst>
      <p:ext uri="{BB962C8B-B14F-4D97-AF65-F5344CB8AC3E}">
        <p14:creationId xmlns:p14="http://schemas.microsoft.com/office/powerpoint/2010/main" val="18114020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Mosa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>
            <a:extLst>
              <a:ext uri="{FF2B5EF4-FFF2-40B4-BE49-F238E27FC236}">
                <a16:creationId xmlns:a16="http://schemas.microsoft.com/office/drawing/2014/main" id="{DFCA12C4-AE90-4F31-9EA7-3AA24CB39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449201" y="920555"/>
            <a:ext cx="7453790" cy="393954"/>
          </a:xfr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</p:spPr>
        <p:txBody>
          <a:bodyPr vert="horz" lIns="137160" tIns="73152" rIns="137160" bIns="73152" rtlCol="0" anchor="ctr">
            <a:spAutoFit/>
          </a:bodyPr>
          <a:lstStyle>
            <a:lvl1pPr marL="0" indent="0">
              <a:buNone/>
              <a:defRPr lang="en-US" sz="1600" b="1" kern="1200" cap="all" spc="3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/>
              <a:t>Subtitle (Delete if not used)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06E54C9-A448-4577-8FFC-86B9235556E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49261" y="1975474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750D041D-3D23-45A0-B825-F6942FB33899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449261" y="3289305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A34408D2-7305-44BD-88E2-4782253029F6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49261" y="4603136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AE057395-5D60-4151-A3F4-BD3C26F517E0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2724005" y="1975474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82EC2578-E69B-48E7-9A0D-509C4DCB31E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724005" y="3289305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7D0D4746-2A3C-4008-AE56-9C971679424A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2724005" y="4603136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FCA5D73-8894-4E23-A184-A54E0EC5A0EE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4998749" y="1975474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6ACBD5C3-DCFC-4051-9545-03D3162522D6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998749" y="3289305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A66F51C-4B75-45D7-A374-BEBFC16F4525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4998749" y="4603136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892A4E8F-9D23-4A3B-9CF3-6E98766A0FC3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7273493" y="1975474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C4C030-205C-4BEE-910F-AE86E4049451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7273493" y="3289305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C23546C-CAC0-4FD6-8C62-1F4F217EC83D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7273493" y="4603136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84AFB79-D26E-4F3D-8A40-6D479CF90DB0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9548239" y="1975474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897A7121-A588-46B7-AF5B-FDF684B00905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9548239" y="3289305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89C5946B-4047-4FB3-AC49-D0F9A0F37808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548239" y="4603136"/>
            <a:ext cx="2194560" cy="1234440"/>
          </a:xfrm>
          <a:solidFill>
            <a:schemeClr val="bg1">
              <a:lumMod val="85000"/>
            </a:schemeClr>
          </a:solidFill>
        </p:spPr>
        <p:txBody>
          <a:bodyPr vert="horz" lIns="0" tIns="0" rIns="0" bIns="548640" rtlCol="0" anchor="ctr">
            <a:noAutofit/>
          </a:bodyPr>
          <a:lstStyle>
            <a:lvl1pPr mar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DC077E-289F-4AAE-B3F6-9B318C828A2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4F685A-9886-45FB-8B04-AB8597A67C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Photo Mosaic Layout</a:t>
            </a:r>
          </a:p>
        </p:txBody>
      </p:sp>
    </p:spTree>
    <p:extLst>
      <p:ext uri="{BB962C8B-B14F-4D97-AF65-F5344CB8AC3E}">
        <p14:creationId xmlns:p14="http://schemas.microsoft.com/office/powerpoint/2010/main" val="26082300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ure">
            <a:extLst>
              <a:ext uri="{FF2B5EF4-FFF2-40B4-BE49-F238E27FC236}">
                <a16:creationId xmlns:a16="http://schemas.microsoft.com/office/drawing/2014/main" id="{CE3183E7-4A32-4F91-8AF8-C43C846072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9" name="Affiliation">
            <a:extLst>
              <a:ext uri="{FF2B5EF4-FFF2-40B4-BE49-F238E27FC236}">
                <a16:creationId xmlns:a16="http://schemas.microsoft.com/office/drawing/2014/main" id="{39EF96E8-8057-43E5-A862-D955F5E6F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76819" y="5140292"/>
            <a:ext cx="3248006" cy="4062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B25ECA0C-C715-4AD0-9C0F-8BF3F52AAC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6819" y="4734027"/>
            <a:ext cx="3248006" cy="4062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2" name="Quote">
            <a:extLst>
              <a:ext uri="{FF2B5EF4-FFF2-40B4-BE49-F238E27FC236}">
                <a16:creationId xmlns:a16="http://schemas.microsoft.com/office/drawing/2014/main" id="{86824591-1B5F-489A-9593-4CEFC4B3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819" y="1454532"/>
            <a:ext cx="8636427" cy="327949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91440" rIns="182880" bIns="91440" rtlCol="0" anchor="t">
            <a:noAutofit/>
          </a:bodyPr>
          <a:lstStyle>
            <a:lvl1pPr>
              <a:lnSpc>
                <a:spcPct val="100000"/>
              </a:lnSpc>
              <a:defRPr lang="en-US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Quote layout.</a:t>
            </a:r>
          </a:p>
        </p:txBody>
      </p:sp>
      <p:grpSp>
        <p:nvGrpSpPr>
          <p:cNvPr id="22" name="Quote_Box">
            <a:extLst>
              <a:ext uri="{FF2B5EF4-FFF2-40B4-BE49-F238E27FC236}">
                <a16:creationId xmlns:a16="http://schemas.microsoft.com/office/drawing/2014/main" id="{16644DA2-FD5C-4132-871A-2F4CC3B9C3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27850" y="1454532"/>
            <a:ext cx="648005" cy="648005"/>
            <a:chOff x="1127850" y="1457847"/>
            <a:chExt cx="648005" cy="648005"/>
          </a:xfrm>
        </p:grpSpPr>
        <p:sp>
          <p:nvSpPr>
            <p:cNvPr id="23" name="Quote_Box">
              <a:extLst>
                <a:ext uri="{FF2B5EF4-FFF2-40B4-BE49-F238E27FC236}">
                  <a16:creationId xmlns:a16="http://schemas.microsoft.com/office/drawing/2014/main" id="{F8742923-446F-4F3E-A318-7D750E032EAE}"/>
                </a:ext>
              </a:extLst>
            </p:cNvPr>
            <p:cNvSpPr/>
            <p:nvPr userDrawn="1"/>
          </p:nvSpPr>
          <p:spPr>
            <a:xfrm>
              <a:off x="1127850" y="1457847"/>
              <a:ext cx="648005" cy="6480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txBody>
            <a:bodyPr vert="horz" wrap="square" lIns="0" tIns="137160" rIns="0" bIns="137160" rtlCol="0" anchor="ctr">
              <a:noAutofit/>
            </a:bodyPr>
            <a:lstStyle/>
            <a:p>
              <a:pPr marL="285750" lvl="0" indent="-285750" algn="ctr" defTabSz="914400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sz="3200" b="1" i="0" cap="all" spc="60" baseline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Icon">
              <a:extLst>
                <a:ext uri="{FF2B5EF4-FFF2-40B4-BE49-F238E27FC236}">
                  <a16:creationId xmlns:a16="http://schemas.microsoft.com/office/drawing/2014/main" id="{64D02E25-A2AE-488C-8479-BFF4596F0CD1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300876" y="1648350"/>
              <a:ext cx="301952" cy="237744"/>
            </a:xfrm>
            <a:custGeom>
              <a:avLst/>
              <a:gdLst>
                <a:gd name="T0" fmla="*/ 214 w 589"/>
                <a:gd name="T1" fmla="*/ 464 h 464"/>
                <a:gd name="T2" fmla="*/ 0 w 589"/>
                <a:gd name="T3" fmla="*/ 464 h 464"/>
                <a:gd name="T4" fmla="*/ 0 w 589"/>
                <a:gd name="T5" fmla="*/ 310 h 464"/>
                <a:gd name="T6" fmla="*/ 17 w 589"/>
                <a:gd name="T7" fmla="*/ 164 h 464"/>
                <a:gd name="T8" fmla="*/ 77 w 589"/>
                <a:gd name="T9" fmla="*/ 67 h 464"/>
                <a:gd name="T10" fmla="*/ 190 w 589"/>
                <a:gd name="T11" fmla="*/ 0 h 464"/>
                <a:gd name="T12" fmla="*/ 232 w 589"/>
                <a:gd name="T13" fmla="*/ 88 h 464"/>
                <a:gd name="T14" fmla="*/ 140 w 589"/>
                <a:gd name="T15" fmla="*/ 148 h 464"/>
                <a:gd name="T16" fmla="*/ 111 w 589"/>
                <a:gd name="T17" fmla="*/ 249 h 464"/>
                <a:gd name="T18" fmla="*/ 214 w 589"/>
                <a:gd name="T19" fmla="*/ 249 h 464"/>
                <a:gd name="T20" fmla="*/ 214 w 589"/>
                <a:gd name="T21" fmla="*/ 464 h 464"/>
                <a:gd name="T22" fmla="*/ 572 w 589"/>
                <a:gd name="T23" fmla="*/ 464 h 464"/>
                <a:gd name="T24" fmla="*/ 358 w 589"/>
                <a:gd name="T25" fmla="*/ 464 h 464"/>
                <a:gd name="T26" fmla="*/ 358 w 589"/>
                <a:gd name="T27" fmla="*/ 310 h 464"/>
                <a:gd name="T28" fmla="*/ 374 w 589"/>
                <a:gd name="T29" fmla="*/ 163 h 464"/>
                <a:gd name="T30" fmla="*/ 435 w 589"/>
                <a:gd name="T31" fmla="*/ 67 h 464"/>
                <a:gd name="T32" fmla="*/ 548 w 589"/>
                <a:gd name="T33" fmla="*/ 0 h 464"/>
                <a:gd name="T34" fmla="*/ 589 w 589"/>
                <a:gd name="T35" fmla="*/ 88 h 464"/>
                <a:gd name="T36" fmla="*/ 498 w 589"/>
                <a:gd name="T37" fmla="*/ 148 h 464"/>
                <a:gd name="T38" fmla="*/ 468 w 589"/>
                <a:gd name="T39" fmla="*/ 249 h 464"/>
                <a:gd name="T40" fmla="*/ 572 w 589"/>
                <a:gd name="T41" fmla="*/ 249 h 464"/>
                <a:gd name="T42" fmla="*/ 572 w 589"/>
                <a:gd name="T4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89" h="464">
                  <a:moveTo>
                    <a:pt x="214" y="464"/>
                  </a:moveTo>
                  <a:cubicBezTo>
                    <a:pt x="0" y="464"/>
                    <a:pt x="0" y="464"/>
                    <a:pt x="0" y="464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248"/>
                    <a:pt x="6" y="199"/>
                    <a:pt x="17" y="164"/>
                  </a:cubicBezTo>
                  <a:cubicBezTo>
                    <a:pt x="28" y="128"/>
                    <a:pt x="48" y="96"/>
                    <a:pt x="77" y="67"/>
                  </a:cubicBezTo>
                  <a:cubicBezTo>
                    <a:pt x="107" y="39"/>
                    <a:pt x="144" y="16"/>
                    <a:pt x="190" y="0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189" y="103"/>
                    <a:pt x="159" y="123"/>
                    <a:pt x="140" y="148"/>
                  </a:cubicBezTo>
                  <a:cubicBezTo>
                    <a:pt x="122" y="173"/>
                    <a:pt x="112" y="207"/>
                    <a:pt x="111" y="249"/>
                  </a:cubicBezTo>
                  <a:cubicBezTo>
                    <a:pt x="214" y="249"/>
                    <a:pt x="214" y="249"/>
                    <a:pt x="214" y="249"/>
                  </a:cubicBezTo>
                  <a:lnTo>
                    <a:pt x="214" y="464"/>
                  </a:lnTo>
                  <a:close/>
                  <a:moveTo>
                    <a:pt x="572" y="464"/>
                  </a:moveTo>
                  <a:cubicBezTo>
                    <a:pt x="358" y="464"/>
                    <a:pt x="358" y="464"/>
                    <a:pt x="358" y="464"/>
                  </a:cubicBezTo>
                  <a:cubicBezTo>
                    <a:pt x="358" y="310"/>
                    <a:pt x="358" y="310"/>
                    <a:pt x="358" y="310"/>
                  </a:cubicBezTo>
                  <a:cubicBezTo>
                    <a:pt x="358" y="248"/>
                    <a:pt x="363" y="199"/>
                    <a:pt x="374" y="163"/>
                  </a:cubicBezTo>
                  <a:cubicBezTo>
                    <a:pt x="385" y="128"/>
                    <a:pt x="405" y="96"/>
                    <a:pt x="435" y="67"/>
                  </a:cubicBezTo>
                  <a:cubicBezTo>
                    <a:pt x="465" y="39"/>
                    <a:pt x="502" y="16"/>
                    <a:pt x="548" y="0"/>
                  </a:cubicBezTo>
                  <a:cubicBezTo>
                    <a:pt x="589" y="88"/>
                    <a:pt x="589" y="88"/>
                    <a:pt x="589" y="88"/>
                  </a:cubicBezTo>
                  <a:cubicBezTo>
                    <a:pt x="547" y="103"/>
                    <a:pt x="516" y="123"/>
                    <a:pt x="498" y="148"/>
                  </a:cubicBezTo>
                  <a:cubicBezTo>
                    <a:pt x="479" y="173"/>
                    <a:pt x="469" y="207"/>
                    <a:pt x="468" y="249"/>
                  </a:cubicBezTo>
                  <a:cubicBezTo>
                    <a:pt x="572" y="249"/>
                    <a:pt x="572" y="249"/>
                    <a:pt x="572" y="249"/>
                  </a:cubicBezTo>
                  <a:lnTo>
                    <a:pt x="572" y="4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B22BC-764C-491D-888B-64DE8D2F75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3BF195AF-9651-4702-B588-B7C0FCFE2DB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7" name="Logo">
            <a:extLst>
              <a:ext uri="{FF2B5EF4-FFF2-40B4-BE49-F238E27FC236}">
                <a16:creationId xmlns:a16="http://schemas.microsoft.com/office/drawing/2014/main" id="{D793CBCB-9D3E-4FB2-9244-94F5FE9EB0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5CA6D27F-C163-4B78-8C9F-63F81E7A86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2CF469B8-42CE-43E7-A089-ED56DA2D85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1718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ure">
            <a:extLst>
              <a:ext uri="{FF2B5EF4-FFF2-40B4-BE49-F238E27FC236}">
                <a16:creationId xmlns:a16="http://schemas.microsoft.com/office/drawing/2014/main" id="{3C95BE6E-96AD-4084-ACEE-7830A9F326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04" name="Affiliation">
            <a:extLst>
              <a:ext uri="{FF2B5EF4-FFF2-40B4-BE49-F238E27FC236}">
                <a16:creationId xmlns:a16="http://schemas.microsoft.com/office/drawing/2014/main" id="{705559C5-878A-4763-8DD2-8E2E436F4B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00383" y="5110903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105" name="Name">
            <a:extLst>
              <a:ext uri="{FF2B5EF4-FFF2-40B4-BE49-F238E27FC236}">
                <a16:creationId xmlns:a16="http://schemas.microsoft.com/office/drawing/2014/main" id="{DF4D4582-8847-4F32-8324-0D3299EDB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0383" y="4732338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109" name="Text Placeholder 9">
            <a:extLst>
              <a:ext uri="{FF2B5EF4-FFF2-40B4-BE49-F238E27FC236}">
                <a16:creationId xmlns:a16="http://schemas.microsoft.com/office/drawing/2014/main" id="{4097F5C6-326F-4898-9FB9-3FC9B0D663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0383" y="1630264"/>
            <a:ext cx="5073060" cy="310207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lIns="182880" tIns="182880" rIns="182880" bIns="182880"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/>
            <a:r>
              <a:rPr lang="en-US"/>
              <a:t>Two quote layout.</a:t>
            </a:r>
          </a:p>
        </p:txBody>
      </p:sp>
      <p:grpSp>
        <p:nvGrpSpPr>
          <p:cNvPr id="106" name="Quote_Box">
            <a:extLst>
              <a:ext uri="{FF2B5EF4-FFF2-40B4-BE49-F238E27FC236}">
                <a16:creationId xmlns:a16="http://schemas.microsoft.com/office/drawing/2014/main" id="{ABCF5F15-1C99-4B5F-A62C-06821A1D013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300383" y="1115459"/>
            <a:ext cx="509542" cy="509542"/>
            <a:chOff x="1127850" y="1457847"/>
            <a:chExt cx="648005" cy="648005"/>
          </a:xfrm>
        </p:grpSpPr>
        <p:sp>
          <p:nvSpPr>
            <p:cNvPr id="107" name="Quote_Box">
              <a:extLst>
                <a:ext uri="{FF2B5EF4-FFF2-40B4-BE49-F238E27FC236}">
                  <a16:creationId xmlns:a16="http://schemas.microsoft.com/office/drawing/2014/main" id="{BBFBCDF7-264A-4503-9A4A-3935E8AFA293}"/>
                </a:ext>
              </a:extLst>
            </p:cNvPr>
            <p:cNvSpPr/>
            <p:nvPr userDrawn="1"/>
          </p:nvSpPr>
          <p:spPr>
            <a:xfrm>
              <a:off x="1127850" y="1457847"/>
              <a:ext cx="648005" cy="6480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txBody>
            <a:bodyPr vert="horz" wrap="square" lIns="0" tIns="137160" rIns="0" bIns="137160" rtlCol="0" anchor="ctr">
              <a:noAutofit/>
            </a:bodyPr>
            <a:lstStyle/>
            <a:p>
              <a:pPr marL="285750" lvl="0" indent="-285750" algn="ctr" defTabSz="914400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sz="3200" b="1" i="0" cap="all" spc="60" baseline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8" name="Icon">
              <a:extLst>
                <a:ext uri="{FF2B5EF4-FFF2-40B4-BE49-F238E27FC236}">
                  <a16:creationId xmlns:a16="http://schemas.microsoft.com/office/drawing/2014/main" id="{D21F579F-48BF-483D-8137-FE8CA23EA9A1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300876" y="1648350"/>
              <a:ext cx="301952" cy="237744"/>
            </a:xfrm>
            <a:custGeom>
              <a:avLst/>
              <a:gdLst>
                <a:gd name="T0" fmla="*/ 214 w 589"/>
                <a:gd name="T1" fmla="*/ 464 h 464"/>
                <a:gd name="T2" fmla="*/ 0 w 589"/>
                <a:gd name="T3" fmla="*/ 464 h 464"/>
                <a:gd name="T4" fmla="*/ 0 w 589"/>
                <a:gd name="T5" fmla="*/ 310 h 464"/>
                <a:gd name="T6" fmla="*/ 17 w 589"/>
                <a:gd name="T7" fmla="*/ 164 h 464"/>
                <a:gd name="T8" fmla="*/ 77 w 589"/>
                <a:gd name="T9" fmla="*/ 67 h 464"/>
                <a:gd name="T10" fmla="*/ 190 w 589"/>
                <a:gd name="T11" fmla="*/ 0 h 464"/>
                <a:gd name="T12" fmla="*/ 232 w 589"/>
                <a:gd name="T13" fmla="*/ 88 h 464"/>
                <a:gd name="T14" fmla="*/ 140 w 589"/>
                <a:gd name="T15" fmla="*/ 148 h 464"/>
                <a:gd name="T16" fmla="*/ 111 w 589"/>
                <a:gd name="T17" fmla="*/ 249 h 464"/>
                <a:gd name="T18" fmla="*/ 214 w 589"/>
                <a:gd name="T19" fmla="*/ 249 h 464"/>
                <a:gd name="T20" fmla="*/ 214 w 589"/>
                <a:gd name="T21" fmla="*/ 464 h 464"/>
                <a:gd name="T22" fmla="*/ 572 w 589"/>
                <a:gd name="T23" fmla="*/ 464 h 464"/>
                <a:gd name="T24" fmla="*/ 358 w 589"/>
                <a:gd name="T25" fmla="*/ 464 h 464"/>
                <a:gd name="T26" fmla="*/ 358 w 589"/>
                <a:gd name="T27" fmla="*/ 310 h 464"/>
                <a:gd name="T28" fmla="*/ 374 w 589"/>
                <a:gd name="T29" fmla="*/ 163 h 464"/>
                <a:gd name="T30" fmla="*/ 435 w 589"/>
                <a:gd name="T31" fmla="*/ 67 h 464"/>
                <a:gd name="T32" fmla="*/ 548 w 589"/>
                <a:gd name="T33" fmla="*/ 0 h 464"/>
                <a:gd name="T34" fmla="*/ 589 w 589"/>
                <a:gd name="T35" fmla="*/ 88 h 464"/>
                <a:gd name="T36" fmla="*/ 498 w 589"/>
                <a:gd name="T37" fmla="*/ 148 h 464"/>
                <a:gd name="T38" fmla="*/ 468 w 589"/>
                <a:gd name="T39" fmla="*/ 249 h 464"/>
                <a:gd name="T40" fmla="*/ 572 w 589"/>
                <a:gd name="T41" fmla="*/ 249 h 464"/>
                <a:gd name="T42" fmla="*/ 572 w 589"/>
                <a:gd name="T4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89" h="464">
                  <a:moveTo>
                    <a:pt x="214" y="464"/>
                  </a:moveTo>
                  <a:cubicBezTo>
                    <a:pt x="0" y="464"/>
                    <a:pt x="0" y="464"/>
                    <a:pt x="0" y="464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248"/>
                    <a:pt x="6" y="199"/>
                    <a:pt x="17" y="164"/>
                  </a:cubicBezTo>
                  <a:cubicBezTo>
                    <a:pt x="28" y="128"/>
                    <a:pt x="48" y="96"/>
                    <a:pt x="77" y="67"/>
                  </a:cubicBezTo>
                  <a:cubicBezTo>
                    <a:pt x="107" y="39"/>
                    <a:pt x="144" y="16"/>
                    <a:pt x="190" y="0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189" y="103"/>
                    <a:pt x="159" y="123"/>
                    <a:pt x="140" y="148"/>
                  </a:cubicBezTo>
                  <a:cubicBezTo>
                    <a:pt x="122" y="173"/>
                    <a:pt x="112" y="207"/>
                    <a:pt x="111" y="249"/>
                  </a:cubicBezTo>
                  <a:cubicBezTo>
                    <a:pt x="214" y="249"/>
                    <a:pt x="214" y="249"/>
                    <a:pt x="214" y="249"/>
                  </a:cubicBezTo>
                  <a:lnTo>
                    <a:pt x="214" y="464"/>
                  </a:lnTo>
                  <a:close/>
                  <a:moveTo>
                    <a:pt x="572" y="464"/>
                  </a:moveTo>
                  <a:cubicBezTo>
                    <a:pt x="358" y="464"/>
                    <a:pt x="358" y="464"/>
                    <a:pt x="358" y="464"/>
                  </a:cubicBezTo>
                  <a:cubicBezTo>
                    <a:pt x="358" y="310"/>
                    <a:pt x="358" y="310"/>
                    <a:pt x="358" y="310"/>
                  </a:cubicBezTo>
                  <a:cubicBezTo>
                    <a:pt x="358" y="248"/>
                    <a:pt x="363" y="199"/>
                    <a:pt x="374" y="163"/>
                  </a:cubicBezTo>
                  <a:cubicBezTo>
                    <a:pt x="385" y="128"/>
                    <a:pt x="405" y="96"/>
                    <a:pt x="435" y="67"/>
                  </a:cubicBezTo>
                  <a:cubicBezTo>
                    <a:pt x="465" y="39"/>
                    <a:pt x="502" y="16"/>
                    <a:pt x="548" y="0"/>
                  </a:cubicBezTo>
                  <a:cubicBezTo>
                    <a:pt x="589" y="88"/>
                    <a:pt x="589" y="88"/>
                    <a:pt x="589" y="88"/>
                  </a:cubicBezTo>
                  <a:cubicBezTo>
                    <a:pt x="547" y="103"/>
                    <a:pt x="516" y="123"/>
                    <a:pt x="498" y="148"/>
                  </a:cubicBezTo>
                  <a:cubicBezTo>
                    <a:pt x="479" y="173"/>
                    <a:pt x="469" y="207"/>
                    <a:pt x="468" y="249"/>
                  </a:cubicBezTo>
                  <a:cubicBezTo>
                    <a:pt x="572" y="249"/>
                    <a:pt x="572" y="249"/>
                    <a:pt x="572" y="249"/>
                  </a:cubicBezTo>
                  <a:lnTo>
                    <a:pt x="572" y="4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sp>
        <p:nvSpPr>
          <p:cNvPr id="9" name="Affiliation">
            <a:extLst>
              <a:ext uri="{FF2B5EF4-FFF2-40B4-BE49-F238E27FC236}">
                <a16:creationId xmlns:a16="http://schemas.microsoft.com/office/drawing/2014/main" id="{39EF96E8-8057-43E5-A862-D955F5E6F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111" y="5110903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B25ECA0C-C715-4AD0-9C0F-8BF3F52AAC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7112" y="4732338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F67FD-4532-4FF0-8E1C-EAC346BA12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111" y="1630264"/>
            <a:ext cx="5069850" cy="310207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lIns="182880" tIns="182880" rIns="182880" bIns="182880"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defRPr sz="20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/>
            <a:r>
              <a:rPr lang="en-US"/>
              <a:t>Two quote layout.</a:t>
            </a:r>
          </a:p>
        </p:txBody>
      </p:sp>
      <p:grpSp>
        <p:nvGrpSpPr>
          <p:cNvPr id="7" name="Quote_Box">
            <a:extLst>
              <a:ext uri="{FF2B5EF4-FFF2-40B4-BE49-F238E27FC236}">
                <a16:creationId xmlns:a16="http://schemas.microsoft.com/office/drawing/2014/main" id="{9668343F-8517-4F28-87DB-A2A07E8FB7E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7112" y="1115459"/>
            <a:ext cx="509542" cy="509542"/>
            <a:chOff x="1127850" y="1457847"/>
            <a:chExt cx="648005" cy="648005"/>
          </a:xfrm>
        </p:grpSpPr>
        <p:sp>
          <p:nvSpPr>
            <p:cNvPr id="36" name="Quote_Box">
              <a:extLst>
                <a:ext uri="{FF2B5EF4-FFF2-40B4-BE49-F238E27FC236}">
                  <a16:creationId xmlns:a16="http://schemas.microsoft.com/office/drawing/2014/main" id="{42E56F5C-3AEB-4DE3-8888-7B24F0EA4953}"/>
                </a:ext>
              </a:extLst>
            </p:cNvPr>
            <p:cNvSpPr/>
            <p:nvPr userDrawn="1"/>
          </p:nvSpPr>
          <p:spPr>
            <a:xfrm>
              <a:off x="1127850" y="1457847"/>
              <a:ext cx="648005" cy="6480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txBody>
            <a:bodyPr vert="horz" wrap="square" lIns="0" tIns="137160" rIns="0" bIns="137160" rtlCol="0" anchor="ctr">
              <a:noAutofit/>
            </a:bodyPr>
            <a:lstStyle/>
            <a:p>
              <a:pPr marL="285750" lvl="0" indent="-285750" algn="ctr" defTabSz="914400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sz="3200" b="1" i="0" cap="all" spc="60" baseline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Icon">
              <a:extLst>
                <a:ext uri="{FF2B5EF4-FFF2-40B4-BE49-F238E27FC236}">
                  <a16:creationId xmlns:a16="http://schemas.microsoft.com/office/drawing/2014/main" id="{3DF19E5B-CFF4-45C8-B61A-F63CA122FB99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300876" y="1648350"/>
              <a:ext cx="301952" cy="237744"/>
            </a:xfrm>
            <a:custGeom>
              <a:avLst/>
              <a:gdLst>
                <a:gd name="T0" fmla="*/ 214 w 589"/>
                <a:gd name="T1" fmla="*/ 464 h 464"/>
                <a:gd name="T2" fmla="*/ 0 w 589"/>
                <a:gd name="T3" fmla="*/ 464 h 464"/>
                <a:gd name="T4" fmla="*/ 0 w 589"/>
                <a:gd name="T5" fmla="*/ 310 h 464"/>
                <a:gd name="T6" fmla="*/ 17 w 589"/>
                <a:gd name="T7" fmla="*/ 164 h 464"/>
                <a:gd name="T8" fmla="*/ 77 w 589"/>
                <a:gd name="T9" fmla="*/ 67 h 464"/>
                <a:gd name="T10" fmla="*/ 190 w 589"/>
                <a:gd name="T11" fmla="*/ 0 h 464"/>
                <a:gd name="T12" fmla="*/ 232 w 589"/>
                <a:gd name="T13" fmla="*/ 88 h 464"/>
                <a:gd name="T14" fmla="*/ 140 w 589"/>
                <a:gd name="T15" fmla="*/ 148 h 464"/>
                <a:gd name="T16" fmla="*/ 111 w 589"/>
                <a:gd name="T17" fmla="*/ 249 h 464"/>
                <a:gd name="T18" fmla="*/ 214 w 589"/>
                <a:gd name="T19" fmla="*/ 249 h 464"/>
                <a:gd name="T20" fmla="*/ 214 w 589"/>
                <a:gd name="T21" fmla="*/ 464 h 464"/>
                <a:gd name="T22" fmla="*/ 572 w 589"/>
                <a:gd name="T23" fmla="*/ 464 h 464"/>
                <a:gd name="T24" fmla="*/ 358 w 589"/>
                <a:gd name="T25" fmla="*/ 464 h 464"/>
                <a:gd name="T26" fmla="*/ 358 w 589"/>
                <a:gd name="T27" fmla="*/ 310 h 464"/>
                <a:gd name="T28" fmla="*/ 374 w 589"/>
                <a:gd name="T29" fmla="*/ 163 h 464"/>
                <a:gd name="T30" fmla="*/ 435 w 589"/>
                <a:gd name="T31" fmla="*/ 67 h 464"/>
                <a:gd name="T32" fmla="*/ 548 w 589"/>
                <a:gd name="T33" fmla="*/ 0 h 464"/>
                <a:gd name="T34" fmla="*/ 589 w 589"/>
                <a:gd name="T35" fmla="*/ 88 h 464"/>
                <a:gd name="T36" fmla="*/ 498 w 589"/>
                <a:gd name="T37" fmla="*/ 148 h 464"/>
                <a:gd name="T38" fmla="*/ 468 w 589"/>
                <a:gd name="T39" fmla="*/ 249 h 464"/>
                <a:gd name="T40" fmla="*/ 572 w 589"/>
                <a:gd name="T41" fmla="*/ 249 h 464"/>
                <a:gd name="T42" fmla="*/ 572 w 589"/>
                <a:gd name="T4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89" h="464">
                  <a:moveTo>
                    <a:pt x="214" y="464"/>
                  </a:moveTo>
                  <a:cubicBezTo>
                    <a:pt x="0" y="464"/>
                    <a:pt x="0" y="464"/>
                    <a:pt x="0" y="464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248"/>
                    <a:pt x="6" y="199"/>
                    <a:pt x="17" y="164"/>
                  </a:cubicBezTo>
                  <a:cubicBezTo>
                    <a:pt x="28" y="128"/>
                    <a:pt x="48" y="96"/>
                    <a:pt x="77" y="67"/>
                  </a:cubicBezTo>
                  <a:cubicBezTo>
                    <a:pt x="107" y="39"/>
                    <a:pt x="144" y="16"/>
                    <a:pt x="190" y="0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189" y="103"/>
                    <a:pt x="159" y="123"/>
                    <a:pt x="140" y="148"/>
                  </a:cubicBezTo>
                  <a:cubicBezTo>
                    <a:pt x="122" y="173"/>
                    <a:pt x="112" y="207"/>
                    <a:pt x="111" y="249"/>
                  </a:cubicBezTo>
                  <a:cubicBezTo>
                    <a:pt x="214" y="249"/>
                    <a:pt x="214" y="249"/>
                    <a:pt x="214" y="249"/>
                  </a:cubicBezTo>
                  <a:lnTo>
                    <a:pt x="214" y="464"/>
                  </a:lnTo>
                  <a:close/>
                  <a:moveTo>
                    <a:pt x="572" y="464"/>
                  </a:moveTo>
                  <a:cubicBezTo>
                    <a:pt x="358" y="464"/>
                    <a:pt x="358" y="464"/>
                    <a:pt x="358" y="464"/>
                  </a:cubicBezTo>
                  <a:cubicBezTo>
                    <a:pt x="358" y="310"/>
                    <a:pt x="358" y="310"/>
                    <a:pt x="358" y="310"/>
                  </a:cubicBezTo>
                  <a:cubicBezTo>
                    <a:pt x="358" y="248"/>
                    <a:pt x="363" y="199"/>
                    <a:pt x="374" y="163"/>
                  </a:cubicBezTo>
                  <a:cubicBezTo>
                    <a:pt x="385" y="128"/>
                    <a:pt x="405" y="96"/>
                    <a:pt x="435" y="67"/>
                  </a:cubicBezTo>
                  <a:cubicBezTo>
                    <a:pt x="465" y="39"/>
                    <a:pt x="502" y="16"/>
                    <a:pt x="548" y="0"/>
                  </a:cubicBezTo>
                  <a:cubicBezTo>
                    <a:pt x="589" y="88"/>
                    <a:pt x="589" y="88"/>
                    <a:pt x="589" y="88"/>
                  </a:cubicBezTo>
                  <a:cubicBezTo>
                    <a:pt x="547" y="103"/>
                    <a:pt x="516" y="123"/>
                    <a:pt x="498" y="148"/>
                  </a:cubicBezTo>
                  <a:cubicBezTo>
                    <a:pt x="479" y="173"/>
                    <a:pt x="469" y="207"/>
                    <a:pt x="468" y="249"/>
                  </a:cubicBezTo>
                  <a:cubicBezTo>
                    <a:pt x="572" y="249"/>
                    <a:pt x="572" y="249"/>
                    <a:pt x="572" y="249"/>
                  </a:cubicBezTo>
                  <a:lnTo>
                    <a:pt x="572" y="4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EF5EE-3B70-4DA9-9CA4-B61782592FB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FC713103-2866-494C-A53B-1AB3D87EEA7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3" name="Logo">
            <a:extLst>
              <a:ext uri="{FF2B5EF4-FFF2-40B4-BE49-F238E27FC236}">
                <a16:creationId xmlns:a16="http://schemas.microsoft.com/office/drawing/2014/main" id="{CB047E31-151D-47D0-80D7-E717E2B6922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EEA3A2DC-1140-4EDC-B868-8D42AE958D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B821CE29-24BB-4400-BA45-0223522B7F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24106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ure">
            <a:extLst>
              <a:ext uri="{FF2B5EF4-FFF2-40B4-BE49-F238E27FC236}">
                <a16:creationId xmlns:a16="http://schemas.microsoft.com/office/drawing/2014/main" id="{3C95BE6E-96AD-4084-ACEE-7830A9F326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10" name="Affiliation">
            <a:extLst>
              <a:ext uri="{FF2B5EF4-FFF2-40B4-BE49-F238E27FC236}">
                <a16:creationId xmlns:a16="http://schemas.microsoft.com/office/drawing/2014/main" id="{03391EED-1D97-47E6-8177-6C95A24711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843" y="5110903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111" name="Name">
            <a:extLst>
              <a:ext uri="{FF2B5EF4-FFF2-40B4-BE49-F238E27FC236}">
                <a16:creationId xmlns:a16="http://schemas.microsoft.com/office/drawing/2014/main" id="{F8ADE435-12F0-4A39-B8D8-C041290A99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843" y="4732338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115" name="Text Placeholder 9">
            <a:extLst>
              <a:ext uri="{FF2B5EF4-FFF2-40B4-BE49-F238E27FC236}">
                <a16:creationId xmlns:a16="http://schemas.microsoft.com/office/drawing/2014/main" id="{F508999A-BE23-41E9-BBE2-1DC9042691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842" y="1630264"/>
            <a:ext cx="3246120" cy="310207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lIns="182880" tIns="182880" rIns="182880" bIns="182880">
            <a:no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/>
            <a:r>
              <a:rPr lang="en-US"/>
              <a:t>Three quote layout.</a:t>
            </a:r>
          </a:p>
        </p:txBody>
      </p:sp>
      <p:sp>
        <p:nvSpPr>
          <p:cNvPr id="113" name="Quote_Box">
            <a:extLst>
              <a:ext uri="{FF2B5EF4-FFF2-40B4-BE49-F238E27FC236}">
                <a16:creationId xmlns:a16="http://schemas.microsoft.com/office/drawing/2014/main" id="{63E5C30B-475D-4271-B492-051282960614}"/>
              </a:ext>
            </a:extLst>
          </p:cNvPr>
          <p:cNvSpPr/>
          <p:nvPr userDrawn="1"/>
        </p:nvSpPr>
        <p:spPr>
          <a:xfrm>
            <a:off x="8127844" y="1115459"/>
            <a:ext cx="509542" cy="50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0" tIns="137160" rIns="0" bIns="137160" rtlCol="0" anchor="ctr">
            <a:noAutofit/>
          </a:bodyPr>
          <a:lstStyle/>
          <a:p>
            <a:pPr marL="285750" lvl="0" indent="-285750" algn="ctr" defTabSz="9144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3200" b="1" i="0" cap="all" spc="60" baseline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4" name="Icon">
            <a:extLst>
              <a:ext uri="{FF2B5EF4-FFF2-40B4-BE49-F238E27FC236}">
                <a16:creationId xmlns:a16="http://schemas.microsoft.com/office/drawing/2014/main" id="{6207C573-4A51-45AB-8A2D-1B0EC0E0CF7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263899" y="1265256"/>
            <a:ext cx="237432" cy="186944"/>
          </a:xfrm>
          <a:custGeom>
            <a:avLst/>
            <a:gdLst>
              <a:gd name="T0" fmla="*/ 214 w 589"/>
              <a:gd name="T1" fmla="*/ 464 h 464"/>
              <a:gd name="T2" fmla="*/ 0 w 589"/>
              <a:gd name="T3" fmla="*/ 464 h 464"/>
              <a:gd name="T4" fmla="*/ 0 w 589"/>
              <a:gd name="T5" fmla="*/ 310 h 464"/>
              <a:gd name="T6" fmla="*/ 17 w 589"/>
              <a:gd name="T7" fmla="*/ 164 h 464"/>
              <a:gd name="T8" fmla="*/ 77 w 589"/>
              <a:gd name="T9" fmla="*/ 67 h 464"/>
              <a:gd name="T10" fmla="*/ 190 w 589"/>
              <a:gd name="T11" fmla="*/ 0 h 464"/>
              <a:gd name="T12" fmla="*/ 232 w 589"/>
              <a:gd name="T13" fmla="*/ 88 h 464"/>
              <a:gd name="T14" fmla="*/ 140 w 589"/>
              <a:gd name="T15" fmla="*/ 148 h 464"/>
              <a:gd name="T16" fmla="*/ 111 w 589"/>
              <a:gd name="T17" fmla="*/ 249 h 464"/>
              <a:gd name="T18" fmla="*/ 214 w 589"/>
              <a:gd name="T19" fmla="*/ 249 h 464"/>
              <a:gd name="T20" fmla="*/ 214 w 589"/>
              <a:gd name="T21" fmla="*/ 464 h 464"/>
              <a:gd name="T22" fmla="*/ 572 w 589"/>
              <a:gd name="T23" fmla="*/ 464 h 464"/>
              <a:gd name="T24" fmla="*/ 358 w 589"/>
              <a:gd name="T25" fmla="*/ 464 h 464"/>
              <a:gd name="T26" fmla="*/ 358 w 589"/>
              <a:gd name="T27" fmla="*/ 310 h 464"/>
              <a:gd name="T28" fmla="*/ 374 w 589"/>
              <a:gd name="T29" fmla="*/ 163 h 464"/>
              <a:gd name="T30" fmla="*/ 435 w 589"/>
              <a:gd name="T31" fmla="*/ 67 h 464"/>
              <a:gd name="T32" fmla="*/ 548 w 589"/>
              <a:gd name="T33" fmla="*/ 0 h 464"/>
              <a:gd name="T34" fmla="*/ 589 w 589"/>
              <a:gd name="T35" fmla="*/ 88 h 464"/>
              <a:gd name="T36" fmla="*/ 498 w 589"/>
              <a:gd name="T37" fmla="*/ 148 h 464"/>
              <a:gd name="T38" fmla="*/ 468 w 589"/>
              <a:gd name="T39" fmla="*/ 249 h 464"/>
              <a:gd name="T40" fmla="*/ 572 w 589"/>
              <a:gd name="T41" fmla="*/ 249 h 464"/>
              <a:gd name="T42" fmla="*/ 572 w 589"/>
              <a:gd name="T43" fmla="*/ 464 h 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89" h="464">
                <a:moveTo>
                  <a:pt x="214" y="464"/>
                </a:moveTo>
                <a:cubicBezTo>
                  <a:pt x="0" y="464"/>
                  <a:pt x="0" y="464"/>
                  <a:pt x="0" y="464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248"/>
                  <a:pt x="6" y="199"/>
                  <a:pt x="17" y="164"/>
                </a:cubicBezTo>
                <a:cubicBezTo>
                  <a:pt x="28" y="128"/>
                  <a:pt x="48" y="96"/>
                  <a:pt x="77" y="67"/>
                </a:cubicBezTo>
                <a:cubicBezTo>
                  <a:pt x="107" y="39"/>
                  <a:pt x="144" y="16"/>
                  <a:pt x="190" y="0"/>
                </a:cubicBezTo>
                <a:cubicBezTo>
                  <a:pt x="232" y="88"/>
                  <a:pt x="232" y="88"/>
                  <a:pt x="232" y="88"/>
                </a:cubicBezTo>
                <a:cubicBezTo>
                  <a:pt x="189" y="103"/>
                  <a:pt x="159" y="123"/>
                  <a:pt x="140" y="148"/>
                </a:cubicBezTo>
                <a:cubicBezTo>
                  <a:pt x="122" y="173"/>
                  <a:pt x="112" y="207"/>
                  <a:pt x="111" y="249"/>
                </a:cubicBezTo>
                <a:cubicBezTo>
                  <a:pt x="214" y="249"/>
                  <a:pt x="214" y="249"/>
                  <a:pt x="214" y="249"/>
                </a:cubicBezTo>
                <a:lnTo>
                  <a:pt x="214" y="464"/>
                </a:lnTo>
                <a:close/>
                <a:moveTo>
                  <a:pt x="572" y="464"/>
                </a:moveTo>
                <a:cubicBezTo>
                  <a:pt x="358" y="464"/>
                  <a:pt x="358" y="464"/>
                  <a:pt x="358" y="464"/>
                </a:cubicBezTo>
                <a:cubicBezTo>
                  <a:pt x="358" y="310"/>
                  <a:pt x="358" y="310"/>
                  <a:pt x="358" y="310"/>
                </a:cubicBezTo>
                <a:cubicBezTo>
                  <a:pt x="358" y="248"/>
                  <a:pt x="363" y="199"/>
                  <a:pt x="374" y="163"/>
                </a:cubicBezTo>
                <a:cubicBezTo>
                  <a:pt x="385" y="128"/>
                  <a:pt x="405" y="96"/>
                  <a:pt x="435" y="67"/>
                </a:cubicBezTo>
                <a:cubicBezTo>
                  <a:pt x="465" y="39"/>
                  <a:pt x="502" y="16"/>
                  <a:pt x="548" y="0"/>
                </a:cubicBezTo>
                <a:cubicBezTo>
                  <a:pt x="589" y="88"/>
                  <a:pt x="589" y="88"/>
                  <a:pt x="589" y="88"/>
                </a:cubicBezTo>
                <a:cubicBezTo>
                  <a:pt x="547" y="103"/>
                  <a:pt x="516" y="123"/>
                  <a:pt x="498" y="148"/>
                </a:cubicBezTo>
                <a:cubicBezTo>
                  <a:pt x="479" y="173"/>
                  <a:pt x="469" y="207"/>
                  <a:pt x="468" y="249"/>
                </a:cubicBezTo>
                <a:cubicBezTo>
                  <a:pt x="572" y="249"/>
                  <a:pt x="572" y="249"/>
                  <a:pt x="572" y="249"/>
                </a:cubicBezTo>
                <a:lnTo>
                  <a:pt x="572" y="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04" name="Affiliation">
            <a:extLst>
              <a:ext uri="{FF2B5EF4-FFF2-40B4-BE49-F238E27FC236}">
                <a16:creationId xmlns:a16="http://schemas.microsoft.com/office/drawing/2014/main" id="{705559C5-878A-4763-8DD2-8E2E436F4B4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472940" y="5110903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105" name="Name">
            <a:extLst>
              <a:ext uri="{FF2B5EF4-FFF2-40B4-BE49-F238E27FC236}">
                <a16:creationId xmlns:a16="http://schemas.microsoft.com/office/drawing/2014/main" id="{DF4D4582-8847-4F32-8324-0D3299EDB5AA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472940" y="4732338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109" name="Text Placeholder 9">
            <a:extLst>
              <a:ext uri="{FF2B5EF4-FFF2-40B4-BE49-F238E27FC236}">
                <a16:creationId xmlns:a16="http://schemas.microsoft.com/office/drawing/2014/main" id="{4097F5C6-326F-4898-9FB9-3FC9B0D6639A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472940" y="1630264"/>
            <a:ext cx="3246120" cy="310207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lIns="182880" tIns="182880" rIns="182880" bIns="182880">
            <a:no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/>
            <a:r>
              <a:rPr lang="en-US"/>
              <a:t>Three quote layout.</a:t>
            </a:r>
          </a:p>
        </p:txBody>
      </p:sp>
      <p:sp>
        <p:nvSpPr>
          <p:cNvPr id="107" name="Quote_Box">
            <a:extLst>
              <a:ext uri="{FF2B5EF4-FFF2-40B4-BE49-F238E27FC236}">
                <a16:creationId xmlns:a16="http://schemas.microsoft.com/office/drawing/2014/main" id="{BBFBCDF7-264A-4503-9A4A-3935E8AFA293}"/>
              </a:ext>
            </a:extLst>
          </p:cNvPr>
          <p:cNvSpPr/>
          <p:nvPr userDrawn="1"/>
        </p:nvSpPr>
        <p:spPr>
          <a:xfrm>
            <a:off x="4471995" y="1115459"/>
            <a:ext cx="509542" cy="50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0" tIns="137160" rIns="0" bIns="137160" rtlCol="0" anchor="ctr">
            <a:noAutofit/>
          </a:bodyPr>
          <a:lstStyle/>
          <a:p>
            <a:pPr marL="285750" lvl="0" indent="-285750" algn="ctr" defTabSz="9144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3200" b="1" i="0" cap="all" spc="60" baseline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8" name="Icon">
            <a:extLst>
              <a:ext uri="{FF2B5EF4-FFF2-40B4-BE49-F238E27FC236}">
                <a16:creationId xmlns:a16="http://schemas.microsoft.com/office/drawing/2014/main" id="{D21F579F-48BF-483D-8137-FE8CA23EA9A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08050" y="1265256"/>
            <a:ext cx="237432" cy="186944"/>
          </a:xfrm>
          <a:custGeom>
            <a:avLst/>
            <a:gdLst>
              <a:gd name="T0" fmla="*/ 214 w 589"/>
              <a:gd name="T1" fmla="*/ 464 h 464"/>
              <a:gd name="T2" fmla="*/ 0 w 589"/>
              <a:gd name="T3" fmla="*/ 464 h 464"/>
              <a:gd name="T4" fmla="*/ 0 w 589"/>
              <a:gd name="T5" fmla="*/ 310 h 464"/>
              <a:gd name="T6" fmla="*/ 17 w 589"/>
              <a:gd name="T7" fmla="*/ 164 h 464"/>
              <a:gd name="T8" fmla="*/ 77 w 589"/>
              <a:gd name="T9" fmla="*/ 67 h 464"/>
              <a:gd name="T10" fmla="*/ 190 w 589"/>
              <a:gd name="T11" fmla="*/ 0 h 464"/>
              <a:gd name="T12" fmla="*/ 232 w 589"/>
              <a:gd name="T13" fmla="*/ 88 h 464"/>
              <a:gd name="T14" fmla="*/ 140 w 589"/>
              <a:gd name="T15" fmla="*/ 148 h 464"/>
              <a:gd name="T16" fmla="*/ 111 w 589"/>
              <a:gd name="T17" fmla="*/ 249 h 464"/>
              <a:gd name="T18" fmla="*/ 214 w 589"/>
              <a:gd name="T19" fmla="*/ 249 h 464"/>
              <a:gd name="T20" fmla="*/ 214 w 589"/>
              <a:gd name="T21" fmla="*/ 464 h 464"/>
              <a:gd name="T22" fmla="*/ 572 w 589"/>
              <a:gd name="T23" fmla="*/ 464 h 464"/>
              <a:gd name="T24" fmla="*/ 358 w 589"/>
              <a:gd name="T25" fmla="*/ 464 h 464"/>
              <a:gd name="T26" fmla="*/ 358 w 589"/>
              <a:gd name="T27" fmla="*/ 310 h 464"/>
              <a:gd name="T28" fmla="*/ 374 w 589"/>
              <a:gd name="T29" fmla="*/ 163 h 464"/>
              <a:gd name="T30" fmla="*/ 435 w 589"/>
              <a:gd name="T31" fmla="*/ 67 h 464"/>
              <a:gd name="T32" fmla="*/ 548 w 589"/>
              <a:gd name="T33" fmla="*/ 0 h 464"/>
              <a:gd name="T34" fmla="*/ 589 w 589"/>
              <a:gd name="T35" fmla="*/ 88 h 464"/>
              <a:gd name="T36" fmla="*/ 498 w 589"/>
              <a:gd name="T37" fmla="*/ 148 h 464"/>
              <a:gd name="T38" fmla="*/ 468 w 589"/>
              <a:gd name="T39" fmla="*/ 249 h 464"/>
              <a:gd name="T40" fmla="*/ 572 w 589"/>
              <a:gd name="T41" fmla="*/ 249 h 464"/>
              <a:gd name="T42" fmla="*/ 572 w 589"/>
              <a:gd name="T43" fmla="*/ 464 h 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89" h="464">
                <a:moveTo>
                  <a:pt x="214" y="464"/>
                </a:moveTo>
                <a:cubicBezTo>
                  <a:pt x="0" y="464"/>
                  <a:pt x="0" y="464"/>
                  <a:pt x="0" y="464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248"/>
                  <a:pt x="6" y="199"/>
                  <a:pt x="17" y="164"/>
                </a:cubicBezTo>
                <a:cubicBezTo>
                  <a:pt x="28" y="128"/>
                  <a:pt x="48" y="96"/>
                  <a:pt x="77" y="67"/>
                </a:cubicBezTo>
                <a:cubicBezTo>
                  <a:pt x="107" y="39"/>
                  <a:pt x="144" y="16"/>
                  <a:pt x="190" y="0"/>
                </a:cubicBezTo>
                <a:cubicBezTo>
                  <a:pt x="232" y="88"/>
                  <a:pt x="232" y="88"/>
                  <a:pt x="232" y="88"/>
                </a:cubicBezTo>
                <a:cubicBezTo>
                  <a:pt x="189" y="103"/>
                  <a:pt x="159" y="123"/>
                  <a:pt x="140" y="148"/>
                </a:cubicBezTo>
                <a:cubicBezTo>
                  <a:pt x="122" y="173"/>
                  <a:pt x="112" y="207"/>
                  <a:pt x="111" y="249"/>
                </a:cubicBezTo>
                <a:cubicBezTo>
                  <a:pt x="214" y="249"/>
                  <a:pt x="214" y="249"/>
                  <a:pt x="214" y="249"/>
                </a:cubicBezTo>
                <a:lnTo>
                  <a:pt x="214" y="464"/>
                </a:lnTo>
                <a:close/>
                <a:moveTo>
                  <a:pt x="572" y="464"/>
                </a:moveTo>
                <a:cubicBezTo>
                  <a:pt x="358" y="464"/>
                  <a:pt x="358" y="464"/>
                  <a:pt x="358" y="464"/>
                </a:cubicBezTo>
                <a:cubicBezTo>
                  <a:pt x="358" y="310"/>
                  <a:pt x="358" y="310"/>
                  <a:pt x="358" y="310"/>
                </a:cubicBezTo>
                <a:cubicBezTo>
                  <a:pt x="358" y="248"/>
                  <a:pt x="363" y="199"/>
                  <a:pt x="374" y="163"/>
                </a:cubicBezTo>
                <a:cubicBezTo>
                  <a:pt x="385" y="128"/>
                  <a:pt x="405" y="96"/>
                  <a:pt x="435" y="67"/>
                </a:cubicBezTo>
                <a:cubicBezTo>
                  <a:pt x="465" y="39"/>
                  <a:pt x="502" y="16"/>
                  <a:pt x="548" y="0"/>
                </a:cubicBezTo>
                <a:cubicBezTo>
                  <a:pt x="589" y="88"/>
                  <a:pt x="589" y="88"/>
                  <a:pt x="589" y="88"/>
                </a:cubicBezTo>
                <a:cubicBezTo>
                  <a:pt x="547" y="103"/>
                  <a:pt x="516" y="123"/>
                  <a:pt x="498" y="148"/>
                </a:cubicBezTo>
                <a:cubicBezTo>
                  <a:pt x="479" y="173"/>
                  <a:pt x="469" y="207"/>
                  <a:pt x="468" y="249"/>
                </a:cubicBezTo>
                <a:cubicBezTo>
                  <a:pt x="572" y="249"/>
                  <a:pt x="572" y="249"/>
                  <a:pt x="572" y="249"/>
                </a:cubicBezTo>
                <a:lnTo>
                  <a:pt x="572" y="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9" name="Affiliation">
            <a:extLst>
              <a:ext uri="{FF2B5EF4-FFF2-40B4-BE49-F238E27FC236}">
                <a16:creationId xmlns:a16="http://schemas.microsoft.com/office/drawing/2014/main" id="{39EF96E8-8057-43E5-A862-D955F5E6F29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111" y="5110903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Title / Company Name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B25ECA0C-C715-4AD0-9C0F-8BF3F52AAC6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112" y="4732338"/>
            <a:ext cx="3246120" cy="378565"/>
          </a:xfr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182880" tIns="0" rIns="182880" bIns="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1" cap="none" spc="6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 lvl="0" indent="-182880">
              <a:spcBef>
                <a:spcPct val="0"/>
              </a:spcBef>
            </a:pPr>
            <a:r>
              <a:rPr lang="en-US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F67FD-4532-4FF0-8E1C-EAC346BA123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17112" y="1630264"/>
            <a:ext cx="3246120" cy="3102074"/>
          </a:xfrm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lIns="182880" tIns="182880" rIns="182880" bIns="182880">
            <a:no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1600" b="1" i="0" cap="none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/>
            <a:r>
              <a:rPr lang="en-US"/>
              <a:t>Three quote layout.</a:t>
            </a:r>
          </a:p>
        </p:txBody>
      </p:sp>
      <p:sp>
        <p:nvSpPr>
          <p:cNvPr id="36" name="Quote_Box">
            <a:extLst>
              <a:ext uri="{FF2B5EF4-FFF2-40B4-BE49-F238E27FC236}">
                <a16:creationId xmlns:a16="http://schemas.microsoft.com/office/drawing/2014/main" id="{42E56F5C-3AEB-4DE3-8888-7B24F0EA4953}"/>
              </a:ext>
            </a:extLst>
          </p:cNvPr>
          <p:cNvSpPr/>
          <p:nvPr userDrawn="1"/>
        </p:nvSpPr>
        <p:spPr>
          <a:xfrm>
            <a:off x="817112" y="1115459"/>
            <a:ext cx="509542" cy="50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wrap="square" lIns="0" tIns="137160" rIns="0" bIns="137160" rtlCol="0" anchor="ctr">
            <a:noAutofit/>
          </a:bodyPr>
          <a:lstStyle/>
          <a:p>
            <a:pPr marL="285750" lvl="0" indent="-285750" algn="ctr" defTabSz="9144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3200" b="1" i="0" cap="all" spc="60" baseline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Icon">
            <a:extLst>
              <a:ext uri="{FF2B5EF4-FFF2-40B4-BE49-F238E27FC236}">
                <a16:creationId xmlns:a16="http://schemas.microsoft.com/office/drawing/2014/main" id="{3DF19E5B-CFF4-45C8-B61A-F63CA122FB9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53167" y="1265256"/>
            <a:ext cx="237432" cy="186944"/>
          </a:xfrm>
          <a:custGeom>
            <a:avLst/>
            <a:gdLst>
              <a:gd name="T0" fmla="*/ 214 w 589"/>
              <a:gd name="T1" fmla="*/ 464 h 464"/>
              <a:gd name="T2" fmla="*/ 0 w 589"/>
              <a:gd name="T3" fmla="*/ 464 h 464"/>
              <a:gd name="T4" fmla="*/ 0 w 589"/>
              <a:gd name="T5" fmla="*/ 310 h 464"/>
              <a:gd name="T6" fmla="*/ 17 w 589"/>
              <a:gd name="T7" fmla="*/ 164 h 464"/>
              <a:gd name="T8" fmla="*/ 77 w 589"/>
              <a:gd name="T9" fmla="*/ 67 h 464"/>
              <a:gd name="T10" fmla="*/ 190 w 589"/>
              <a:gd name="T11" fmla="*/ 0 h 464"/>
              <a:gd name="T12" fmla="*/ 232 w 589"/>
              <a:gd name="T13" fmla="*/ 88 h 464"/>
              <a:gd name="T14" fmla="*/ 140 w 589"/>
              <a:gd name="T15" fmla="*/ 148 h 464"/>
              <a:gd name="T16" fmla="*/ 111 w 589"/>
              <a:gd name="T17" fmla="*/ 249 h 464"/>
              <a:gd name="T18" fmla="*/ 214 w 589"/>
              <a:gd name="T19" fmla="*/ 249 h 464"/>
              <a:gd name="T20" fmla="*/ 214 w 589"/>
              <a:gd name="T21" fmla="*/ 464 h 464"/>
              <a:gd name="T22" fmla="*/ 572 w 589"/>
              <a:gd name="T23" fmla="*/ 464 h 464"/>
              <a:gd name="T24" fmla="*/ 358 w 589"/>
              <a:gd name="T25" fmla="*/ 464 h 464"/>
              <a:gd name="T26" fmla="*/ 358 w 589"/>
              <a:gd name="T27" fmla="*/ 310 h 464"/>
              <a:gd name="T28" fmla="*/ 374 w 589"/>
              <a:gd name="T29" fmla="*/ 163 h 464"/>
              <a:gd name="T30" fmla="*/ 435 w 589"/>
              <a:gd name="T31" fmla="*/ 67 h 464"/>
              <a:gd name="T32" fmla="*/ 548 w 589"/>
              <a:gd name="T33" fmla="*/ 0 h 464"/>
              <a:gd name="T34" fmla="*/ 589 w 589"/>
              <a:gd name="T35" fmla="*/ 88 h 464"/>
              <a:gd name="T36" fmla="*/ 498 w 589"/>
              <a:gd name="T37" fmla="*/ 148 h 464"/>
              <a:gd name="T38" fmla="*/ 468 w 589"/>
              <a:gd name="T39" fmla="*/ 249 h 464"/>
              <a:gd name="T40" fmla="*/ 572 w 589"/>
              <a:gd name="T41" fmla="*/ 249 h 464"/>
              <a:gd name="T42" fmla="*/ 572 w 589"/>
              <a:gd name="T43" fmla="*/ 464 h 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89" h="464">
                <a:moveTo>
                  <a:pt x="214" y="464"/>
                </a:moveTo>
                <a:cubicBezTo>
                  <a:pt x="0" y="464"/>
                  <a:pt x="0" y="464"/>
                  <a:pt x="0" y="464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248"/>
                  <a:pt x="6" y="199"/>
                  <a:pt x="17" y="164"/>
                </a:cubicBezTo>
                <a:cubicBezTo>
                  <a:pt x="28" y="128"/>
                  <a:pt x="48" y="96"/>
                  <a:pt x="77" y="67"/>
                </a:cubicBezTo>
                <a:cubicBezTo>
                  <a:pt x="107" y="39"/>
                  <a:pt x="144" y="16"/>
                  <a:pt x="190" y="0"/>
                </a:cubicBezTo>
                <a:cubicBezTo>
                  <a:pt x="232" y="88"/>
                  <a:pt x="232" y="88"/>
                  <a:pt x="232" y="88"/>
                </a:cubicBezTo>
                <a:cubicBezTo>
                  <a:pt x="189" y="103"/>
                  <a:pt x="159" y="123"/>
                  <a:pt x="140" y="148"/>
                </a:cubicBezTo>
                <a:cubicBezTo>
                  <a:pt x="122" y="173"/>
                  <a:pt x="112" y="207"/>
                  <a:pt x="111" y="249"/>
                </a:cubicBezTo>
                <a:cubicBezTo>
                  <a:pt x="214" y="249"/>
                  <a:pt x="214" y="249"/>
                  <a:pt x="214" y="249"/>
                </a:cubicBezTo>
                <a:lnTo>
                  <a:pt x="214" y="464"/>
                </a:lnTo>
                <a:close/>
                <a:moveTo>
                  <a:pt x="572" y="464"/>
                </a:moveTo>
                <a:cubicBezTo>
                  <a:pt x="358" y="464"/>
                  <a:pt x="358" y="464"/>
                  <a:pt x="358" y="464"/>
                </a:cubicBezTo>
                <a:cubicBezTo>
                  <a:pt x="358" y="310"/>
                  <a:pt x="358" y="310"/>
                  <a:pt x="358" y="310"/>
                </a:cubicBezTo>
                <a:cubicBezTo>
                  <a:pt x="358" y="248"/>
                  <a:pt x="363" y="199"/>
                  <a:pt x="374" y="163"/>
                </a:cubicBezTo>
                <a:cubicBezTo>
                  <a:pt x="385" y="128"/>
                  <a:pt x="405" y="96"/>
                  <a:pt x="435" y="67"/>
                </a:cubicBezTo>
                <a:cubicBezTo>
                  <a:pt x="465" y="39"/>
                  <a:pt x="502" y="16"/>
                  <a:pt x="548" y="0"/>
                </a:cubicBezTo>
                <a:cubicBezTo>
                  <a:pt x="589" y="88"/>
                  <a:pt x="589" y="88"/>
                  <a:pt x="589" y="88"/>
                </a:cubicBezTo>
                <a:cubicBezTo>
                  <a:pt x="547" y="103"/>
                  <a:pt x="516" y="123"/>
                  <a:pt x="498" y="148"/>
                </a:cubicBezTo>
                <a:cubicBezTo>
                  <a:pt x="479" y="173"/>
                  <a:pt x="469" y="207"/>
                  <a:pt x="468" y="249"/>
                </a:cubicBezTo>
                <a:cubicBezTo>
                  <a:pt x="572" y="249"/>
                  <a:pt x="572" y="249"/>
                  <a:pt x="572" y="249"/>
                </a:cubicBezTo>
                <a:lnTo>
                  <a:pt x="572" y="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09D31E-8183-451E-99A7-97F7D20575CB}"/>
              </a:ext>
            </a:extLst>
          </p:cNvPr>
          <p:cNvSpPr>
            <a:spLocks noGrp="1"/>
          </p:cNvSpPr>
          <p:nvPr userDrawn="1">
            <p:ph type="ftr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Slide Number">
            <a:extLst>
              <a:ext uri="{FF2B5EF4-FFF2-40B4-BE49-F238E27FC236}">
                <a16:creationId xmlns:a16="http://schemas.microsoft.com/office/drawing/2014/main" id="{64FA7F3B-629E-4994-9D8D-543F3F50ED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8" name="Logo">
            <a:extLst>
              <a:ext uri="{FF2B5EF4-FFF2-40B4-BE49-F238E27FC236}">
                <a16:creationId xmlns:a16="http://schemas.microsoft.com/office/drawing/2014/main" id="{8D803CD8-0215-4AF5-8112-85A0C960BE0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1FE609AA-87CA-4AAA-86B8-3A5F58ED1C2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0A9110DB-3204-4593-B863-F03340BAE9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16853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ure">
            <a:extLst>
              <a:ext uri="{FF2B5EF4-FFF2-40B4-BE49-F238E27FC236}">
                <a16:creationId xmlns:a16="http://schemas.microsoft.com/office/drawing/2014/main" id="{1E4985FC-C4A1-4C4E-9D8B-E1EF235D5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54FD730-BB81-4C20-B6E9-3E0B048CA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202" y="1463040"/>
            <a:ext cx="11292840" cy="3785616"/>
          </a:xfrm>
        </p:spPr>
        <p:txBody>
          <a:bodyPr anchor="ctr"/>
          <a:lstStyle>
            <a:lvl1pPr algn="ctr">
              <a:lnSpc>
                <a:spcPct val="90000"/>
              </a:lnSpc>
              <a:defRPr lang="en-US" sz="44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Large statement layout.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D9AE906-1DB3-4285-A68A-0F8B8AC97C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27E814A0-99D6-40C5-A745-5C658684C0F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7" name="Logo">
            <a:extLst>
              <a:ext uri="{FF2B5EF4-FFF2-40B4-BE49-F238E27FC236}">
                <a16:creationId xmlns:a16="http://schemas.microsoft.com/office/drawing/2014/main" id="{CBA27C52-51B0-46E5-A354-FDA0C0E69C9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AE504F3-CE1B-4FFA-90CB-0DB30ADE04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47EEFBCB-3E60-4B8E-989D-3A4D50513D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05722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D815A8-0624-4A10-B1F3-C19B0E2331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959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ure">
            <a:extLst>
              <a:ext uri="{FF2B5EF4-FFF2-40B4-BE49-F238E27FC236}">
                <a16:creationId xmlns:a16="http://schemas.microsoft.com/office/drawing/2014/main" id="{F2D524AB-E282-4686-B58B-641438DC9B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D298B8-A731-40B0-A82D-73E38F5E3C48}"/>
              </a:ext>
            </a:extLst>
          </p:cNvPr>
          <p:cNvSpPr/>
          <p:nvPr userDrawn="1"/>
        </p:nvSpPr>
        <p:spPr>
          <a:xfrm>
            <a:off x="2990868" y="1895475"/>
            <a:ext cx="6496032" cy="2883030"/>
          </a:xfrm>
          <a:prstGeom prst="ellipse">
            <a:avLst/>
          </a:prstGeom>
          <a:gradFill flip="none" rotWithShape="1">
            <a:gsLst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/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077A18B9-3018-42E0-8877-4E494677B9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757744" y="2807676"/>
            <a:ext cx="4676512" cy="1097280"/>
            <a:chOff x="1231901" y="5359401"/>
            <a:chExt cx="11210925" cy="2630487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66A3BF12-9A81-464B-8E0D-17C715D2D57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C73C4CA-E0CE-41EC-A841-98AAB5DA85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55852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ID">
            <a:extLst>
              <a:ext uri="{FF2B5EF4-FFF2-40B4-BE49-F238E27FC236}">
                <a16:creationId xmlns:a16="http://schemas.microsoft.com/office/drawing/2014/main" id="{B01B4ED1-11E6-4650-B725-EC73B57E4A24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90" name="5-Columns">
              <a:extLst>
                <a:ext uri="{FF2B5EF4-FFF2-40B4-BE49-F238E27FC236}">
                  <a16:creationId xmlns:a16="http://schemas.microsoft.com/office/drawing/2014/main" id="{7FDABA8A-9F63-4CB3-AD6D-E3081FE4A134}"/>
                </a:ext>
              </a:extLst>
            </p:cNvPr>
            <p:cNvGrpSpPr/>
            <p:nvPr userDrawn="1"/>
          </p:nvGrpSpPr>
          <p:grpSpPr>
            <a:xfrm>
              <a:off x="457196" y="6369995"/>
              <a:ext cx="11284638" cy="66775"/>
              <a:chOff x="457196" y="6369995"/>
              <a:chExt cx="11284638" cy="66775"/>
            </a:xfrm>
            <a:solidFill>
              <a:schemeClr val="accent1">
                <a:lumMod val="40000"/>
                <a:lumOff val="60000"/>
                <a:alpha val="35000"/>
              </a:schemeClr>
            </a:solidFill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EB8CCE06-2803-4BC4-8F52-8C22514AAC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196" y="6369995"/>
                <a:ext cx="2085343" cy="667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EFEE6688-BF23-4A0F-B580-67F2EB80DF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57020" y="6369995"/>
                <a:ext cx="2085343" cy="667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0867ECC9-01B8-4FD0-AA00-DB2A4DF6D4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56844" y="6369995"/>
                <a:ext cx="2085343" cy="667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0F74219B-904B-4014-A041-38C261EB95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56668" y="6369995"/>
                <a:ext cx="2085343" cy="667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37F15D0-DE02-4884-B44D-921B540070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56491" y="6369995"/>
                <a:ext cx="2085343" cy="667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</p:grpSp>
        <p:grpSp>
          <p:nvGrpSpPr>
            <p:cNvPr id="91" name="Columns">
              <a:extLst>
                <a:ext uri="{FF2B5EF4-FFF2-40B4-BE49-F238E27FC236}">
                  <a16:creationId xmlns:a16="http://schemas.microsoft.com/office/drawing/2014/main" id="{CA147F0F-2720-4D14-BF12-11A0E876C4F5}"/>
                </a:ext>
              </a:extLst>
            </p:cNvPr>
            <p:cNvGrpSpPr/>
            <p:nvPr userDrawn="1"/>
          </p:nvGrpSpPr>
          <p:grpSpPr>
            <a:xfrm>
              <a:off x="450165" y="422030"/>
              <a:ext cx="11291670" cy="5868573"/>
              <a:chOff x="450165" y="422030"/>
              <a:chExt cx="11291670" cy="5868573"/>
            </a:xfrm>
            <a:solidFill>
              <a:schemeClr val="accent1">
                <a:lumMod val="40000"/>
                <a:lumOff val="60000"/>
                <a:alpha val="20000"/>
              </a:schemeClr>
            </a:solidFill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9751839D-CEC1-45BE-9708-DAA3CE5F68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016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3028180-FC57-41E2-9874-BD949906CC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0987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A428A839-7BAF-4979-A0EE-91F40C11FE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6958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E8E5B971-2FFF-495D-904E-1754501FCD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32929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31A14FD-E4E3-44E8-90C4-63354F192C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8900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25AFDC6-95BA-4E36-A7E5-2434D0A29B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871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D716465D-EE0D-4453-A606-A83F187D3C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0842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3DC79EC4-363A-4716-8E58-408C7D981B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6813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49FF239A-FB3F-48EE-8991-0EE98B0258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2784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42B26A2-737C-48BF-B21F-47EABB25FB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8755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3076E2C-385C-42BA-8312-8A176F9204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47265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B8902CC-F93D-4AE7-A8DC-25DC91A68D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06977" y="422030"/>
                <a:ext cx="734858" cy="58685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67" spc="333">
                    <a:solidFill>
                      <a:prstClr val="white"/>
                    </a:solidFill>
                    <a:latin typeface="Franklin Gothic Book"/>
                  </a:rPr>
                  <a:t> </a:t>
                </a:r>
              </a:p>
            </p:txBody>
          </p:sp>
        </p:grpSp>
        <p:grpSp>
          <p:nvGrpSpPr>
            <p:cNvPr id="92" name="Half-Columns">
              <a:extLst>
                <a:ext uri="{FF2B5EF4-FFF2-40B4-BE49-F238E27FC236}">
                  <a16:creationId xmlns:a16="http://schemas.microsoft.com/office/drawing/2014/main" id="{204B2196-46C3-43E9-B91C-0070561E93CD}"/>
                </a:ext>
              </a:extLst>
            </p:cNvPr>
            <p:cNvGrpSpPr/>
            <p:nvPr userDrawn="1"/>
          </p:nvGrpSpPr>
          <p:grpSpPr>
            <a:xfrm>
              <a:off x="817594" y="422030"/>
              <a:ext cx="10556812" cy="5868573"/>
              <a:chOff x="817594" y="422030"/>
              <a:chExt cx="10556812" cy="5868573"/>
            </a:xfrm>
          </p:grpSpPr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B4C2424A-DAE7-47F5-803E-8B0C3C4C0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59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1F10CFA4-C33B-4610-8DB6-2E8EC6F927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730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B84BBF9-CCBD-4D1E-9F11-4BC2A4DEC4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701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1256665B-0348-4F3E-ACD5-FD9756A20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72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61724F5A-484B-49DE-9661-FAACDAE74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643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69D8861-3D05-4F47-A6E6-629CBE006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614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2AF0C905-F3F8-4655-B2FF-297DA836C0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85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25C9DF23-3824-4397-B5F3-CA748E254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556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810292C-F27F-4ADA-A818-ED47B4FDC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527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FA31E9E-A1D6-4A1F-A31B-8155BD763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498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0ADD4CF6-2B17-408C-B1A2-571FACF84D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4694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B1F99D05-254F-46BB-9DB1-7A8273EE2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74406" y="422030"/>
                <a:ext cx="0" cy="5868573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Minor-Baselines">
              <a:extLst>
                <a:ext uri="{FF2B5EF4-FFF2-40B4-BE49-F238E27FC236}">
                  <a16:creationId xmlns:a16="http://schemas.microsoft.com/office/drawing/2014/main" id="{98E6344D-0E97-46AD-8557-F3655F4C668A}"/>
                </a:ext>
              </a:extLst>
            </p:cNvPr>
            <p:cNvGrpSpPr/>
            <p:nvPr userDrawn="1"/>
          </p:nvGrpSpPr>
          <p:grpSpPr>
            <a:xfrm>
              <a:off x="0" y="594635"/>
              <a:ext cx="12192000" cy="5523360"/>
              <a:chOff x="0" y="594635"/>
              <a:chExt cx="12192000" cy="5523360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3988CC1-B2D8-45F6-99EB-F0C991951B5A}"/>
                  </a:ext>
                </a:extLst>
              </p:cNvPr>
              <p:cNvCxnSpPr/>
              <p:nvPr userDrawn="1"/>
            </p:nvCxnSpPr>
            <p:spPr>
              <a:xfrm flipH="1">
                <a:off x="0" y="128505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DC16D86-ECC2-46A0-98AD-FF37E7984488}"/>
                  </a:ext>
                </a:extLst>
              </p:cNvPr>
              <p:cNvCxnSpPr/>
              <p:nvPr userDrawn="1"/>
            </p:nvCxnSpPr>
            <p:spPr>
              <a:xfrm flipH="1">
                <a:off x="0" y="163026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73384F88-CFC2-485A-85E5-BC9A387E70FA}"/>
                  </a:ext>
                </a:extLst>
              </p:cNvPr>
              <p:cNvCxnSpPr/>
              <p:nvPr userDrawn="1"/>
            </p:nvCxnSpPr>
            <p:spPr>
              <a:xfrm flipH="1">
                <a:off x="0" y="197547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7C0AFBD-D26D-4ADF-A7A4-2C3FA6041EFE}"/>
                  </a:ext>
                </a:extLst>
              </p:cNvPr>
              <p:cNvCxnSpPr/>
              <p:nvPr userDrawn="1"/>
            </p:nvCxnSpPr>
            <p:spPr>
              <a:xfrm flipH="1">
                <a:off x="0" y="232068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B0F5EF3-3B04-4F24-AAF0-42DB116656FA}"/>
                  </a:ext>
                </a:extLst>
              </p:cNvPr>
              <p:cNvCxnSpPr/>
              <p:nvPr userDrawn="1"/>
            </p:nvCxnSpPr>
            <p:spPr>
              <a:xfrm flipH="1">
                <a:off x="0" y="266589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BCEB7FB8-D33A-40E7-837C-1FA51F98C0D6}"/>
                  </a:ext>
                </a:extLst>
              </p:cNvPr>
              <p:cNvCxnSpPr/>
              <p:nvPr userDrawn="1"/>
            </p:nvCxnSpPr>
            <p:spPr>
              <a:xfrm flipH="1">
                <a:off x="0" y="301110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25582-EDFD-47F5-ADFD-07688165CA6C}"/>
                  </a:ext>
                </a:extLst>
              </p:cNvPr>
              <p:cNvCxnSpPr/>
              <p:nvPr userDrawn="1"/>
            </p:nvCxnSpPr>
            <p:spPr>
              <a:xfrm flipH="1">
                <a:off x="0" y="335631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D8EBB482-69CF-40F9-8E45-C88546A14A6E}"/>
                  </a:ext>
                </a:extLst>
              </p:cNvPr>
              <p:cNvCxnSpPr/>
              <p:nvPr userDrawn="1"/>
            </p:nvCxnSpPr>
            <p:spPr>
              <a:xfrm flipH="1">
                <a:off x="0" y="370152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CE2B10BC-DCC9-40B3-82C4-86EB18E49EEC}"/>
                  </a:ext>
                </a:extLst>
              </p:cNvPr>
              <p:cNvCxnSpPr/>
              <p:nvPr userDrawn="1"/>
            </p:nvCxnSpPr>
            <p:spPr>
              <a:xfrm flipH="1">
                <a:off x="0" y="404673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E5809F8-35AA-4D63-B6C8-44DAA8666405}"/>
                  </a:ext>
                </a:extLst>
              </p:cNvPr>
              <p:cNvCxnSpPr/>
              <p:nvPr userDrawn="1"/>
            </p:nvCxnSpPr>
            <p:spPr>
              <a:xfrm flipH="1">
                <a:off x="0" y="439194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A46BE4C-4471-46C7-A09E-442332E02E5B}"/>
                  </a:ext>
                </a:extLst>
              </p:cNvPr>
              <p:cNvCxnSpPr/>
              <p:nvPr userDrawn="1"/>
            </p:nvCxnSpPr>
            <p:spPr>
              <a:xfrm flipH="1">
                <a:off x="0" y="473715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52072814-59AF-4554-A7A1-BB6D9C0EED50}"/>
                  </a:ext>
                </a:extLst>
              </p:cNvPr>
              <p:cNvCxnSpPr/>
              <p:nvPr userDrawn="1"/>
            </p:nvCxnSpPr>
            <p:spPr>
              <a:xfrm flipH="1">
                <a:off x="0" y="508236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32D6D8F-072E-4B53-B77E-DC633C5DA123}"/>
                  </a:ext>
                </a:extLst>
              </p:cNvPr>
              <p:cNvCxnSpPr/>
              <p:nvPr userDrawn="1"/>
            </p:nvCxnSpPr>
            <p:spPr>
              <a:xfrm flipH="1">
                <a:off x="0" y="542757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C36E0E73-A5E6-4E43-A3EA-1688EAC87F2E}"/>
                  </a:ext>
                </a:extLst>
              </p:cNvPr>
              <p:cNvCxnSpPr/>
              <p:nvPr userDrawn="1"/>
            </p:nvCxnSpPr>
            <p:spPr>
              <a:xfrm flipH="1">
                <a:off x="0" y="577278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364620E0-5F0B-419B-9A61-2736EE017C27}"/>
                  </a:ext>
                </a:extLst>
              </p:cNvPr>
              <p:cNvCxnSpPr/>
              <p:nvPr userDrawn="1"/>
            </p:nvCxnSpPr>
            <p:spPr>
              <a:xfrm flipH="1">
                <a:off x="0" y="93984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3600B6D8-8A6B-4BA6-9922-580E6EF2B022}"/>
                  </a:ext>
                </a:extLst>
              </p:cNvPr>
              <p:cNvCxnSpPr/>
              <p:nvPr userDrawn="1"/>
            </p:nvCxnSpPr>
            <p:spPr>
              <a:xfrm flipH="1">
                <a:off x="0" y="59463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79A02F2-15A0-4404-89EA-FD88F74D3901}"/>
                  </a:ext>
                </a:extLst>
              </p:cNvPr>
              <p:cNvCxnSpPr/>
              <p:nvPr userDrawn="1"/>
            </p:nvCxnSpPr>
            <p:spPr>
              <a:xfrm flipH="1">
                <a:off x="0" y="6117995"/>
                <a:ext cx="12192000" cy="0"/>
              </a:xfrm>
              <a:prstGeom prst="line">
                <a:avLst/>
              </a:prstGeom>
              <a:ln w="6350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Major-Baselines">
              <a:extLst>
                <a:ext uri="{FF2B5EF4-FFF2-40B4-BE49-F238E27FC236}">
                  <a16:creationId xmlns:a16="http://schemas.microsoft.com/office/drawing/2014/main" id="{6BF42672-DF70-44F3-B7CA-14A6979B434F}"/>
                </a:ext>
              </a:extLst>
            </p:cNvPr>
            <p:cNvGrpSpPr/>
            <p:nvPr userDrawn="1"/>
          </p:nvGrpSpPr>
          <p:grpSpPr>
            <a:xfrm>
              <a:off x="0" y="767240"/>
              <a:ext cx="12192000" cy="5178150"/>
              <a:chOff x="0" y="767240"/>
              <a:chExt cx="12192000" cy="5178150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9CF9ECB-458C-47D9-B4BC-21087E05A585}"/>
                  </a:ext>
                </a:extLst>
              </p:cNvPr>
              <p:cNvCxnSpPr/>
              <p:nvPr/>
            </p:nvCxnSpPr>
            <p:spPr>
              <a:xfrm flipH="1">
                <a:off x="0" y="145766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6C496AA-6375-48D7-856A-D734E8E4CC99}"/>
                  </a:ext>
                </a:extLst>
              </p:cNvPr>
              <p:cNvCxnSpPr/>
              <p:nvPr/>
            </p:nvCxnSpPr>
            <p:spPr>
              <a:xfrm flipH="1">
                <a:off x="0" y="180287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8EA394B-F758-47C2-8E09-4C30FE4E9810}"/>
                  </a:ext>
                </a:extLst>
              </p:cNvPr>
              <p:cNvCxnSpPr/>
              <p:nvPr/>
            </p:nvCxnSpPr>
            <p:spPr>
              <a:xfrm flipH="1">
                <a:off x="0" y="214808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12C99AEE-DED4-4917-B2D7-796AEC3A484F}"/>
                  </a:ext>
                </a:extLst>
              </p:cNvPr>
              <p:cNvCxnSpPr/>
              <p:nvPr/>
            </p:nvCxnSpPr>
            <p:spPr>
              <a:xfrm flipH="1">
                <a:off x="0" y="249329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9C5D77AD-8508-45AD-834F-CE4F2430EA20}"/>
                  </a:ext>
                </a:extLst>
              </p:cNvPr>
              <p:cNvCxnSpPr/>
              <p:nvPr/>
            </p:nvCxnSpPr>
            <p:spPr>
              <a:xfrm flipH="1">
                <a:off x="0" y="283850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4E9F12A-A21A-40D7-AC40-55C2530CAAF2}"/>
                  </a:ext>
                </a:extLst>
              </p:cNvPr>
              <p:cNvCxnSpPr/>
              <p:nvPr/>
            </p:nvCxnSpPr>
            <p:spPr>
              <a:xfrm flipH="1">
                <a:off x="0" y="318371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75DAFB1-56AC-4F65-BCF8-63F8201D42F1}"/>
                  </a:ext>
                </a:extLst>
              </p:cNvPr>
              <p:cNvCxnSpPr/>
              <p:nvPr/>
            </p:nvCxnSpPr>
            <p:spPr>
              <a:xfrm flipH="1">
                <a:off x="0" y="352892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7C01E0A-93E3-4ED0-B575-9CCBF85B5EB0}"/>
                  </a:ext>
                </a:extLst>
              </p:cNvPr>
              <p:cNvCxnSpPr/>
              <p:nvPr/>
            </p:nvCxnSpPr>
            <p:spPr>
              <a:xfrm flipH="1">
                <a:off x="0" y="387413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5EB4A7E-05D6-4483-9749-137062ABB64E}"/>
                  </a:ext>
                </a:extLst>
              </p:cNvPr>
              <p:cNvCxnSpPr/>
              <p:nvPr/>
            </p:nvCxnSpPr>
            <p:spPr>
              <a:xfrm flipH="1">
                <a:off x="0" y="421934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0185FF42-7436-456C-B038-DF7FCC9B86C4}"/>
                  </a:ext>
                </a:extLst>
              </p:cNvPr>
              <p:cNvCxnSpPr/>
              <p:nvPr/>
            </p:nvCxnSpPr>
            <p:spPr>
              <a:xfrm flipH="1">
                <a:off x="0" y="456455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F71B5F2E-D126-4777-9BB0-A0FAB3F2CAFD}"/>
                  </a:ext>
                </a:extLst>
              </p:cNvPr>
              <p:cNvCxnSpPr/>
              <p:nvPr/>
            </p:nvCxnSpPr>
            <p:spPr>
              <a:xfrm flipH="1">
                <a:off x="0" y="490976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0090F01-D3B0-4CC1-B868-3834E45B2BEF}"/>
                  </a:ext>
                </a:extLst>
              </p:cNvPr>
              <p:cNvCxnSpPr/>
              <p:nvPr/>
            </p:nvCxnSpPr>
            <p:spPr>
              <a:xfrm flipH="1">
                <a:off x="0" y="525497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B49511C0-4CC6-4C57-BD16-06DFA68C5177}"/>
                  </a:ext>
                </a:extLst>
              </p:cNvPr>
              <p:cNvCxnSpPr/>
              <p:nvPr/>
            </p:nvCxnSpPr>
            <p:spPr>
              <a:xfrm flipH="1">
                <a:off x="0" y="560018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23DBF0E-1AA8-4FBC-BFCF-C35A665C6AAD}"/>
                  </a:ext>
                </a:extLst>
              </p:cNvPr>
              <p:cNvCxnSpPr/>
              <p:nvPr/>
            </p:nvCxnSpPr>
            <p:spPr>
              <a:xfrm flipH="1">
                <a:off x="0" y="594539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6F927AE-A157-4A95-BD1F-5D4003848AE5}"/>
                  </a:ext>
                </a:extLst>
              </p:cNvPr>
              <p:cNvCxnSpPr/>
              <p:nvPr/>
            </p:nvCxnSpPr>
            <p:spPr>
              <a:xfrm flipH="1">
                <a:off x="0" y="111245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F1893BF-3A5C-45A7-80A6-F95888D2C2E9}"/>
                  </a:ext>
                </a:extLst>
              </p:cNvPr>
              <p:cNvCxnSpPr/>
              <p:nvPr/>
            </p:nvCxnSpPr>
            <p:spPr>
              <a:xfrm flipH="1">
                <a:off x="0" y="767240"/>
                <a:ext cx="12192000" cy="0"/>
              </a:xfrm>
              <a:prstGeom prst="line">
                <a:avLst/>
              </a:prstGeom>
              <a:ln w="9525">
                <a:solidFill>
                  <a:schemeClr val="accent2">
                    <a:lumMod val="40000"/>
                    <a:lumOff val="60000"/>
                    <a:alpha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Margins">
              <a:extLst>
                <a:ext uri="{FF2B5EF4-FFF2-40B4-BE49-F238E27FC236}">
                  <a16:creationId xmlns:a16="http://schemas.microsoft.com/office/drawing/2014/main" id="{1987983C-C65D-47F1-8B52-9BB74C6156DF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2D64F71A-57E0-44C6-B31D-7B42B82DD2CE}"/>
                  </a:ext>
                </a:extLst>
              </p:cNvPr>
              <p:cNvGrpSpPr/>
              <p:nvPr userDrawn="1"/>
            </p:nvGrpSpPr>
            <p:grpSpPr>
              <a:xfrm>
                <a:off x="450166" y="-1"/>
                <a:ext cx="11291668" cy="6858001"/>
                <a:chOff x="450166" y="-295422"/>
                <a:chExt cx="11291668" cy="7491047"/>
              </a:xfrm>
            </p:grpSpPr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7D8CFD01-2438-4217-AA3E-AC3BA160D143}"/>
                    </a:ext>
                  </a:extLst>
                </p:cNvPr>
                <p:cNvCxnSpPr/>
                <p:nvPr/>
              </p:nvCxnSpPr>
              <p:spPr>
                <a:xfrm>
                  <a:off x="450166" y="-295422"/>
                  <a:ext cx="0" cy="7491047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9FDB0BB-10D1-469E-A843-451C93653F0B}"/>
                    </a:ext>
                  </a:extLst>
                </p:cNvPr>
                <p:cNvCxnSpPr/>
                <p:nvPr/>
              </p:nvCxnSpPr>
              <p:spPr>
                <a:xfrm>
                  <a:off x="11741834" y="-295422"/>
                  <a:ext cx="0" cy="7491047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3DA59C4-54B1-44E7-8615-E9D3B756CD6D}"/>
                  </a:ext>
                </a:extLst>
              </p:cNvPr>
              <p:cNvGrpSpPr/>
              <p:nvPr userDrawn="1"/>
            </p:nvGrpSpPr>
            <p:grpSpPr>
              <a:xfrm>
                <a:off x="0" y="422030"/>
                <a:ext cx="12192000" cy="5868573"/>
                <a:chOff x="0" y="422030"/>
                <a:chExt cx="12192000" cy="5868573"/>
              </a:xfrm>
            </p:grpSpPr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5110C17-BFAC-419F-917B-35541EA792A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0" y="422030"/>
                  <a:ext cx="12192000" cy="0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C9E58F6F-92A5-473B-9FED-3D90ECE09E5D}"/>
                    </a:ext>
                  </a:extLst>
                </p:cNvPr>
                <p:cNvCxnSpPr/>
                <p:nvPr userDrawn="1"/>
              </p:nvCxnSpPr>
              <p:spPr>
                <a:xfrm>
                  <a:off x="0" y="6290603"/>
                  <a:ext cx="12192000" cy="0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0BD5319-1193-4438-BF01-B64CF6D0D212}"/>
                  </a:ext>
                </a:extLst>
              </p:cNvPr>
              <p:cNvGrpSpPr/>
              <p:nvPr userDrawn="1"/>
            </p:nvGrpSpPr>
            <p:grpSpPr>
              <a:xfrm>
                <a:off x="0" y="1457660"/>
                <a:ext cx="12192000" cy="345210"/>
                <a:chOff x="0" y="1457660"/>
                <a:chExt cx="12192000" cy="345210"/>
              </a:xfrm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ED443DF1-4231-4D92-8DA5-C1F4B954AFC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0" y="1457660"/>
                  <a:ext cx="12192000" cy="0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14C68D45-D4C2-497B-A9FF-6ADE11C36C5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0" y="1802870"/>
                  <a:ext cx="12192000" cy="0"/>
                </a:xfrm>
                <a:prstGeom prst="line">
                  <a:avLst/>
                </a:prstGeom>
                <a:ln w="952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5619620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_slide_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ure">
            <a:extLst>
              <a:ext uri="{FF2B5EF4-FFF2-40B4-BE49-F238E27FC236}">
                <a16:creationId xmlns:a16="http://schemas.microsoft.com/office/drawing/2014/main" id="{B43DC9BF-B86E-41C3-9025-257603C6C4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6246185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 (No Tex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>
            <a:extLst>
              <a:ext uri="{FF2B5EF4-FFF2-40B4-BE49-F238E27FC236}">
                <a16:creationId xmlns:a16="http://schemas.microsoft.com/office/drawing/2014/main" id="{C1F06F61-6DD2-446B-987D-B384047C0878}"/>
              </a:ext>
            </a:extLst>
          </p:cNvPr>
          <p:cNvSpPr txBox="1">
            <a:spLocks/>
          </p:cNvSpPr>
          <p:nvPr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5" name="Logo">
            <a:extLst>
              <a:ext uri="{FF2B5EF4-FFF2-40B4-BE49-F238E27FC236}">
                <a16:creationId xmlns:a16="http://schemas.microsoft.com/office/drawing/2014/main" id="{56CEE073-8BD3-492B-BD4A-547A71C58B3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4CFB3E-CC68-4065-BA51-35CB29381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80F4F0DF-D1F7-485E-8B01-94A5F0B04E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FB5C1-1733-49B1-83F7-48444CAF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48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DC8EF-0ABA-4B52-AEA2-7A3943163E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B8CEC4-B0CD-4400-A6AD-DD3E12310A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</p:spTree>
    <p:extLst>
      <p:ext uri="{BB962C8B-B14F-4D97-AF65-F5344CB8AC3E}">
        <p14:creationId xmlns:p14="http://schemas.microsoft.com/office/powerpoint/2010/main" val="20354895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DC8EF-0ABA-4B52-AEA2-7A3943163E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B8CEC4-B0CD-4400-A6AD-DD3E12310A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</p:spTree>
    <p:extLst>
      <p:ext uri="{BB962C8B-B14F-4D97-AF65-F5344CB8AC3E}">
        <p14:creationId xmlns:p14="http://schemas.microsoft.com/office/powerpoint/2010/main" val="30965781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887" y="400050"/>
            <a:ext cx="9015537" cy="5143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887" y="1717675"/>
            <a:ext cx="9017760" cy="3930650"/>
          </a:xfrm>
          <a:prstGeom prst="rect">
            <a:avLst/>
          </a:prstGeom>
        </p:spPr>
        <p:txBody>
          <a:bodyPr/>
          <a:lstStyle>
            <a:lvl2pPr>
              <a:spcBef>
                <a:spcPts val="10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41710" y="914400"/>
            <a:ext cx="8993942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/>
              <a:t>Add Secondary Title in Keysight Gray (28 Pt)</a:t>
            </a:r>
          </a:p>
        </p:txBody>
      </p:sp>
    </p:spTree>
    <p:extLst>
      <p:ext uri="{BB962C8B-B14F-4D97-AF65-F5344CB8AC3E}">
        <p14:creationId xmlns:p14="http://schemas.microsoft.com/office/powerpoint/2010/main" val="23555713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us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DC8EF-0ABA-4B52-AEA2-7A3943163E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B8CEC4-B0CD-4400-A6AD-DD3E12310A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</p:spTree>
    <p:extLst>
      <p:ext uri="{BB962C8B-B14F-4D97-AF65-F5344CB8AC3E}">
        <p14:creationId xmlns:p14="http://schemas.microsoft.com/office/powerpoint/2010/main" val="9030081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1_One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>
          <a:xfrm>
            <a:off x="449580" y="1802869"/>
            <a:ext cx="11292840" cy="44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26262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>
                <a:solidFill>
                  <a:srgbClr val="262626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6262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body" idx="2"/>
          </p:nvPr>
        </p:nvSpPr>
        <p:spPr>
          <a:xfrm>
            <a:off x="449201" y="920555"/>
            <a:ext cx="7453790" cy="39395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740014"/>
              </a:gs>
            </a:gsLst>
            <a:lin ang="5400000" scaled="0"/>
          </a:gradFill>
          <a:ln>
            <a:noFill/>
          </a:ln>
        </p:spPr>
        <p:txBody>
          <a:bodyPr spcFirstLastPara="1" wrap="square" lIns="137150" tIns="73150" rIns="137150" bIns="7315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6262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ftr" idx="11"/>
          </p:nvPr>
        </p:nvSpPr>
        <p:spPr>
          <a:xfrm>
            <a:off x="4038600" y="6447297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449202" y="372339"/>
            <a:ext cx="112935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4287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1_Two Colum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6"/>
          <p:cNvSpPr txBox="1">
            <a:spLocks noGrp="1"/>
          </p:cNvSpPr>
          <p:nvPr>
            <p:ph type="body" idx="1"/>
          </p:nvPr>
        </p:nvSpPr>
        <p:spPr>
          <a:xfrm>
            <a:off x="6208776" y="1802869"/>
            <a:ext cx="5532120" cy="44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26262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>
                <a:solidFill>
                  <a:srgbClr val="262626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6262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body" idx="2"/>
          </p:nvPr>
        </p:nvSpPr>
        <p:spPr>
          <a:xfrm>
            <a:off x="449580" y="1802869"/>
            <a:ext cx="5532120" cy="44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26262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>
                <a:solidFill>
                  <a:srgbClr val="262626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6262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body" idx="3"/>
          </p:nvPr>
        </p:nvSpPr>
        <p:spPr>
          <a:xfrm>
            <a:off x="449201" y="920555"/>
            <a:ext cx="7453790" cy="39395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740014"/>
              </a:gs>
            </a:gsLst>
            <a:lin ang="5400000" scaled="0"/>
          </a:gradFill>
          <a:ln>
            <a:noFill/>
          </a:ln>
        </p:spPr>
        <p:txBody>
          <a:bodyPr spcFirstLastPara="1" wrap="square" lIns="137150" tIns="73150" rIns="137150" bIns="7315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6262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ftr" idx="11"/>
          </p:nvPr>
        </p:nvSpPr>
        <p:spPr>
          <a:xfrm>
            <a:off x="4038600" y="6447297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title"/>
          </p:nvPr>
        </p:nvSpPr>
        <p:spPr>
          <a:xfrm>
            <a:off x="449202" y="372339"/>
            <a:ext cx="112935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583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37B5A-0270-484B-979D-3F2C92F0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0356"/>
            <a:ext cx="12191999" cy="670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1CFD9-472C-4427-BB8E-22F026ECD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90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28825F6-308B-4930-A4DE-F34D10DC9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16" y="5809333"/>
            <a:ext cx="699083" cy="365125"/>
          </a:xfrm>
          <a:prstGeom prst="rect">
            <a:avLst/>
          </a:prstGeom>
        </p:spPr>
        <p:txBody>
          <a:bodyPr/>
          <a:lstStyle/>
          <a:p>
            <a:fld id="{028CE896-619B-44F9-BE7F-139D1400166E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Image result for be boulder">
            <a:extLst>
              <a:ext uri="{FF2B5EF4-FFF2-40B4-BE49-F238E27FC236}">
                <a16:creationId xmlns:a16="http://schemas.microsoft.com/office/drawing/2014/main" id="{A02850F8-1625-4B68-9F8B-37BD7C1C26D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97"/>
          <a:stretch/>
        </p:blipFill>
        <p:spPr bwMode="auto">
          <a:xfrm>
            <a:off x="95089" y="6150307"/>
            <a:ext cx="4741069" cy="70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19C620-D3D4-48E6-AE76-7413987BE33D}"/>
              </a:ext>
            </a:extLst>
          </p:cNvPr>
          <p:cNvSpPr/>
          <p:nvPr userDrawn="1"/>
        </p:nvSpPr>
        <p:spPr>
          <a:xfrm>
            <a:off x="0" y="6106396"/>
            <a:ext cx="12192000" cy="54864"/>
          </a:xfrm>
          <a:prstGeom prst="rect">
            <a:avLst/>
          </a:prstGeom>
          <a:solidFill>
            <a:srgbClr val="C1A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31A8B-7B11-4E3F-B8BA-A8FEF324A355}"/>
              </a:ext>
            </a:extLst>
          </p:cNvPr>
          <p:cNvSpPr txBox="1"/>
          <p:nvPr userDrawn="1"/>
        </p:nvSpPr>
        <p:spPr>
          <a:xfrm>
            <a:off x="5829047" y="6317834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Speed Digital Engineering Group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BF474-C26E-4532-962B-1653046D6EE3}"/>
              </a:ext>
            </a:extLst>
          </p:cNvPr>
          <p:cNvSpPr/>
          <p:nvPr userDrawn="1"/>
        </p:nvSpPr>
        <p:spPr>
          <a:xfrm>
            <a:off x="0" y="754181"/>
            <a:ext cx="12192000" cy="54864"/>
          </a:xfrm>
          <a:prstGeom prst="rect">
            <a:avLst/>
          </a:prstGeom>
          <a:solidFill>
            <a:srgbClr val="C1A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C5E1B51-CDCF-51C9-FC72-ED78939CD5A1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910" y="6203252"/>
            <a:ext cx="1383661" cy="6391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F2EB41-8CCF-637E-2314-7BA34E761EAC}"/>
              </a:ext>
            </a:extLst>
          </p:cNvPr>
          <p:cNvSpPr txBox="1"/>
          <p:nvPr userDrawn="1"/>
        </p:nvSpPr>
        <p:spPr>
          <a:xfrm>
            <a:off x="838200" y="6338162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Colorado, Boulder</a:t>
            </a:r>
          </a:p>
        </p:txBody>
      </p:sp>
    </p:spTree>
    <p:extLst>
      <p:ext uri="{BB962C8B-B14F-4D97-AF65-F5344CB8AC3E}">
        <p14:creationId xmlns:p14="http://schemas.microsoft.com/office/powerpoint/2010/main" val="218301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705" r:id="rId10"/>
    <p:sldLayoutId id="2147483704" r:id="rId11"/>
    <p:sldLayoutId id="2147483697" r:id="rId12"/>
    <p:sldLayoutId id="2147483698" r:id="rId13"/>
    <p:sldLayoutId id="2147483699" r:id="rId14"/>
    <p:sldLayoutId id="2147483700" r:id="rId15"/>
    <p:sldLayoutId id="2147483706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5" r:id="rId23"/>
    <p:sldLayoutId id="2147483716" r:id="rId2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9773789E-1482-4DF2-AC34-ED595BC86F6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006977" y="6447297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14A8E363-B738-48A5-915F-96EF6302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201" y="1802870"/>
            <a:ext cx="11293597" cy="4475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Bullet, 20pt</a:t>
            </a:r>
          </a:p>
          <a:p>
            <a:pPr lvl="1"/>
            <a:r>
              <a:rPr lang="en-US"/>
              <a:t>Second level: Sub-bullet 1, 18pt</a:t>
            </a:r>
          </a:p>
          <a:p>
            <a:pPr lvl="2"/>
            <a:r>
              <a:rPr lang="en-US"/>
              <a:t>Third level: Sub-bullet 2, 16pt</a:t>
            </a:r>
          </a:p>
          <a:p>
            <a:pPr lvl="3"/>
            <a:r>
              <a:rPr lang="en-US"/>
              <a:t>Fourth level: Sub-bullet 3, 14pt</a:t>
            </a:r>
          </a:p>
          <a:p>
            <a:pPr lvl="4"/>
            <a:r>
              <a:rPr lang="en-US"/>
              <a:t>Fifth level: Sub-bullet 4, 12pt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49202" y="372339"/>
            <a:ext cx="11293597" cy="492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Title, 32pt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CBB5A743-284E-4F77-9C07-20F6113DB3B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28653" y="6447297"/>
            <a:ext cx="914400" cy="214552"/>
            <a:chOff x="1231901" y="5359401"/>
            <a:chExt cx="11210925" cy="2630487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B597971-37D3-4BC0-93F4-2E4A0C596B8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105401" y="5586413"/>
              <a:ext cx="7337425" cy="2147887"/>
            </a:xfrm>
            <a:custGeom>
              <a:avLst/>
              <a:gdLst>
                <a:gd name="T0" fmla="*/ 0 w 3931"/>
                <a:gd name="T1" fmla="*/ 803 h 1148"/>
                <a:gd name="T2" fmla="*/ 552 w 3931"/>
                <a:gd name="T3" fmla="*/ 1142 h 1148"/>
                <a:gd name="T4" fmla="*/ 388 w 3931"/>
                <a:gd name="T5" fmla="*/ 853 h 1148"/>
                <a:gd name="T6" fmla="*/ 388 w 3931"/>
                <a:gd name="T7" fmla="*/ 1092 h 1148"/>
                <a:gd name="T8" fmla="*/ 620 w 3931"/>
                <a:gd name="T9" fmla="*/ 974 h 1148"/>
                <a:gd name="T10" fmla="*/ 887 w 3931"/>
                <a:gd name="T11" fmla="*/ 900 h 1148"/>
                <a:gd name="T12" fmla="*/ 701 w 3931"/>
                <a:gd name="T13" fmla="*/ 877 h 1148"/>
                <a:gd name="T14" fmla="*/ 828 w 3931"/>
                <a:gd name="T15" fmla="*/ 1048 h 1148"/>
                <a:gd name="T16" fmla="*/ 762 w 3931"/>
                <a:gd name="T17" fmla="*/ 1148 h 1148"/>
                <a:gd name="T18" fmla="*/ 1018 w 3931"/>
                <a:gd name="T19" fmla="*/ 1142 h 1148"/>
                <a:gd name="T20" fmla="*/ 1169 w 3931"/>
                <a:gd name="T21" fmla="*/ 943 h 1148"/>
                <a:gd name="T22" fmla="*/ 1533 w 3931"/>
                <a:gd name="T23" fmla="*/ 1142 h 1148"/>
                <a:gd name="T24" fmla="*/ 1327 w 3931"/>
                <a:gd name="T25" fmla="*/ 803 h 1148"/>
                <a:gd name="T26" fmla="*/ 1596 w 3931"/>
                <a:gd name="T27" fmla="*/ 1142 h 1148"/>
                <a:gd name="T28" fmla="*/ 1719 w 3931"/>
                <a:gd name="T29" fmla="*/ 844 h 1148"/>
                <a:gd name="T30" fmla="*/ 1834 w 3931"/>
                <a:gd name="T31" fmla="*/ 1148 h 1148"/>
                <a:gd name="T32" fmla="*/ 1833 w 3931"/>
                <a:gd name="T33" fmla="*/ 1099 h 1148"/>
                <a:gd name="T34" fmla="*/ 2274 w 3931"/>
                <a:gd name="T35" fmla="*/ 1142 h 1148"/>
                <a:gd name="T36" fmla="*/ 2274 w 3931"/>
                <a:gd name="T37" fmla="*/ 1092 h 1148"/>
                <a:gd name="T38" fmla="*/ 2360 w 3931"/>
                <a:gd name="T39" fmla="*/ 844 h 1148"/>
                <a:gd name="T40" fmla="*/ 2475 w 3931"/>
                <a:gd name="T41" fmla="*/ 1148 h 1148"/>
                <a:gd name="T42" fmla="*/ 2475 w 3931"/>
                <a:gd name="T43" fmla="*/ 1099 h 1148"/>
                <a:gd name="T44" fmla="*/ 2862 w 3931"/>
                <a:gd name="T45" fmla="*/ 1148 h 1148"/>
                <a:gd name="T46" fmla="*/ 2949 w 3931"/>
                <a:gd name="T47" fmla="*/ 822 h 1148"/>
                <a:gd name="T48" fmla="*/ 2905 w 3931"/>
                <a:gd name="T49" fmla="*/ 856 h 1148"/>
                <a:gd name="T50" fmla="*/ 2864 w 3931"/>
                <a:gd name="T51" fmla="*/ 1101 h 1148"/>
                <a:gd name="T52" fmla="*/ 2857 w 3931"/>
                <a:gd name="T53" fmla="*/ 955 h 1148"/>
                <a:gd name="T54" fmla="*/ 2862 w 3931"/>
                <a:gd name="T55" fmla="*/ 1148 h 1148"/>
                <a:gd name="T56" fmla="*/ 3139 w 3931"/>
                <a:gd name="T57" fmla="*/ 1142 h 1148"/>
                <a:gd name="T58" fmla="*/ 3458 w 3931"/>
                <a:gd name="T59" fmla="*/ 853 h 1148"/>
                <a:gd name="T60" fmla="*/ 3298 w 3931"/>
                <a:gd name="T61" fmla="*/ 991 h 1148"/>
                <a:gd name="T62" fmla="*/ 3562 w 3931"/>
                <a:gd name="T63" fmla="*/ 1123 h 1148"/>
                <a:gd name="T64" fmla="*/ 3606 w 3931"/>
                <a:gd name="T65" fmla="*/ 1084 h 1148"/>
                <a:gd name="T66" fmla="*/ 3647 w 3931"/>
                <a:gd name="T67" fmla="*/ 991 h 1148"/>
                <a:gd name="T68" fmla="*/ 3569 w 3931"/>
                <a:gd name="T69" fmla="*/ 824 h 1148"/>
                <a:gd name="T70" fmla="*/ 3724 w 3931"/>
                <a:gd name="T71" fmla="*/ 895 h 1148"/>
                <a:gd name="T72" fmla="*/ 3591 w 3931"/>
                <a:gd name="T73" fmla="*/ 893 h 1148"/>
                <a:gd name="T74" fmla="*/ 3754 w 3931"/>
                <a:gd name="T75" fmla="*/ 1120 h 1148"/>
                <a:gd name="T76" fmla="*/ 152 w 3931"/>
                <a:gd name="T77" fmla="*/ 268 h 1148"/>
                <a:gd name="T78" fmla="*/ 361 w 3931"/>
                <a:gd name="T79" fmla="*/ 605 h 1148"/>
                <a:gd name="T80" fmla="*/ 553 w 3931"/>
                <a:gd name="T81" fmla="*/ 11 h 1148"/>
                <a:gd name="T82" fmla="*/ 931 w 3931"/>
                <a:gd name="T83" fmla="*/ 249 h 1148"/>
                <a:gd name="T84" fmla="*/ 957 w 3931"/>
                <a:gd name="T85" fmla="*/ 605 h 1148"/>
                <a:gd name="T86" fmla="*/ 1123 w 3931"/>
                <a:gd name="T87" fmla="*/ 11 h 1148"/>
                <a:gd name="T88" fmla="*/ 1317 w 3931"/>
                <a:gd name="T89" fmla="*/ 605 h 1148"/>
                <a:gd name="T90" fmla="*/ 1746 w 3931"/>
                <a:gd name="T91" fmla="*/ 531 h 1148"/>
                <a:gd name="T92" fmla="*/ 1687 w 3931"/>
                <a:gd name="T93" fmla="*/ 337 h 1148"/>
                <a:gd name="T94" fmla="*/ 1749 w 3931"/>
                <a:gd name="T95" fmla="*/ 0 h 1148"/>
                <a:gd name="T96" fmla="*/ 1813 w 3931"/>
                <a:gd name="T97" fmla="*/ 106 h 1148"/>
                <a:gd name="T98" fmla="*/ 1797 w 3931"/>
                <a:gd name="T99" fmla="*/ 262 h 1148"/>
                <a:gd name="T100" fmla="*/ 1563 w 3931"/>
                <a:gd name="T101" fmla="*/ 567 h 1148"/>
                <a:gd name="T102" fmla="*/ 2188 w 3931"/>
                <a:gd name="T103" fmla="*/ 605 h 1148"/>
                <a:gd name="T104" fmla="*/ 2711 w 3931"/>
                <a:gd name="T105" fmla="*/ 603 h 1148"/>
                <a:gd name="T106" fmla="*/ 2582 w 3931"/>
                <a:gd name="T107" fmla="*/ 1 h 1148"/>
                <a:gd name="T108" fmla="*/ 2664 w 3931"/>
                <a:gd name="T109" fmla="*/ 111 h 1148"/>
                <a:gd name="T110" fmla="*/ 2595 w 3931"/>
                <a:gd name="T111" fmla="*/ 525 h 1148"/>
                <a:gd name="T112" fmla="*/ 2579 w 3931"/>
                <a:gd name="T113" fmla="*/ 288 h 1148"/>
                <a:gd name="T114" fmla="*/ 3048 w 3931"/>
                <a:gd name="T115" fmla="*/ 248 h 1148"/>
                <a:gd name="T116" fmla="*/ 3273 w 3931"/>
                <a:gd name="T117" fmla="*/ 605 h 1148"/>
                <a:gd name="T118" fmla="*/ 3628 w 3931"/>
                <a:gd name="T119" fmla="*/ 605 h 1148"/>
                <a:gd name="T120" fmla="*/ 3931 w 3931"/>
                <a:gd name="T121" fmla="*/ 107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31" h="1148">
                  <a:moveTo>
                    <a:pt x="163" y="1142"/>
                  </a:moveTo>
                  <a:cubicBezTo>
                    <a:pt x="109" y="1142"/>
                    <a:pt x="109" y="1142"/>
                    <a:pt x="109" y="1142"/>
                  </a:cubicBezTo>
                  <a:cubicBezTo>
                    <a:pt x="109" y="853"/>
                    <a:pt x="109" y="853"/>
                    <a:pt x="109" y="8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273" y="803"/>
                    <a:pt x="273" y="803"/>
                    <a:pt x="273" y="803"/>
                  </a:cubicBezTo>
                  <a:cubicBezTo>
                    <a:pt x="273" y="853"/>
                    <a:pt x="273" y="853"/>
                    <a:pt x="273" y="853"/>
                  </a:cubicBezTo>
                  <a:cubicBezTo>
                    <a:pt x="163" y="853"/>
                    <a:pt x="163" y="853"/>
                    <a:pt x="163" y="853"/>
                  </a:cubicBezTo>
                  <a:lnTo>
                    <a:pt x="163" y="1142"/>
                  </a:lnTo>
                  <a:close/>
                  <a:moveTo>
                    <a:pt x="552" y="1142"/>
                  </a:moveTo>
                  <a:cubicBezTo>
                    <a:pt x="334" y="1142"/>
                    <a:pt x="334" y="1142"/>
                    <a:pt x="334" y="1142"/>
                  </a:cubicBezTo>
                  <a:cubicBezTo>
                    <a:pt x="334" y="803"/>
                    <a:pt x="334" y="803"/>
                    <a:pt x="334" y="803"/>
                  </a:cubicBezTo>
                  <a:cubicBezTo>
                    <a:pt x="548" y="803"/>
                    <a:pt x="548" y="803"/>
                    <a:pt x="548" y="803"/>
                  </a:cubicBezTo>
                  <a:cubicBezTo>
                    <a:pt x="548" y="853"/>
                    <a:pt x="548" y="853"/>
                    <a:pt x="548" y="853"/>
                  </a:cubicBezTo>
                  <a:cubicBezTo>
                    <a:pt x="388" y="853"/>
                    <a:pt x="388" y="853"/>
                    <a:pt x="388" y="853"/>
                  </a:cubicBezTo>
                  <a:cubicBezTo>
                    <a:pt x="388" y="942"/>
                    <a:pt x="388" y="942"/>
                    <a:pt x="388" y="942"/>
                  </a:cubicBezTo>
                  <a:cubicBezTo>
                    <a:pt x="541" y="942"/>
                    <a:pt x="541" y="942"/>
                    <a:pt x="541" y="942"/>
                  </a:cubicBezTo>
                  <a:cubicBezTo>
                    <a:pt x="541" y="991"/>
                    <a:pt x="541" y="991"/>
                    <a:pt x="541" y="991"/>
                  </a:cubicBezTo>
                  <a:cubicBezTo>
                    <a:pt x="388" y="991"/>
                    <a:pt x="388" y="991"/>
                    <a:pt x="388" y="991"/>
                  </a:cubicBezTo>
                  <a:cubicBezTo>
                    <a:pt x="388" y="1092"/>
                    <a:pt x="388" y="1092"/>
                    <a:pt x="388" y="1092"/>
                  </a:cubicBezTo>
                  <a:cubicBezTo>
                    <a:pt x="552" y="1092"/>
                    <a:pt x="552" y="1092"/>
                    <a:pt x="552" y="1092"/>
                  </a:cubicBezTo>
                  <a:lnTo>
                    <a:pt x="552" y="1142"/>
                  </a:lnTo>
                  <a:close/>
                  <a:moveTo>
                    <a:pt x="762" y="1148"/>
                  </a:moveTo>
                  <a:cubicBezTo>
                    <a:pt x="716" y="1148"/>
                    <a:pt x="681" y="1133"/>
                    <a:pt x="656" y="1103"/>
                  </a:cubicBezTo>
                  <a:cubicBezTo>
                    <a:pt x="632" y="1073"/>
                    <a:pt x="620" y="1030"/>
                    <a:pt x="620" y="974"/>
                  </a:cubicBezTo>
                  <a:cubicBezTo>
                    <a:pt x="620" y="919"/>
                    <a:pt x="633" y="875"/>
                    <a:pt x="658" y="845"/>
                  </a:cubicBezTo>
                  <a:cubicBezTo>
                    <a:pt x="683" y="814"/>
                    <a:pt x="719" y="798"/>
                    <a:pt x="766" y="798"/>
                  </a:cubicBezTo>
                  <a:cubicBezTo>
                    <a:pt x="802" y="798"/>
                    <a:pt x="831" y="807"/>
                    <a:pt x="853" y="824"/>
                  </a:cubicBezTo>
                  <a:cubicBezTo>
                    <a:pt x="874" y="841"/>
                    <a:pt x="886" y="865"/>
                    <a:pt x="887" y="894"/>
                  </a:cubicBezTo>
                  <a:cubicBezTo>
                    <a:pt x="887" y="900"/>
                    <a:pt x="887" y="900"/>
                    <a:pt x="887" y="900"/>
                  </a:cubicBezTo>
                  <a:cubicBezTo>
                    <a:pt x="830" y="900"/>
                    <a:pt x="830" y="900"/>
                    <a:pt x="830" y="900"/>
                  </a:cubicBezTo>
                  <a:cubicBezTo>
                    <a:pt x="829" y="895"/>
                    <a:pt x="829" y="895"/>
                    <a:pt x="829" y="895"/>
                  </a:cubicBezTo>
                  <a:cubicBezTo>
                    <a:pt x="828" y="880"/>
                    <a:pt x="822" y="868"/>
                    <a:pt x="810" y="858"/>
                  </a:cubicBezTo>
                  <a:cubicBezTo>
                    <a:pt x="797" y="848"/>
                    <a:pt x="782" y="844"/>
                    <a:pt x="764" y="844"/>
                  </a:cubicBezTo>
                  <a:cubicBezTo>
                    <a:pt x="737" y="844"/>
                    <a:pt x="716" y="854"/>
                    <a:pt x="701" y="877"/>
                  </a:cubicBezTo>
                  <a:cubicBezTo>
                    <a:pt x="686" y="899"/>
                    <a:pt x="678" y="932"/>
                    <a:pt x="678" y="973"/>
                  </a:cubicBezTo>
                  <a:cubicBezTo>
                    <a:pt x="678" y="1014"/>
                    <a:pt x="685" y="1045"/>
                    <a:pt x="700" y="1067"/>
                  </a:cubicBezTo>
                  <a:cubicBezTo>
                    <a:pt x="715" y="1089"/>
                    <a:pt x="735" y="1099"/>
                    <a:pt x="762" y="1099"/>
                  </a:cubicBezTo>
                  <a:cubicBezTo>
                    <a:pt x="782" y="1099"/>
                    <a:pt x="797" y="1095"/>
                    <a:pt x="809" y="1086"/>
                  </a:cubicBezTo>
                  <a:cubicBezTo>
                    <a:pt x="820" y="1076"/>
                    <a:pt x="827" y="1064"/>
                    <a:pt x="828" y="1048"/>
                  </a:cubicBezTo>
                  <a:cubicBezTo>
                    <a:pt x="829" y="1043"/>
                    <a:pt x="829" y="1043"/>
                    <a:pt x="829" y="1043"/>
                  </a:cubicBezTo>
                  <a:cubicBezTo>
                    <a:pt x="888" y="1043"/>
                    <a:pt x="888" y="1043"/>
                    <a:pt x="888" y="1043"/>
                  </a:cubicBezTo>
                  <a:cubicBezTo>
                    <a:pt x="888" y="1049"/>
                    <a:pt x="888" y="1049"/>
                    <a:pt x="888" y="1049"/>
                  </a:cubicBezTo>
                  <a:cubicBezTo>
                    <a:pt x="887" y="1079"/>
                    <a:pt x="875" y="1103"/>
                    <a:pt x="852" y="1121"/>
                  </a:cubicBezTo>
                  <a:cubicBezTo>
                    <a:pt x="830" y="1139"/>
                    <a:pt x="800" y="1148"/>
                    <a:pt x="762" y="1148"/>
                  </a:cubicBezTo>
                  <a:moveTo>
                    <a:pt x="1223" y="1142"/>
                  </a:moveTo>
                  <a:cubicBezTo>
                    <a:pt x="1169" y="1142"/>
                    <a:pt x="1169" y="1142"/>
                    <a:pt x="1169" y="1142"/>
                  </a:cubicBezTo>
                  <a:cubicBezTo>
                    <a:pt x="1169" y="993"/>
                    <a:pt x="1169" y="993"/>
                    <a:pt x="1169" y="993"/>
                  </a:cubicBezTo>
                  <a:cubicBezTo>
                    <a:pt x="1018" y="993"/>
                    <a:pt x="1018" y="993"/>
                    <a:pt x="1018" y="993"/>
                  </a:cubicBezTo>
                  <a:cubicBezTo>
                    <a:pt x="1018" y="1142"/>
                    <a:pt x="1018" y="1142"/>
                    <a:pt x="1018" y="1142"/>
                  </a:cubicBezTo>
                  <a:cubicBezTo>
                    <a:pt x="963" y="1142"/>
                    <a:pt x="963" y="1142"/>
                    <a:pt x="963" y="1142"/>
                  </a:cubicBezTo>
                  <a:cubicBezTo>
                    <a:pt x="963" y="803"/>
                    <a:pt x="963" y="803"/>
                    <a:pt x="963" y="803"/>
                  </a:cubicBezTo>
                  <a:cubicBezTo>
                    <a:pt x="1018" y="803"/>
                    <a:pt x="1018" y="803"/>
                    <a:pt x="1018" y="803"/>
                  </a:cubicBezTo>
                  <a:cubicBezTo>
                    <a:pt x="1018" y="943"/>
                    <a:pt x="1018" y="943"/>
                    <a:pt x="1018" y="943"/>
                  </a:cubicBezTo>
                  <a:cubicBezTo>
                    <a:pt x="1169" y="943"/>
                    <a:pt x="1169" y="943"/>
                    <a:pt x="1169" y="943"/>
                  </a:cubicBezTo>
                  <a:cubicBezTo>
                    <a:pt x="1169" y="803"/>
                    <a:pt x="1169" y="803"/>
                    <a:pt x="1169" y="803"/>
                  </a:cubicBezTo>
                  <a:cubicBezTo>
                    <a:pt x="1223" y="803"/>
                    <a:pt x="1223" y="803"/>
                    <a:pt x="1223" y="803"/>
                  </a:cubicBezTo>
                  <a:lnTo>
                    <a:pt x="1223" y="1142"/>
                  </a:lnTo>
                  <a:close/>
                  <a:moveTo>
                    <a:pt x="1595" y="1142"/>
                  </a:moveTo>
                  <a:cubicBezTo>
                    <a:pt x="1533" y="1142"/>
                    <a:pt x="1533" y="1142"/>
                    <a:pt x="1533" y="1142"/>
                  </a:cubicBezTo>
                  <a:cubicBezTo>
                    <a:pt x="1532" y="1140"/>
                    <a:pt x="1532" y="1140"/>
                    <a:pt x="1532" y="1140"/>
                  </a:cubicBezTo>
                  <a:cubicBezTo>
                    <a:pt x="1378" y="878"/>
                    <a:pt x="1378" y="878"/>
                    <a:pt x="1378" y="878"/>
                  </a:cubicBezTo>
                  <a:cubicBezTo>
                    <a:pt x="1378" y="1142"/>
                    <a:pt x="1378" y="1142"/>
                    <a:pt x="1378" y="1142"/>
                  </a:cubicBezTo>
                  <a:cubicBezTo>
                    <a:pt x="1327" y="1142"/>
                    <a:pt x="1327" y="1142"/>
                    <a:pt x="1327" y="1142"/>
                  </a:cubicBezTo>
                  <a:cubicBezTo>
                    <a:pt x="1327" y="803"/>
                    <a:pt x="1327" y="803"/>
                    <a:pt x="1327" y="803"/>
                  </a:cubicBezTo>
                  <a:cubicBezTo>
                    <a:pt x="1398" y="803"/>
                    <a:pt x="1398" y="803"/>
                    <a:pt x="1398" y="803"/>
                  </a:cubicBezTo>
                  <a:cubicBezTo>
                    <a:pt x="1545" y="1056"/>
                    <a:pt x="1545" y="1056"/>
                    <a:pt x="1545" y="1056"/>
                  </a:cubicBezTo>
                  <a:cubicBezTo>
                    <a:pt x="1545" y="803"/>
                    <a:pt x="1545" y="803"/>
                    <a:pt x="1545" y="803"/>
                  </a:cubicBezTo>
                  <a:cubicBezTo>
                    <a:pt x="1596" y="803"/>
                    <a:pt x="1596" y="803"/>
                    <a:pt x="1596" y="803"/>
                  </a:cubicBezTo>
                  <a:cubicBezTo>
                    <a:pt x="1596" y="1142"/>
                    <a:pt x="1596" y="1142"/>
                    <a:pt x="1596" y="1142"/>
                  </a:cubicBezTo>
                  <a:lnTo>
                    <a:pt x="1595" y="1142"/>
                  </a:lnTo>
                  <a:close/>
                  <a:moveTo>
                    <a:pt x="1834" y="1148"/>
                  </a:moveTo>
                  <a:cubicBezTo>
                    <a:pt x="1785" y="1148"/>
                    <a:pt x="1746" y="1132"/>
                    <a:pt x="1719" y="1102"/>
                  </a:cubicBezTo>
                  <a:cubicBezTo>
                    <a:pt x="1692" y="1071"/>
                    <a:pt x="1678" y="1028"/>
                    <a:pt x="1678" y="974"/>
                  </a:cubicBezTo>
                  <a:cubicBezTo>
                    <a:pt x="1678" y="918"/>
                    <a:pt x="1692" y="875"/>
                    <a:pt x="1719" y="844"/>
                  </a:cubicBezTo>
                  <a:cubicBezTo>
                    <a:pt x="1746" y="814"/>
                    <a:pt x="1785" y="798"/>
                    <a:pt x="1834" y="798"/>
                  </a:cubicBezTo>
                  <a:cubicBezTo>
                    <a:pt x="1883" y="798"/>
                    <a:pt x="1922" y="814"/>
                    <a:pt x="1949" y="844"/>
                  </a:cubicBezTo>
                  <a:cubicBezTo>
                    <a:pt x="1975" y="874"/>
                    <a:pt x="1989" y="918"/>
                    <a:pt x="1989" y="974"/>
                  </a:cubicBezTo>
                  <a:cubicBezTo>
                    <a:pt x="1989" y="1029"/>
                    <a:pt x="1975" y="1072"/>
                    <a:pt x="1948" y="1102"/>
                  </a:cubicBezTo>
                  <a:cubicBezTo>
                    <a:pt x="1921" y="1132"/>
                    <a:pt x="1883" y="1148"/>
                    <a:pt x="1834" y="1148"/>
                  </a:cubicBezTo>
                  <a:moveTo>
                    <a:pt x="1833" y="845"/>
                  </a:moveTo>
                  <a:cubicBezTo>
                    <a:pt x="1802" y="845"/>
                    <a:pt x="1778" y="855"/>
                    <a:pt x="1761" y="877"/>
                  </a:cubicBezTo>
                  <a:cubicBezTo>
                    <a:pt x="1745" y="899"/>
                    <a:pt x="1736" y="930"/>
                    <a:pt x="1736" y="971"/>
                  </a:cubicBezTo>
                  <a:cubicBezTo>
                    <a:pt x="1736" y="1013"/>
                    <a:pt x="1745" y="1045"/>
                    <a:pt x="1762" y="1067"/>
                  </a:cubicBezTo>
                  <a:cubicBezTo>
                    <a:pt x="1778" y="1089"/>
                    <a:pt x="1802" y="1099"/>
                    <a:pt x="1833" y="1099"/>
                  </a:cubicBezTo>
                  <a:cubicBezTo>
                    <a:pt x="1865" y="1099"/>
                    <a:pt x="1889" y="1089"/>
                    <a:pt x="1905" y="1067"/>
                  </a:cubicBezTo>
                  <a:cubicBezTo>
                    <a:pt x="1922" y="1046"/>
                    <a:pt x="1931" y="1014"/>
                    <a:pt x="1931" y="972"/>
                  </a:cubicBezTo>
                  <a:cubicBezTo>
                    <a:pt x="1931" y="931"/>
                    <a:pt x="1922" y="899"/>
                    <a:pt x="1905" y="877"/>
                  </a:cubicBezTo>
                  <a:cubicBezTo>
                    <a:pt x="1888" y="855"/>
                    <a:pt x="1865" y="845"/>
                    <a:pt x="1833" y="845"/>
                  </a:cubicBezTo>
                  <a:moveTo>
                    <a:pt x="2274" y="1142"/>
                  </a:moveTo>
                  <a:cubicBezTo>
                    <a:pt x="2070" y="1142"/>
                    <a:pt x="2070" y="1142"/>
                    <a:pt x="2070" y="1142"/>
                  </a:cubicBezTo>
                  <a:cubicBezTo>
                    <a:pt x="2070" y="803"/>
                    <a:pt x="2070" y="803"/>
                    <a:pt x="2070" y="803"/>
                  </a:cubicBezTo>
                  <a:cubicBezTo>
                    <a:pt x="2125" y="803"/>
                    <a:pt x="2125" y="803"/>
                    <a:pt x="2125" y="803"/>
                  </a:cubicBezTo>
                  <a:cubicBezTo>
                    <a:pt x="2125" y="1092"/>
                    <a:pt x="2125" y="1092"/>
                    <a:pt x="2125" y="1092"/>
                  </a:cubicBezTo>
                  <a:cubicBezTo>
                    <a:pt x="2274" y="1092"/>
                    <a:pt x="2274" y="1092"/>
                    <a:pt x="2274" y="1092"/>
                  </a:cubicBezTo>
                  <a:cubicBezTo>
                    <a:pt x="2274" y="1142"/>
                    <a:pt x="2274" y="1142"/>
                    <a:pt x="2274" y="1142"/>
                  </a:cubicBezTo>
                  <a:close/>
                  <a:moveTo>
                    <a:pt x="2475" y="1148"/>
                  </a:moveTo>
                  <a:cubicBezTo>
                    <a:pt x="2427" y="1148"/>
                    <a:pt x="2388" y="1132"/>
                    <a:pt x="2361" y="1102"/>
                  </a:cubicBezTo>
                  <a:cubicBezTo>
                    <a:pt x="2334" y="1071"/>
                    <a:pt x="2320" y="1028"/>
                    <a:pt x="2320" y="974"/>
                  </a:cubicBezTo>
                  <a:cubicBezTo>
                    <a:pt x="2320" y="918"/>
                    <a:pt x="2334" y="875"/>
                    <a:pt x="2360" y="844"/>
                  </a:cubicBezTo>
                  <a:cubicBezTo>
                    <a:pt x="2387" y="814"/>
                    <a:pt x="2426" y="798"/>
                    <a:pt x="2475" y="798"/>
                  </a:cubicBezTo>
                  <a:cubicBezTo>
                    <a:pt x="2525" y="798"/>
                    <a:pt x="2563" y="814"/>
                    <a:pt x="2590" y="844"/>
                  </a:cubicBezTo>
                  <a:cubicBezTo>
                    <a:pt x="2617" y="874"/>
                    <a:pt x="2630" y="918"/>
                    <a:pt x="2630" y="974"/>
                  </a:cubicBezTo>
                  <a:cubicBezTo>
                    <a:pt x="2630" y="1029"/>
                    <a:pt x="2617" y="1072"/>
                    <a:pt x="2590" y="1102"/>
                  </a:cubicBezTo>
                  <a:cubicBezTo>
                    <a:pt x="2563" y="1132"/>
                    <a:pt x="2525" y="1148"/>
                    <a:pt x="2475" y="1148"/>
                  </a:cubicBezTo>
                  <a:moveTo>
                    <a:pt x="2475" y="845"/>
                  </a:moveTo>
                  <a:cubicBezTo>
                    <a:pt x="2443" y="845"/>
                    <a:pt x="2420" y="855"/>
                    <a:pt x="2403" y="877"/>
                  </a:cubicBezTo>
                  <a:cubicBezTo>
                    <a:pt x="2386" y="899"/>
                    <a:pt x="2378" y="930"/>
                    <a:pt x="2378" y="971"/>
                  </a:cubicBezTo>
                  <a:cubicBezTo>
                    <a:pt x="2378" y="1013"/>
                    <a:pt x="2386" y="1045"/>
                    <a:pt x="2403" y="1067"/>
                  </a:cubicBezTo>
                  <a:cubicBezTo>
                    <a:pt x="2420" y="1089"/>
                    <a:pt x="2443" y="1099"/>
                    <a:pt x="2475" y="1099"/>
                  </a:cubicBezTo>
                  <a:cubicBezTo>
                    <a:pt x="2507" y="1099"/>
                    <a:pt x="2530" y="1089"/>
                    <a:pt x="2547" y="1067"/>
                  </a:cubicBezTo>
                  <a:cubicBezTo>
                    <a:pt x="2564" y="1046"/>
                    <a:pt x="2572" y="1014"/>
                    <a:pt x="2572" y="972"/>
                  </a:cubicBezTo>
                  <a:cubicBezTo>
                    <a:pt x="2572" y="931"/>
                    <a:pt x="2564" y="899"/>
                    <a:pt x="2547" y="877"/>
                  </a:cubicBezTo>
                  <a:cubicBezTo>
                    <a:pt x="2530" y="855"/>
                    <a:pt x="2507" y="845"/>
                    <a:pt x="2475" y="845"/>
                  </a:cubicBezTo>
                  <a:moveTo>
                    <a:pt x="2862" y="1148"/>
                  </a:moveTo>
                  <a:cubicBezTo>
                    <a:pt x="2811" y="1148"/>
                    <a:pt x="2770" y="1133"/>
                    <a:pt x="2741" y="1103"/>
                  </a:cubicBezTo>
                  <a:cubicBezTo>
                    <a:pt x="2711" y="1073"/>
                    <a:pt x="2696" y="1031"/>
                    <a:pt x="2696" y="980"/>
                  </a:cubicBezTo>
                  <a:cubicBezTo>
                    <a:pt x="2696" y="923"/>
                    <a:pt x="2711" y="878"/>
                    <a:pt x="2740" y="846"/>
                  </a:cubicBezTo>
                  <a:cubicBezTo>
                    <a:pt x="2769" y="814"/>
                    <a:pt x="2810" y="798"/>
                    <a:pt x="2862" y="798"/>
                  </a:cubicBezTo>
                  <a:cubicBezTo>
                    <a:pt x="2898" y="798"/>
                    <a:pt x="2927" y="806"/>
                    <a:pt x="2949" y="822"/>
                  </a:cubicBezTo>
                  <a:cubicBezTo>
                    <a:pt x="2970" y="839"/>
                    <a:pt x="2982" y="861"/>
                    <a:pt x="2983" y="890"/>
                  </a:cubicBezTo>
                  <a:cubicBezTo>
                    <a:pt x="2983" y="895"/>
                    <a:pt x="2983" y="895"/>
                    <a:pt x="2983" y="895"/>
                  </a:cubicBezTo>
                  <a:cubicBezTo>
                    <a:pt x="2924" y="895"/>
                    <a:pt x="2924" y="895"/>
                    <a:pt x="2924" y="895"/>
                  </a:cubicBezTo>
                  <a:cubicBezTo>
                    <a:pt x="2924" y="890"/>
                    <a:pt x="2924" y="890"/>
                    <a:pt x="2924" y="890"/>
                  </a:cubicBezTo>
                  <a:cubicBezTo>
                    <a:pt x="2924" y="877"/>
                    <a:pt x="2917" y="866"/>
                    <a:pt x="2905" y="856"/>
                  </a:cubicBezTo>
                  <a:cubicBezTo>
                    <a:pt x="2892" y="847"/>
                    <a:pt x="2876" y="842"/>
                    <a:pt x="2856" y="842"/>
                  </a:cubicBezTo>
                  <a:cubicBezTo>
                    <a:pt x="2824" y="842"/>
                    <a:pt x="2799" y="854"/>
                    <a:pt x="2781" y="877"/>
                  </a:cubicBezTo>
                  <a:cubicBezTo>
                    <a:pt x="2762" y="900"/>
                    <a:pt x="2753" y="933"/>
                    <a:pt x="2753" y="974"/>
                  </a:cubicBezTo>
                  <a:cubicBezTo>
                    <a:pt x="2753" y="1015"/>
                    <a:pt x="2763" y="1046"/>
                    <a:pt x="2782" y="1068"/>
                  </a:cubicBezTo>
                  <a:cubicBezTo>
                    <a:pt x="2801" y="1090"/>
                    <a:pt x="2829" y="1101"/>
                    <a:pt x="2864" y="1101"/>
                  </a:cubicBezTo>
                  <a:cubicBezTo>
                    <a:pt x="2873" y="1101"/>
                    <a:pt x="2883" y="1100"/>
                    <a:pt x="2893" y="1098"/>
                  </a:cubicBezTo>
                  <a:cubicBezTo>
                    <a:pt x="2902" y="1096"/>
                    <a:pt x="2913" y="1094"/>
                    <a:pt x="2926" y="1091"/>
                  </a:cubicBezTo>
                  <a:cubicBezTo>
                    <a:pt x="2926" y="1002"/>
                    <a:pt x="2926" y="1002"/>
                    <a:pt x="2926" y="1002"/>
                  </a:cubicBezTo>
                  <a:cubicBezTo>
                    <a:pt x="2857" y="1002"/>
                    <a:pt x="2857" y="1002"/>
                    <a:pt x="2857" y="1002"/>
                  </a:cubicBezTo>
                  <a:cubicBezTo>
                    <a:pt x="2857" y="955"/>
                    <a:pt x="2857" y="955"/>
                    <a:pt x="2857" y="955"/>
                  </a:cubicBezTo>
                  <a:cubicBezTo>
                    <a:pt x="2983" y="955"/>
                    <a:pt x="2983" y="955"/>
                    <a:pt x="2983" y="955"/>
                  </a:cubicBezTo>
                  <a:cubicBezTo>
                    <a:pt x="2983" y="1125"/>
                    <a:pt x="2983" y="1125"/>
                    <a:pt x="2983" y="1125"/>
                  </a:cubicBezTo>
                  <a:cubicBezTo>
                    <a:pt x="2979" y="1127"/>
                    <a:pt x="2979" y="1127"/>
                    <a:pt x="2979" y="1127"/>
                  </a:cubicBezTo>
                  <a:cubicBezTo>
                    <a:pt x="2957" y="1134"/>
                    <a:pt x="2937" y="1139"/>
                    <a:pt x="2918" y="1143"/>
                  </a:cubicBezTo>
                  <a:cubicBezTo>
                    <a:pt x="2899" y="1146"/>
                    <a:pt x="2880" y="1148"/>
                    <a:pt x="2862" y="1148"/>
                  </a:cubicBezTo>
                  <a:moveTo>
                    <a:pt x="3139" y="1142"/>
                  </a:moveTo>
                  <a:cubicBezTo>
                    <a:pt x="3084" y="1142"/>
                    <a:pt x="3084" y="1142"/>
                    <a:pt x="3084" y="1142"/>
                  </a:cubicBezTo>
                  <a:cubicBezTo>
                    <a:pt x="3084" y="803"/>
                    <a:pt x="3084" y="803"/>
                    <a:pt x="3084" y="803"/>
                  </a:cubicBezTo>
                  <a:cubicBezTo>
                    <a:pt x="3139" y="803"/>
                    <a:pt x="3139" y="803"/>
                    <a:pt x="3139" y="803"/>
                  </a:cubicBezTo>
                  <a:lnTo>
                    <a:pt x="3139" y="1142"/>
                  </a:lnTo>
                  <a:close/>
                  <a:moveTo>
                    <a:pt x="3461" y="1142"/>
                  </a:moveTo>
                  <a:cubicBezTo>
                    <a:pt x="3243" y="1142"/>
                    <a:pt x="3243" y="1142"/>
                    <a:pt x="3243" y="1142"/>
                  </a:cubicBezTo>
                  <a:cubicBezTo>
                    <a:pt x="3243" y="803"/>
                    <a:pt x="3243" y="803"/>
                    <a:pt x="3243" y="803"/>
                  </a:cubicBezTo>
                  <a:cubicBezTo>
                    <a:pt x="3458" y="803"/>
                    <a:pt x="3458" y="803"/>
                    <a:pt x="3458" y="803"/>
                  </a:cubicBezTo>
                  <a:cubicBezTo>
                    <a:pt x="3458" y="853"/>
                    <a:pt x="3458" y="853"/>
                    <a:pt x="3458" y="853"/>
                  </a:cubicBezTo>
                  <a:cubicBezTo>
                    <a:pt x="3298" y="853"/>
                    <a:pt x="3298" y="853"/>
                    <a:pt x="3298" y="853"/>
                  </a:cubicBezTo>
                  <a:cubicBezTo>
                    <a:pt x="3298" y="942"/>
                    <a:pt x="3298" y="942"/>
                    <a:pt x="3298" y="942"/>
                  </a:cubicBezTo>
                  <a:cubicBezTo>
                    <a:pt x="3451" y="942"/>
                    <a:pt x="3451" y="942"/>
                    <a:pt x="3451" y="942"/>
                  </a:cubicBezTo>
                  <a:cubicBezTo>
                    <a:pt x="3451" y="991"/>
                    <a:pt x="3451" y="991"/>
                    <a:pt x="3451" y="991"/>
                  </a:cubicBezTo>
                  <a:cubicBezTo>
                    <a:pt x="3298" y="991"/>
                    <a:pt x="3298" y="991"/>
                    <a:pt x="3298" y="991"/>
                  </a:cubicBezTo>
                  <a:cubicBezTo>
                    <a:pt x="3298" y="1092"/>
                    <a:pt x="3298" y="1092"/>
                    <a:pt x="3298" y="1092"/>
                  </a:cubicBezTo>
                  <a:cubicBezTo>
                    <a:pt x="3461" y="1092"/>
                    <a:pt x="3461" y="1092"/>
                    <a:pt x="3461" y="1092"/>
                  </a:cubicBezTo>
                  <a:lnTo>
                    <a:pt x="3461" y="1142"/>
                  </a:lnTo>
                  <a:close/>
                  <a:moveTo>
                    <a:pt x="3656" y="1148"/>
                  </a:moveTo>
                  <a:cubicBezTo>
                    <a:pt x="3615" y="1148"/>
                    <a:pt x="3583" y="1139"/>
                    <a:pt x="3562" y="1123"/>
                  </a:cubicBezTo>
                  <a:cubicBezTo>
                    <a:pt x="3541" y="1105"/>
                    <a:pt x="3530" y="1080"/>
                    <a:pt x="3530" y="1046"/>
                  </a:cubicBezTo>
                  <a:cubicBezTo>
                    <a:pt x="3530" y="1035"/>
                    <a:pt x="3530" y="1035"/>
                    <a:pt x="3530" y="1035"/>
                  </a:cubicBezTo>
                  <a:cubicBezTo>
                    <a:pt x="3588" y="1035"/>
                    <a:pt x="3588" y="1035"/>
                    <a:pt x="3588" y="1035"/>
                  </a:cubicBezTo>
                  <a:cubicBezTo>
                    <a:pt x="3588" y="1040"/>
                    <a:pt x="3588" y="1040"/>
                    <a:pt x="3588" y="1040"/>
                  </a:cubicBezTo>
                  <a:cubicBezTo>
                    <a:pt x="3589" y="1060"/>
                    <a:pt x="3595" y="1075"/>
                    <a:pt x="3606" y="1084"/>
                  </a:cubicBezTo>
                  <a:cubicBezTo>
                    <a:pt x="3617" y="1093"/>
                    <a:pt x="3635" y="1098"/>
                    <a:pt x="3658" y="1098"/>
                  </a:cubicBezTo>
                  <a:cubicBezTo>
                    <a:pt x="3682" y="1098"/>
                    <a:pt x="3700" y="1093"/>
                    <a:pt x="3714" y="1084"/>
                  </a:cubicBezTo>
                  <a:cubicBezTo>
                    <a:pt x="3727" y="1075"/>
                    <a:pt x="3733" y="1062"/>
                    <a:pt x="3733" y="1046"/>
                  </a:cubicBezTo>
                  <a:cubicBezTo>
                    <a:pt x="3733" y="1024"/>
                    <a:pt x="3709" y="1007"/>
                    <a:pt x="3660" y="995"/>
                  </a:cubicBezTo>
                  <a:cubicBezTo>
                    <a:pt x="3655" y="993"/>
                    <a:pt x="3651" y="992"/>
                    <a:pt x="3647" y="991"/>
                  </a:cubicBezTo>
                  <a:cubicBezTo>
                    <a:pt x="3644" y="991"/>
                    <a:pt x="3639" y="989"/>
                    <a:pt x="3632" y="988"/>
                  </a:cubicBezTo>
                  <a:cubicBezTo>
                    <a:pt x="3604" y="981"/>
                    <a:pt x="3584" y="974"/>
                    <a:pt x="3572" y="967"/>
                  </a:cubicBezTo>
                  <a:cubicBezTo>
                    <a:pt x="3560" y="959"/>
                    <a:pt x="3551" y="949"/>
                    <a:pt x="3544" y="937"/>
                  </a:cubicBezTo>
                  <a:cubicBezTo>
                    <a:pt x="3537" y="925"/>
                    <a:pt x="3534" y="911"/>
                    <a:pt x="3534" y="896"/>
                  </a:cubicBezTo>
                  <a:cubicBezTo>
                    <a:pt x="3534" y="866"/>
                    <a:pt x="3546" y="841"/>
                    <a:pt x="3569" y="824"/>
                  </a:cubicBezTo>
                  <a:cubicBezTo>
                    <a:pt x="3592" y="807"/>
                    <a:pt x="3624" y="798"/>
                    <a:pt x="3663" y="798"/>
                  </a:cubicBezTo>
                  <a:cubicBezTo>
                    <a:pt x="3698" y="798"/>
                    <a:pt x="3726" y="806"/>
                    <a:pt x="3747" y="821"/>
                  </a:cubicBezTo>
                  <a:cubicBezTo>
                    <a:pt x="3768" y="837"/>
                    <a:pt x="3778" y="858"/>
                    <a:pt x="3778" y="885"/>
                  </a:cubicBezTo>
                  <a:cubicBezTo>
                    <a:pt x="3778" y="895"/>
                    <a:pt x="3778" y="895"/>
                    <a:pt x="3778" y="895"/>
                  </a:cubicBezTo>
                  <a:cubicBezTo>
                    <a:pt x="3724" y="895"/>
                    <a:pt x="3724" y="895"/>
                    <a:pt x="3724" y="895"/>
                  </a:cubicBezTo>
                  <a:cubicBezTo>
                    <a:pt x="3723" y="890"/>
                    <a:pt x="3723" y="890"/>
                    <a:pt x="3723" y="890"/>
                  </a:cubicBezTo>
                  <a:cubicBezTo>
                    <a:pt x="3723" y="875"/>
                    <a:pt x="3717" y="865"/>
                    <a:pt x="3707" y="857"/>
                  </a:cubicBezTo>
                  <a:cubicBezTo>
                    <a:pt x="3696" y="849"/>
                    <a:pt x="3680" y="845"/>
                    <a:pt x="3659" y="845"/>
                  </a:cubicBezTo>
                  <a:cubicBezTo>
                    <a:pt x="3638" y="845"/>
                    <a:pt x="3621" y="850"/>
                    <a:pt x="3609" y="859"/>
                  </a:cubicBezTo>
                  <a:cubicBezTo>
                    <a:pt x="3597" y="867"/>
                    <a:pt x="3591" y="879"/>
                    <a:pt x="3591" y="893"/>
                  </a:cubicBezTo>
                  <a:cubicBezTo>
                    <a:pt x="3591" y="912"/>
                    <a:pt x="3613" y="927"/>
                    <a:pt x="3657" y="938"/>
                  </a:cubicBezTo>
                  <a:cubicBezTo>
                    <a:pt x="3666" y="940"/>
                    <a:pt x="3666" y="940"/>
                    <a:pt x="3666" y="940"/>
                  </a:cubicBezTo>
                  <a:cubicBezTo>
                    <a:pt x="3719" y="954"/>
                    <a:pt x="3751" y="967"/>
                    <a:pt x="3766" y="981"/>
                  </a:cubicBezTo>
                  <a:cubicBezTo>
                    <a:pt x="3781" y="995"/>
                    <a:pt x="3789" y="1015"/>
                    <a:pt x="3789" y="1040"/>
                  </a:cubicBezTo>
                  <a:cubicBezTo>
                    <a:pt x="3789" y="1075"/>
                    <a:pt x="3777" y="1102"/>
                    <a:pt x="3754" y="1120"/>
                  </a:cubicBezTo>
                  <a:cubicBezTo>
                    <a:pt x="3731" y="1138"/>
                    <a:pt x="3698" y="1148"/>
                    <a:pt x="3656" y="1148"/>
                  </a:cubicBezTo>
                  <a:moveTo>
                    <a:pt x="25" y="605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346" y="11"/>
                    <a:pt x="346" y="11"/>
                    <a:pt x="346" y="11"/>
                  </a:cubicBezTo>
                  <a:cubicBezTo>
                    <a:pt x="488" y="11"/>
                    <a:pt x="488" y="11"/>
                    <a:pt x="488" y="11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509" y="605"/>
                    <a:pt x="509" y="605"/>
                    <a:pt x="509" y="605"/>
                  </a:cubicBezTo>
                  <a:cubicBezTo>
                    <a:pt x="361" y="605"/>
                    <a:pt x="361" y="605"/>
                    <a:pt x="361" y="605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2" y="605"/>
                    <a:pt x="152" y="605"/>
                    <a:pt x="152" y="605"/>
                  </a:cubicBezTo>
                  <a:cubicBezTo>
                    <a:pt x="25" y="605"/>
                    <a:pt x="25" y="605"/>
                    <a:pt x="25" y="605"/>
                  </a:cubicBezTo>
                  <a:close/>
                  <a:moveTo>
                    <a:pt x="553" y="605"/>
                  </a:moveTo>
                  <a:cubicBezTo>
                    <a:pt x="553" y="11"/>
                    <a:pt x="553" y="11"/>
                    <a:pt x="553" y="11"/>
                  </a:cubicBezTo>
                  <a:cubicBezTo>
                    <a:pt x="947" y="11"/>
                    <a:pt x="947" y="11"/>
                    <a:pt x="947" y="11"/>
                  </a:cubicBezTo>
                  <a:cubicBezTo>
                    <a:pt x="947" y="109"/>
                    <a:pt x="947" y="109"/>
                    <a:pt x="947" y="109"/>
                  </a:cubicBezTo>
                  <a:cubicBezTo>
                    <a:pt x="682" y="109"/>
                    <a:pt x="682" y="109"/>
                    <a:pt x="682" y="109"/>
                  </a:cubicBezTo>
                  <a:cubicBezTo>
                    <a:pt x="682" y="249"/>
                    <a:pt x="682" y="249"/>
                    <a:pt x="682" y="249"/>
                  </a:cubicBezTo>
                  <a:cubicBezTo>
                    <a:pt x="931" y="249"/>
                    <a:pt x="931" y="249"/>
                    <a:pt x="931" y="249"/>
                  </a:cubicBezTo>
                  <a:cubicBezTo>
                    <a:pt x="931" y="346"/>
                    <a:pt x="931" y="346"/>
                    <a:pt x="931" y="346"/>
                  </a:cubicBezTo>
                  <a:cubicBezTo>
                    <a:pt x="682" y="346"/>
                    <a:pt x="682" y="346"/>
                    <a:pt x="682" y="346"/>
                  </a:cubicBezTo>
                  <a:cubicBezTo>
                    <a:pt x="682" y="506"/>
                    <a:pt x="682" y="506"/>
                    <a:pt x="682" y="506"/>
                  </a:cubicBezTo>
                  <a:cubicBezTo>
                    <a:pt x="957" y="506"/>
                    <a:pt x="957" y="506"/>
                    <a:pt x="957" y="506"/>
                  </a:cubicBezTo>
                  <a:cubicBezTo>
                    <a:pt x="957" y="605"/>
                    <a:pt x="957" y="605"/>
                    <a:pt x="957" y="605"/>
                  </a:cubicBezTo>
                  <a:lnTo>
                    <a:pt x="553" y="605"/>
                  </a:lnTo>
                  <a:close/>
                  <a:moveTo>
                    <a:pt x="1190" y="605"/>
                  </a:moveTo>
                  <a:cubicBezTo>
                    <a:pt x="1190" y="386"/>
                    <a:pt x="1190" y="386"/>
                    <a:pt x="1190" y="386"/>
                  </a:cubicBezTo>
                  <a:cubicBezTo>
                    <a:pt x="989" y="11"/>
                    <a:pt x="989" y="11"/>
                    <a:pt x="989" y="11"/>
                  </a:cubicBezTo>
                  <a:cubicBezTo>
                    <a:pt x="1123" y="11"/>
                    <a:pt x="1123" y="11"/>
                    <a:pt x="1123" y="11"/>
                  </a:cubicBezTo>
                  <a:cubicBezTo>
                    <a:pt x="1259" y="265"/>
                    <a:pt x="1259" y="265"/>
                    <a:pt x="1259" y="265"/>
                  </a:cubicBezTo>
                  <a:cubicBezTo>
                    <a:pt x="1382" y="11"/>
                    <a:pt x="1382" y="11"/>
                    <a:pt x="1382" y="11"/>
                  </a:cubicBezTo>
                  <a:cubicBezTo>
                    <a:pt x="1515" y="11"/>
                    <a:pt x="1515" y="11"/>
                    <a:pt x="1515" y="11"/>
                  </a:cubicBezTo>
                  <a:cubicBezTo>
                    <a:pt x="1317" y="386"/>
                    <a:pt x="1317" y="386"/>
                    <a:pt x="1317" y="386"/>
                  </a:cubicBezTo>
                  <a:cubicBezTo>
                    <a:pt x="1317" y="605"/>
                    <a:pt x="1317" y="605"/>
                    <a:pt x="1317" y="605"/>
                  </a:cubicBezTo>
                  <a:lnTo>
                    <a:pt x="1190" y="605"/>
                  </a:lnTo>
                  <a:close/>
                  <a:moveTo>
                    <a:pt x="1504" y="412"/>
                  </a:moveTo>
                  <a:cubicBezTo>
                    <a:pt x="1629" y="412"/>
                    <a:pt x="1629" y="412"/>
                    <a:pt x="1629" y="412"/>
                  </a:cubicBezTo>
                  <a:cubicBezTo>
                    <a:pt x="1629" y="452"/>
                    <a:pt x="1638" y="481"/>
                    <a:pt x="1658" y="501"/>
                  </a:cubicBezTo>
                  <a:cubicBezTo>
                    <a:pt x="1678" y="521"/>
                    <a:pt x="1707" y="531"/>
                    <a:pt x="1746" y="531"/>
                  </a:cubicBezTo>
                  <a:cubicBezTo>
                    <a:pt x="1778" y="531"/>
                    <a:pt x="1803" y="524"/>
                    <a:pt x="1823" y="508"/>
                  </a:cubicBezTo>
                  <a:cubicBezTo>
                    <a:pt x="1843" y="493"/>
                    <a:pt x="1853" y="473"/>
                    <a:pt x="1853" y="449"/>
                  </a:cubicBezTo>
                  <a:cubicBezTo>
                    <a:pt x="1853" y="412"/>
                    <a:pt x="1806" y="377"/>
                    <a:pt x="1713" y="346"/>
                  </a:cubicBezTo>
                  <a:cubicBezTo>
                    <a:pt x="1699" y="341"/>
                    <a:pt x="1699" y="341"/>
                    <a:pt x="1699" y="341"/>
                  </a:cubicBezTo>
                  <a:cubicBezTo>
                    <a:pt x="1696" y="340"/>
                    <a:pt x="1692" y="339"/>
                    <a:pt x="1687" y="337"/>
                  </a:cubicBezTo>
                  <a:cubicBezTo>
                    <a:pt x="1635" y="320"/>
                    <a:pt x="1597" y="303"/>
                    <a:pt x="1574" y="286"/>
                  </a:cubicBezTo>
                  <a:cubicBezTo>
                    <a:pt x="1558" y="273"/>
                    <a:pt x="1545" y="257"/>
                    <a:pt x="1536" y="238"/>
                  </a:cubicBezTo>
                  <a:cubicBezTo>
                    <a:pt x="1527" y="219"/>
                    <a:pt x="1522" y="198"/>
                    <a:pt x="1522" y="174"/>
                  </a:cubicBezTo>
                  <a:cubicBezTo>
                    <a:pt x="1522" y="121"/>
                    <a:pt x="1542" y="78"/>
                    <a:pt x="1583" y="47"/>
                  </a:cubicBezTo>
                  <a:cubicBezTo>
                    <a:pt x="1623" y="16"/>
                    <a:pt x="1679" y="0"/>
                    <a:pt x="1749" y="0"/>
                  </a:cubicBezTo>
                  <a:cubicBezTo>
                    <a:pt x="1814" y="0"/>
                    <a:pt x="1864" y="15"/>
                    <a:pt x="1900" y="46"/>
                  </a:cubicBezTo>
                  <a:cubicBezTo>
                    <a:pt x="1936" y="76"/>
                    <a:pt x="1954" y="119"/>
                    <a:pt x="1954" y="173"/>
                  </a:cubicBezTo>
                  <a:cubicBezTo>
                    <a:pt x="1954" y="177"/>
                    <a:pt x="1954" y="177"/>
                    <a:pt x="1954" y="177"/>
                  </a:cubicBezTo>
                  <a:cubicBezTo>
                    <a:pt x="1844" y="177"/>
                    <a:pt x="1844" y="177"/>
                    <a:pt x="1844" y="177"/>
                  </a:cubicBezTo>
                  <a:cubicBezTo>
                    <a:pt x="1841" y="146"/>
                    <a:pt x="1831" y="122"/>
                    <a:pt x="1813" y="106"/>
                  </a:cubicBezTo>
                  <a:cubicBezTo>
                    <a:pt x="1796" y="90"/>
                    <a:pt x="1771" y="82"/>
                    <a:pt x="1741" y="82"/>
                  </a:cubicBezTo>
                  <a:cubicBezTo>
                    <a:pt x="1711" y="82"/>
                    <a:pt x="1687" y="89"/>
                    <a:pt x="1669" y="102"/>
                  </a:cubicBezTo>
                  <a:cubicBezTo>
                    <a:pt x="1652" y="116"/>
                    <a:pt x="1643" y="135"/>
                    <a:pt x="1643" y="158"/>
                  </a:cubicBezTo>
                  <a:cubicBezTo>
                    <a:pt x="1643" y="194"/>
                    <a:pt x="1692" y="228"/>
                    <a:pt x="1790" y="259"/>
                  </a:cubicBezTo>
                  <a:cubicBezTo>
                    <a:pt x="1797" y="262"/>
                    <a:pt x="1797" y="262"/>
                    <a:pt x="1797" y="262"/>
                  </a:cubicBezTo>
                  <a:cubicBezTo>
                    <a:pt x="1872" y="287"/>
                    <a:pt x="1921" y="311"/>
                    <a:pt x="1945" y="336"/>
                  </a:cubicBezTo>
                  <a:cubicBezTo>
                    <a:pt x="1968" y="361"/>
                    <a:pt x="1980" y="395"/>
                    <a:pt x="1980" y="439"/>
                  </a:cubicBezTo>
                  <a:cubicBezTo>
                    <a:pt x="1980" y="494"/>
                    <a:pt x="1959" y="537"/>
                    <a:pt x="1917" y="569"/>
                  </a:cubicBezTo>
                  <a:cubicBezTo>
                    <a:pt x="1874" y="600"/>
                    <a:pt x="1815" y="616"/>
                    <a:pt x="1740" y="616"/>
                  </a:cubicBezTo>
                  <a:cubicBezTo>
                    <a:pt x="1661" y="616"/>
                    <a:pt x="1602" y="599"/>
                    <a:pt x="1563" y="567"/>
                  </a:cubicBezTo>
                  <a:cubicBezTo>
                    <a:pt x="1524" y="534"/>
                    <a:pt x="1504" y="485"/>
                    <a:pt x="1504" y="420"/>
                  </a:cubicBezTo>
                  <a:cubicBezTo>
                    <a:pt x="1504" y="412"/>
                    <a:pt x="1504" y="412"/>
                    <a:pt x="1504" y="412"/>
                  </a:cubicBezTo>
                  <a:close/>
                  <a:moveTo>
                    <a:pt x="2061" y="11"/>
                  </a:moveTo>
                  <a:cubicBezTo>
                    <a:pt x="2188" y="11"/>
                    <a:pt x="2188" y="11"/>
                    <a:pt x="2188" y="11"/>
                  </a:cubicBezTo>
                  <a:cubicBezTo>
                    <a:pt x="2188" y="605"/>
                    <a:pt x="2188" y="605"/>
                    <a:pt x="2188" y="605"/>
                  </a:cubicBezTo>
                  <a:cubicBezTo>
                    <a:pt x="2061" y="605"/>
                    <a:pt x="2061" y="605"/>
                    <a:pt x="2061" y="605"/>
                  </a:cubicBezTo>
                  <a:lnTo>
                    <a:pt x="2061" y="11"/>
                  </a:lnTo>
                  <a:close/>
                  <a:moveTo>
                    <a:pt x="2816" y="288"/>
                  </a:moveTo>
                  <a:cubicBezTo>
                    <a:pt x="2816" y="567"/>
                    <a:pt x="2816" y="567"/>
                    <a:pt x="2816" y="567"/>
                  </a:cubicBezTo>
                  <a:cubicBezTo>
                    <a:pt x="2783" y="583"/>
                    <a:pt x="2748" y="595"/>
                    <a:pt x="2711" y="603"/>
                  </a:cubicBezTo>
                  <a:cubicBezTo>
                    <a:pt x="2673" y="612"/>
                    <a:pt x="2631" y="616"/>
                    <a:pt x="2585" y="616"/>
                  </a:cubicBezTo>
                  <a:cubicBezTo>
                    <a:pt x="2485" y="616"/>
                    <a:pt x="2407" y="590"/>
                    <a:pt x="2352" y="538"/>
                  </a:cubicBezTo>
                  <a:cubicBezTo>
                    <a:pt x="2298" y="486"/>
                    <a:pt x="2270" y="412"/>
                    <a:pt x="2270" y="316"/>
                  </a:cubicBezTo>
                  <a:cubicBezTo>
                    <a:pt x="2270" y="218"/>
                    <a:pt x="2298" y="140"/>
                    <a:pt x="2353" y="85"/>
                  </a:cubicBezTo>
                  <a:cubicBezTo>
                    <a:pt x="2408" y="29"/>
                    <a:pt x="2484" y="1"/>
                    <a:pt x="2582" y="1"/>
                  </a:cubicBezTo>
                  <a:cubicBezTo>
                    <a:pt x="2655" y="1"/>
                    <a:pt x="2712" y="17"/>
                    <a:pt x="2754" y="50"/>
                  </a:cubicBezTo>
                  <a:cubicBezTo>
                    <a:pt x="2797" y="84"/>
                    <a:pt x="2818" y="128"/>
                    <a:pt x="2818" y="183"/>
                  </a:cubicBezTo>
                  <a:cubicBezTo>
                    <a:pt x="2818" y="194"/>
                    <a:pt x="2818" y="194"/>
                    <a:pt x="2818" y="194"/>
                  </a:cubicBezTo>
                  <a:cubicBezTo>
                    <a:pt x="2698" y="194"/>
                    <a:pt x="2698" y="194"/>
                    <a:pt x="2698" y="194"/>
                  </a:cubicBezTo>
                  <a:cubicBezTo>
                    <a:pt x="2696" y="157"/>
                    <a:pt x="2685" y="130"/>
                    <a:pt x="2664" y="111"/>
                  </a:cubicBezTo>
                  <a:cubicBezTo>
                    <a:pt x="2643" y="91"/>
                    <a:pt x="2614" y="82"/>
                    <a:pt x="2575" y="82"/>
                  </a:cubicBezTo>
                  <a:cubicBezTo>
                    <a:pt x="2521" y="82"/>
                    <a:pt x="2478" y="102"/>
                    <a:pt x="2447" y="144"/>
                  </a:cubicBezTo>
                  <a:cubicBezTo>
                    <a:pt x="2416" y="185"/>
                    <a:pt x="2400" y="241"/>
                    <a:pt x="2400" y="312"/>
                  </a:cubicBezTo>
                  <a:cubicBezTo>
                    <a:pt x="2400" y="382"/>
                    <a:pt x="2416" y="435"/>
                    <a:pt x="2449" y="471"/>
                  </a:cubicBezTo>
                  <a:cubicBezTo>
                    <a:pt x="2482" y="507"/>
                    <a:pt x="2531" y="525"/>
                    <a:pt x="2595" y="525"/>
                  </a:cubicBezTo>
                  <a:cubicBezTo>
                    <a:pt x="2611" y="525"/>
                    <a:pt x="2628" y="524"/>
                    <a:pt x="2644" y="522"/>
                  </a:cubicBezTo>
                  <a:cubicBezTo>
                    <a:pt x="2660" y="520"/>
                    <a:pt x="2676" y="517"/>
                    <a:pt x="2692" y="513"/>
                  </a:cubicBezTo>
                  <a:cubicBezTo>
                    <a:pt x="2692" y="383"/>
                    <a:pt x="2692" y="383"/>
                    <a:pt x="2692" y="383"/>
                  </a:cubicBezTo>
                  <a:cubicBezTo>
                    <a:pt x="2579" y="383"/>
                    <a:pt x="2579" y="383"/>
                    <a:pt x="2579" y="383"/>
                  </a:cubicBezTo>
                  <a:cubicBezTo>
                    <a:pt x="2579" y="288"/>
                    <a:pt x="2579" y="288"/>
                    <a:pt x="2579" y="288"/>
                  </a:cubicBezTo>
                  <a:lnTo>
                    <a:pt x="2816" y="288"/>
                  </a:lnTo>
                  <a:close/>
                  <a:moveTo>
                    <a:pt x="2920" y="605"/>
                  </a:moveTo>
                  <a:cubicBezTo>
                    <a:pt x="2920" y="11"/>
                    <a:pt x="2920" y="11"/>
                    <a:pt x="2920" y="11"/>
                  </a:cubicBezTo>
                  <a:cubicBezTo>
                    <a:pt x="3048" y="11"/>
                    <a:pt x="3048" y="11"/>
                    <a:pt x="3048" y="11"/>
                  </a:cubicBezTo>
                  <a:cubicBezTo>
                    <a:pt x="3048" y="248"/>
                    <a:pt x="3048" y="248"/>
                    <a:pt x="3048" y="248"/>
                  </a:cubicBezTo>
                  <a:cubicBezTo>
                    <a:pt x="3273" y="248"/>
                    <a:pt x="3273" y="248"/>
                    <a:pt x="3273" y="248"/>
                  </a:cubicBezTo>
                  <a:cubicBezTo>
                    <a:pt x="3273" y="11"/>
                    <a:pt x="3273" y="11"/>
                    <a:pt x="3273" y="11"/>
                  </a:cubicBezTo>
                  <a:cubicBezTo>
                    <a:pt x="3397" y="11"/>
                    <a:pt x="3397" y="11"/>
                    <a:pt x="3397" y="11"/>
                  </a:cubicBezTo>
                  <a:cubicBezTo>
                    <a:pt x="3397" y="605"/>
                    <a:pt x="3397" y="605"/>
                    <a:pt x="3397" y="605"/>
                  </a:cubicBezTo>
                  <a:cubicBezTo>
                    <a:pt x="3273" y="605"/>
                    <a:pt x="3273" y="605"/>
                    <a:pt x="3273" y="605"/>
                  </a:cubicBezTo>
                  <a:cubicBezTo>
                    <a:pt x="3273" y="345"/>
                    <a:pt x="3273" y="345"/>
                    <a:pt x="3273" y="345"/>
                  </a:cubicBezTo>
                  <a:cubicBezTo>
                    <a:pt x="3048" y="345"/>
                    <a:pt x="3048" y="345"/>
                    <a:pt x="3048" y="345"/>
                  </a:cubicBezTo>
                  <a:cubicBezTo>
                    <a:pt x="3048" y="605"/>
                    <a:pt x="3048" y="605"/>
                    <a:pt x="3048" y="605"/>
                  </a:cubicBezTo>
                  <a:lnTo>
                    <a:pt x="2920" y="605"/>
                  </a:lnTo>
                  <a:close/>
                  <a:moveTo>
                    <a:pt x="3628" y="605"/>
                  </a:moveTo>
                  <a:cubicBezTo>
                    <a:pt x="3628" y="107"/>
                    <a:pt x="3628" y="107"/>
                    <a:pt x="3628" y="107"/>
                  </a:cubicBezTo>
                  <a:cubicBezTo>
                    <a:pt x="3453" y="107"/>
                    <a:pt x="3453" y="107"/>
                    <a:pt x="3453" y="107"/>
                  </a:cubicBezTo>
                  <a:cubicBezTo>
                    <a:pt x="3453" y="11"/>
                    <a:pt x="3453" y="11"/>
                    <a:pt x="3453" y="11"/>
                  </a:cubicBezTo>
                  <a:cubicBezTo>
                    <a:pt x="3931" y="11"/>
                    <a:pt x="3931" y="11"/>
                    <a:pt x="3931" y="11"/>
                  </a:cubicBezTo>
                  <a:cubicBezTo>
                    <a:pt x="3931" y="107"/>
                    <a:pt x="3931" y="107"/>
                    <a:pt x="3931" y="107"/>
                  </a:cubicBezTo>
                  <a:cubicBezTo>
                    <a:pt x="3756" y="107"/>
                    <a:pt x="3756" y="107"/>
                    <a:pt x="3756" y="107"/>
                  </a:cubicBezTo>
                  <a:cubicBezTo>
                    <a:pt x="3756" y="605"/>
                    <a:pt x="3756" y="605"/>
                    <a:pt x="3756" y="605"/>
                  </a:cubicBezTo>
                  <a:lnTo>
                    <a:pt x="3628" y="60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710CFBDD-008A-42F6-B152-7F57EF7924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231901" y="5359401"/>
              <a:ext cx="3417888" cy="2630487"/>
            </a:xfrm>
            <a:custGeom>
              <a:avLst/>
              <a:gdLst>
                <a:gd name="T0" fmla="*/ 1831 w 1831"/>
                <a:gd name="T1" fmla="*/ 726 h 1406"/>
                <a:gd name="T2" fmla="*/ 1765 w 1831"/>
                <a:gd name="T3" fmla="*/ 626 h 1406"/>
                <a:gd name="T4" fmla="*/ 1654 w 1831"/>
                <a:gd name="T5" fmla="*/ 379 h 1406"/>
                <a:gd name="T6" fmla="*/ 1533 w 1831"/>
                <a:gd name="T7" fmla="*/ 626 h 1406"/>
                <a:gd name="T8" fmla="*/ 1456 w 1831"/>
                <a:gd name="T9" fmla="*/ 726 h 1406"/>
                <a:gd name="T10" fmla="*/ 1339 w 1831"/>
                <a:gd name="T11" fmla="*/ 505 h 1406"/>
                <a:gd name="T12" fmla="*/ 1119 w 1831"/>
                <a:gd name="T13" fmla="*/ 0 h 1406"/>
                <a:gd name="T14" fmla="*/ 911 w 1831"/>
                <a:gd name="T15" fmla="*/ 506 h 1406"/>
                <a:gd name="T16" fmla="*/ 757 w 1831"/>
                <a:gd name="T17" fmla="*/ 726 h 1406"/>
                <a:gd name="T18" fmla="*/ 626 w 1831"/>
                <a:gd name="T19" fmla="*/ 553 h 1406"/>
                <a:gd name="T20" fmla="*/ 458 w 1831"/>
                <a:gd name="T21" fmla="*/ 218 h 1406"/>
                <a:gd name="T22" fmla="*/ 288 w 1831"/>
                <a:gd name="T23" fmla="*/ 562 h 1406"/>
                <a:gd name="T24" fmla="*/ 153 w 1831"/>
                <a:gd name="T25" fmla="*/ 726 h 1406"/>
                <a:gd name="T26" fmla="*/ 0 w 1831"/>
                <a:gd name="T27" fmla="*/ 726 h 1406"/>
                <a:gd name="T28" fmla="*/ 0 w 1831"/>
                <a:gd name="T29" fmla="*/ 727 h 1406"/>
                <a:gd name="T30" fmla="*/ 70 w 1831"/>
                <a:gd name="T31" fmla="*/ 830 h 1406"/>
                <a:gd name="T32" fmla="*/ 166 w 1831"/>
                <a:gd name="T33" fmla="*/ 1075 h 1406"/>
                <a:gd name="T34" fmla="*/ 268 w 1831"/>
                <a:gd name="T35" fmla="*/ 869 h 1406"/>
                <a:gd name="T36" fmla="*/ 374 w 1831"/>
                <a:gd name="T37" fmla="*/ 727 h 1406"/>
                <a:gd name="T38" fmla="*/ 506 w 1831"/>
                <a:gd name="T39" fmla="*/ 958 h 1406"/>
                <a:gd name="T40" fmla="*/ 707 w 1831"/>
                <a:gd name="T41" fmla="*/ 1406 h 1406"/>
                <a:gd name="T42" fmla="*/ 915 w 1831"/>
                <a:gd name="T43" fmla="*/ 958 h 1406"/>
                <a:gd name="T44" fmla="*/ 1083 w 1831"/>
                <a:gd name="T45" fmla="*/ 727 h 1406"/>
                <a:gd name="T46" fmla="*/ 1234 w 1831"/>
                <a:gd name="T47" fmla="*/ 901 h 1406"/>
                <a:gd name="T48" fmla="*/ 1380 w 1831"/>
                <a:gd name="T49" fmla="*/ 1131 h 1406"/>
                <a:gd name="T50" fmla="*/ 1534 w 1831"/>
                <a:gd name="T51" fmla="*/ 873 h 1406"/>
                <a:gd name="T52" fmla="*/ 1677 w 1831"/>
                <a:gd name="T53" fmla="*/ 727 h 1406"/>
                <a:gd name="T54" fmla="*/ 1831 w 1831"/>
                <a:gd name="T55" fmla="*/ 727 h 1406"/>
                <a:gd name="T56" fmla="*/ 1831 w 1831"/>
                <a:gd name="T57" fmla="*/ 726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31" h="1406">
                  <a:moveTo>
                    <a:pt x="1831" y="726"/>
                  </a:moveTo>
                  <a:cubicBezTo>
                    <a:pt x="1817" y="724"/>
                    <a:pt x="1786" y="709"/>
                    <a:pt x="1765" y="626"/>
                  </a:cubicBezTo>
                  <a:cubicBezTo>
                    <a:pt x="1730" y="493"/>
                    <a:pt x="1713" y="379"/>
                    <a:pt x="1654" y="379"/>
                  </a:cubicBezTo>
                  <a:cubicBezTo>
                    <a:pt x="1595" y="379"/>
                    <a:pt x="1568" y="493"/>
                    <a:pt x="1533" y="626"/>
                  </a:cubicBezTo>
                  <a:cubicBezTo>
                    <a:pt x="1512" y="705"/>
                    <a:pt x="1491" y="726"/>
                    <a:pt x="1456" y="726"/>
                  </a:cubicBezTo>
                  <a:cubicBezTo>
                    <a:pt x="1423" y="726"/>
                    <a:pt x="1389" y="711"/>
                    <a:pt x="1339" y="505"/>
                  </a:cubicBezTo>
                  <a:cubicBezTo>
                    <a:pt x="1295" y="325"/>
                    <a:pt x="1266" y="0"/>
                    <a:pt x="1119" y="0"/>
                  </a:cubicBezTo>
                  <a:cubicBezTo>
                    <a:pt x="973" y="0"/>
                    <a:pt x="930" y="424"/>
                    <a:pt x="911" y="506"/>
                  </a:cubicBezTo>
                  <a:cubicBezTo>
                    <a:pt x="887" y="607"/>
                    <a:pt x="830" y="726"/>
                    <a:pt x="757" y="726"/>
                  </a:cubicBezTo>
                  <a:cubicBezTo>
                    <a:pt x="685" y="726"/>
                    <a:pt x="647" y="643"/>
                    <a:pt x="626" y="553"/>
                  </a:cubicBezTo>
                  <a:cubicBezTo>
                    <a:pt x="592" y="416"/>
                    <a:pt x="555" y="218"/>
                    <a:pt x="458" y="218"/>
                  </a:cubicBezTo>
                  <a:cubicBezTo>
                    <a:pt x="362" y="218"/>
                    <a:pt x="331" y="382"/>
                    <a:pt x="288" y="562"/>
                  </a:cubicBezTo>
                  <a:cubicBezTo>
                    <a:pt x="263" y="668"/>
                    <a:pt x="223" y="726"/>
                    <a:pt x="153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0" y="727"/>
                    <a:pt x="0" y="727"/>
                    <a:pt x="0" y="727"/>
                  </a:cubicBezTo>
                  <a:cubicBezTo>
                    <a:pt x="20" y="733"/>
                    <a:pt x="60" y="766"/>
                    <a:pt x="70" y="830"/>
                  </a:cubicBezTo>
                  <a:cubicBezTo>
                    <a:pt x="94" y="981"/>
                    <a:pt x="113" y="1075"/>
                    <a:pt x="166" y="1075"/>
                  </a:cubicBezTo>
                  <a:cubicBezTo>
                    <a:pt x="218" y="1075"/>
                    <a:pt x="238" y="994"/>
                    <a:pt x="268" y="869"/>
                  </a:cubicBezTo>
                  <a:cubicBezTo>
                    <a:pt x="292" y="770"/>
                    <a:pt x="329" y="727"/>
                    <a:pt x="374" y="727"/>
                  </a:cubicBezTo>
                  <a:cubicBezTo>
                    <a:pt x="439" y="727"/>
                    <a:pt x="470" y="807"/>
                    <a:pt x="506" y="958"/>
                  </a:cubicBezTo>
                  <a:cubicBezTo>
                    <a:pt x="577" y="1260"/>
                    <a:pt x="592" y="1406"/>
                    <a:pt x="707" y="1406"/>
                  </a:cubicBezTo>
                  <a:cubicBezTo>
                    <a:pt x="821" y="1406"/>
                    <a:pt x="839" y="1260"/>
                    <a:pt x="915" y="958"/>
                  </a:cubicBezTo>
                  <a:cubicBezTo>
                    <a:pt x="949" y="827"/>
                    <a:pt x="1011" y="727"/>
                    <a:pt x="1083" y="727"/>
                  </a:cubicBezTo>
                  <a:cubicBezTo>
                    <a:pt x="1156" y="727"/>
                    <a:pt x="1207" y="824"/>
                    <a:pt x="1234" y="901"/>
                  </a:cubicBezTo>
                  <a:cubicBezTo>
                    <a:pt x="1291" y="1068"/>
                    <a:pt x="1317" y="1131"/>
                    <a:pt x="1380" y="1131"/>
                  </a:cubicBezTo>
                  <a:cubicBezTo>
                    <a:pt x="1443" y="1131"/>
                    <a:pt x="1478" y="1055"/>
                    <a:pt x="1534" y="873"/>
                  </a:cubicBezTo>
                  <a:cubicBezTo>
                    <a:pt x="1569" y="758"/>
                    <a:pt x="1574" y="727"/>
                    <a:pt x="1677" y="727"/>
                  </a:cubicBezTo>
                  <a:cubicBezTo>
                    <a:pt x="1831" y="727"/>
                    <a:pt x="1831" y="727"/>
                    <a:pt x="1831" y="727"/>
                  </a:cubicBezTo>
                  <a:cubicBezTo>
                    <a:pt x="1831" y="726"/>
                    <a:pt x="1831" y="726"/>
                    <a:pt x="1831" y="726"/>
                  </a:cubicBezTo>
                  <a:close/>
                </a:path>
              </a:pathLst>
            </a:custGeom>
            <a:solidFill>
              <a:srgbClr val="EB0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7BE8C-9254-49C6-B935-75CCECC5C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7297"/>
            <a:ext cx="41148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1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30352" indent="-164592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 spc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7388" indent="-1714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b="0" kern="1200" cap="none" spc="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8837" indent="-1714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FF0000"/>
        </a:buClr>
        <a:buFont typeface="Arial" panose="020B0604020202020204" pitchFamily="34" charset="0"/>
        <a:buChar char="•"/>
        <a:defRPr lang="en-US" sz="1200" b="0" kern="1200" cap="none" spc="0" baseline="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spc="60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588" indent="-15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588" indent="-15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4AF408-139A-0567-3405-2AD27B1E5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549" y="683542"/>
            <a:ext cx="10940902" cy="2086271"/>
          </a:xfrm>
        </p:spPr>
        <p:txBody>
          <a:bodyPr>
            <a:normAutofit/>
          </a:bodyPr>
          <a:lstStyle/>
          <a:p>
            <a:r>
              <a:rPr lang="en-US" sz="4400" dirty="0"/>
              <a:t>7.3.4 Using power amplifiers as high current buffers in low Z VNA measurements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AB631E1-BAB8-C79D-60AD-824E5AD7D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Presented by:</a:t>
            </a:r>
          </a:p>
          <a:p>
            <a:r>
              <a:rPr lang="en-US" dirty="0"/>
              <a:t>Jithendra H S</a:t>
            </a:r>
          </a:p>
          <a:p>
            <a:r>
              <a:rPr lang="en-US" dirty="0"/>
              <a:t>05/01/2025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299AD-C24A-0ABB-EC49-E6E98DBB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0ED3-9CEA-4233-B8CE-D480F2EC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C9492-6C00-4EA5-B7F0-6154ABD2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AC6388-15D7-06A1-6F3F-562086BD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45" y="2137046"/>
            <a:ext cx="8966206" cy="3914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836BAD-C727-1AED-FC56-58DC833D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104" y="4227703"/>
            <a:ext cx="2764547" cy="17641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51D6E7-C465-46B6-84EE-42F441BEB3F0}"/>
              </a:ext>
            </a:extLst>
          </p:cNvPr>
          <p:cNvSpPr txBox="1"/>
          <p:nvPr/>
        </p:nvSpPr>
        <p:spPr>
          <a:xfrm>
            <a:off x="439837" y="966487"/>
            <a:ext cx="11528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objective of this project is to overcome limitations and measure ultra-low impedance structures, such as resistors, vias, and PDN impedance, using a low-cost SDR VNA and an RF amplifier.</a:t>
            </a:r>
          </a:p>
          <a:p>
            <a:endParaRPr lang="en-US" dirty="0"/>
          </a:p>
          <a:p>
            <a:r>
              <a:rPr lang="en-US" b="1" dirty="0"/>
              <a:t>Measurement setup: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5688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C032-5424-E4CB-2D4A-28769242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map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F4350-974F-FA11-F6F9-50AA499F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132" y="5721256"/>
            <a:ext cx="699083" cy="365125"/>
          </a:xfrm>
        </p:spPr>
        <p:txBody>
          <a:bodyPr/>
          <a:lstStyle/>
          <a:p>
            <a:fld id="{028CE896-619B-44F9-BE7F-139D1400166E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CFD99-EF55-2136-4BE5-1A980AB5B592}"/>
              </a:ext>
            </a:extLst>
          </p:cNvPr>
          <p:cNvSpPr/>
          <p:nvPr/>
        </p:nvSpPr>
        <p:spPr>
          <a:xfrm>
            <a:off x="85060" y="3739252"/>
            <a:ext cx="2041451" cy="8970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VNA Characterization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C55C6-DC78-7005-5040-B55BD7AEB9EE}"/>
              </a:ext>
            </a:extLst>
          </p:cNvPr>
          <p:cNvSpPr/>
          <p:nvPr/>
        </p:nvSpPr>
        <p:spPr>
          <a:xfrm>
            <a:off x="5042279" y="2829848"/>
            <a:ext cx="2041451" cy="8970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Why an amplifier?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579C94-5F4C-4EAA-D1CC-643077A670C0}"/>
              </a:ext>
            </a:extLst>
          </p:cNvPr>
          <p:cNvSpPr/>
          <p:nvPr/>
        </p:nvSpPr>
        <p:spPr>
          <a:xfrm>
            <a:off x="7416455" y="2404121"/>
            <a:ext cx="2041451" cy="8970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Amplifier optimization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F51F0-6E59-7B9D-37DC-1E4CCFDFEB84}"/>
              </a:ext>
            </a:extLst>
          </p:cNvPr>
          <p:cNvSpPr/>
          <p:nvPr/>
        </p:nvSpPr>
        <p:spPr>
          <a:xfrm>
            <a:off x="2538145" y="3438303"/>
            <a:ext cx="2041451" cy="8970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Common current artifact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942A0-61BD-785D-BA6F-EC68A22DAD21}"/>
              </a:ext>
            </a:extLst>
          </p:cNvPr>
          <p:cNvSpPr/>
          <p:nvPr/>
        </p:nvSpPr>
        <p:spPr>
          <a:xfrm>
            <a:off x="9991846" y="1816785"/>
            <a:ext cx="2041451" cy="89709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Ultra low Z measurement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E17FF1-B71C-0E9C-5ED4-BD31957C0CEE}"/>
              </a:ext>
            </a:extLst>
          </p:cNvPr>
          <p:cNvCxnSpPr/>
          <p:nvPr/>
        </p:nvCxnSpPr>
        <p:spPr>
          <a:xfrm flipV="1">
            <a:off x="2126511" y="4054441"/>
            <a:ext cx="396949" cy="13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F728BC-1DE3-AC2C-4CF1-EBA9FCF69D1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083730" y="3145038"/>
            <a:ext cx="302001" cy="13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96AF7D-2BC0-F86F-534C-4ED32E771D1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579596" y="3583584"/>
            <a:ext cx="468737" cy="30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476F29-27EB-5AE5-A33E-8B6B24BC704C}"/>
              </a:ext>
            </a:extLst>
          </p:cNvPr>
          <p:cNvCxnSpPr>
            <a:cxnSpLocks/>
          </p:cNvCxnSpPr>
          <p:nvPr/>
        </p:nvCxnSpPr>
        <p:spPr>
          <a:xfrm flipV="1">
            <a:off x="9466522" y="2645954"/>
            <a:ext cx="516708" cy="22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Content Placeholder 10">
            <a:extLst>
              <a:ext uri="{FF2B5EF4-FFF2-40B4-BE49-F238E27FC236}">
                <a16:creationId xmlns:a16="http://schemas.microsoft.com/office/drawing/2014/main" id="{607C6293-7BA8-845F-21F2-4488F9CE4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3" y="4658730"/>
            <a:ext cx="2148510" cy="14276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A0700B-AD36-6B0E-D795-10423D424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964" y="3829033"/>
            <a:ext cx="2399353" cy="14334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D69481-0B1D-9F79-0430-22381D935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6" y="3429000"/>
            <a:ext cx="2440593" cy="16711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FCBFD3A-97A5-4A0B-2976-AE4E392A6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29" y="2624123"/>
            <a:ext cx="1849121" cy="9368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DA22E62-02CA-5BBE-635C-6456A37D5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19747" y="1859691"/>
            <a:ext cx="1491111" cy="897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3C64A7-9E4D-E940-9A41-A00455978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721" y="1221776"/>
            <a:ext cx="1752918" cy="1073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959D184-8DB2-EBBD-C39D-89C5DDDEB1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2942" y="4428596"/>
            <a:ext cx="2399352" cy="15704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E6990E-7CBB-1A18-1355-B3F6BA5AE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6608" y="1953918"/>
            <a:ext cx="1870512" cy="1337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8FAF55A-E5F3-CF78-76AD-2F618B6552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8646" y="905915"/>
            <a:ext cx="1847850" cy="771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A28D01-C31D-4C5E-9E5A-E8E66D42C5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0631" y="2907383"/>
            <a:ext cx="2380656" cy="15212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626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B5B3-ABFB-A6A7-B279-E345BB33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VNA Overview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35735-A3FB-7EA4-2445-1D2BAE33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C4F46F-F206-9EB5-7E8D-31B77B4B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987" y="2474281"/>
            <a:ext cx="2719374" cy="13777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63000"/>
              </a:srgbClr>
            </a:outerShdw>
          </a:effec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F90E46-8227-43EB-C9DC-D3F7CCB67887}"/>
              </a:ext>
            </a:extLst>
          </p:cNvPr>
          <p:cNvSpPr/>
          <p:nvPr/>
        </p:nvSpPr>
        <p:spPr>
          <a:xfrm>
            <a:off x="436879" y="925939"/>
            <a:ext cx="1849121" cy="93683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Max = -10dBm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Min = -17dBm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87BD36-4123-FCF5-7AB3-F7D89A9F51BA}"/>
              </a:ext>
            </a:extLst>
          </p:cNvPr>
          <p:cNvSpPr/>
          <p:nvPr/>
        </p:nvSpPr>
        <p:spPr>
          <a:xfrm>
            <a:off x="4400637" y="991455"/>
            <a:ext cx="1849121" cy="9368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Voltage Output: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Vpp</a:t>
            </a:r>
            <a:r>
              <a:rPr lang="en-US" dirty="0">
                <a:solidFill>
                  <a:schemeClr val="tx1"/>
                </a:solidFill>
              </a:rPr>
              <a:t>=200mV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28005D4-80A1-A140-7EFF-A829FE357B0E}"/>
              </a:ext>
            </a:extLst>
          </p:cNvPr>
          <p:cNvSpPr/>
          <p:nvPr/>
        </p:nvSpPr>
        <p:spPr>
          <a:xfrm>
            <a:off x="275960" y="4301938"/>
            <a:ext cx="2343360" cy="117189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Noise floor: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-100dB up to 100MHz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-70dB up to 500MHz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-50dB above 500 MHz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C0551C-43F4-52DB-EE19-B51416F8BC6E}"/>
              </a:ext>
            </a:extLst>
          </p:cNvPr>
          <p:cNvSpPr/>
          <p:nvPr/>
        </p:nvSpPr>
        <p:spPr>
          <a:xfrm>
            <a:off x="4143859" y="4380242"/>
            <a:ext cx="2049556" cy="7214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Max Input power: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0dBm -&gt; 225mV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3CA79-9DED-E0BB-53FB-14684EB863B6}"/>
              </a:ext>
            </a:extLst>
          </p:cNvPr>
          <p:cNvSpPr txBox="1"/>
          <p:nvPr/>
        </p:nvSpPr>
        <p:spPr>
          <a:xfrm>
            <a:off x="185479" y="5796213"/>
            <a:ext cx="9936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a -100dB(</a:t>
            </a:r>
            <a:r>
              <a:rPr lang="en-US" dirty="0">
                <a:solidFill>
                  <a:srgbClr val="FF0000"/>
                </a:solidFill>
              </a:rPr>
              <a:t>1uV</a:t>
            </a:r>
            <a:r>
              <a:rPr lang="en-IN" dirty="0">
                <a:solidFill>
                  <a:srgbClr val="FF0000"/>
                </a:solidFill>
              </a:rPr>
              <a:t>)</a:t>
            </a:r>
            <a:r>
              <a:rPr lang="en-US" dirty="0"/>
              <a:t> noise floor, the minimum impedance that SDR VNA can measure is up to  </a:t>
            </a:r>
            <a:r>
              <a:rPr lang="en-US" dirty="0">
                <a:highlight>
                  <a:srgbClr val="00FF00"/>
                </a:highlight>
              </a:rPr>
              <a:t>250u</a:t>
            </a:r>
            <a:r>
              <a:rPr lang="el-GR" dirty="0">
                <a:highlight>
                  <a:srgbClr val="00FF00"/>
                </a:highlight>
              </a:rPr>
              <a:t>Ω</a:t>
            </a:r>
            <a:endParaRPr lang="en-IN" dirty="0">
              <a:highlight>
                <a:srgbClr val="00FF00"/>
              </a:highlight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ECC834-A133-C423-9D4C-43760D279F04}"/>
              </a:ext>
            </a:extLst>
          </p:cNvPr>
          <p:cNvCxnSpPr/>
          <p:nvPr/>
        </p:nvCxnSpPr>
        <p:spPr>
          <a:xfrm flipH="1" flipV="1">
            <a:off x="1632030" y="1862771"/>
            <a:ext cx="521179" cy="61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FA6917-0025-7CD0-E1D4-D71EAAD8DAE9}"/>
              </a:ext>
            </a:extLst>
          </p:cNvPr>
          <p:cNvCxnSpPr>
            <a:cxnSpLocks/>
          </p:cNvCxnSpPr>
          <p:nvPr/>
        </p:nvCxnSpPr>
        <p:spPr>
          <a:xfrm flipV="1">
            <a:off x="3991459" y="1946057"/>
            <a:ext cx="539902" cy="527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B83A76-B58C-ECEC-465B-0BCDA0B019C6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447640" y="3852018"/>
            <a:ext cx="705569" cy="449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D104C8-35B0-41CC-3471-DA426760C2C8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531361" y="3753030"/>
            <a:ext cx="637276" cy="627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DD7C246-C489-F432-AFCA-428FD9FAC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364" y="822324"/>
            <a:ext cx="3851996" cy="26351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05E2C2-97AD-E56C-A8FD-4F770B414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011" y="3209982"/>
            <a:ext cx="3755349" cy="2586231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C136CB64-0709-FA34-8C01-9539320F8EDA}"/>
              </a:ext>
            </a:extLst>
          </p:cNvPr>
          <p:cNvSpPr/>
          <p:nvPr/>
        </p:nvSpPr>
        <p:spPr>
          <a:xfrm>
            <a:off x="6492241" y="2936240"/>
            <a:ext cx="914400" cy="49276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1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5F7C-E6C2-57C8-D213-71DB3985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D72E-3A36-EBB4-D8A4-DCBACBB4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VNA config &amp; Test vehicle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EF0E3-E2D4-E2A6-8AB7-A1E611FE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386" y="5809333"/>
            <a:ext cx="699083" cy="365125"/>
          </a:xfrm>
        </p:spPr>
        <p:txBody>
          <a:bodyPr/>
          <a:lstStyle/>
          <a:p>
            <a:fld id="{028CE896-619B-44F9-BE7F-139D1400166E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E9F272-4866-3176-98EC-3724DAC8A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610516" y="889641"/>
            <a:ext cx="4893615" cy="50787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E895D2-E585-40D1-9C4E-4B412543F2D0}"/>
              </a:ext>
            </a:extLst>
          </p:cNvPr>
          <p:cNvSpPr/>
          <p:nvPr/>
        </p:nvSpPr>
        <p:spPr>
          <a:xfrm>
            <a:off x="5610515" y="5197033"/>
            <a:ext cx="2196716" cy="77132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958129-8272-2929-1D75-42971C595296}"/>
              </a:ext>
            </a:extLst>
          </p:cNvPr>
          <p:cNvSpPr/>
          <p:nvPr/>
        </p:nvSpPr>
        <p:spPr>
          <a:xfrm>
            <a:off x="5610515" y="883158"/>
            <a:ext cx="2196716" cy="77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BC10D-19E2-5E3E-FB88-E8049C070B93}"/>
              </a:ext>
            </a:extLst>
          </p:cNvPr>
          <p:cNvSpPr/>
          <p:nvPr/>
        </p:nvSpPr>
        <p:spPr>
          <a:xfrm>
            <a:off x="8312657" y="889640"/>
            <a:ext cx="2196716" cy="77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AD01F0-3238-607B-76FF-B28587475C09}"/>
              </a:ext>
            </a:extLst>
          </p:cNvPr>
          <p:cNvSpPr/>
          <p:nvPr/>
        </p:nvSpPr>
        <p:spPr>
          <a:xfrm>
            <a:off x="5605273" y="2578233"/>
            <a:ext cx="2196716" cy="77132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2072A-BCFB-7595-28FD-3BB0BF4CEA18}"/>
              </a:ext>
            </a:extLst>
          </p:cNvPr>
          <p:cNvSpPr/>
          <p:nvPr/>
        </p:nvSpPr>
        <p:spPr>
          <a:xfrm>
            <a:off x="8310036" y="2578233"/>
            <a:ext cx="2196716" cy="77132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9086B-3E79-E390-760B-25EED1B65838}"/>
              </a:ext>
            </a:extLst>
          </p:cNvPr>
          <p:cNvSpPr txBox="1"/>
          <p:nvPr/>
        </p:nvSpPr>
        <p:spPr>
          <a:xfrm>
            <a:off x="7436147" y="1723125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Up to layer 2</a:t>
            </a:r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C9A2D-E08B-7856-DF03-351E910B38AA}"/>
              </a:ext>
            </a:extLst>
          </p:cNvPr>
          <p:cNvSpPr txBox="1"/>
          <p:nvPr/>
        </p:nvSpPr>
        <p:spPr>
          <a:xfrm>
            <a:off x="7436146" y="3428999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Up to layer 4</a:t>
            </a:r>
            <a:endParaRPr lang="en-IN" dirty="0">
              <a:highlight>
                <a:srgbClr val="0000FF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EF044-42B9-FFAB-BC3B-8D7CDF6DC0C6}"/>
              </a:ext>
            </a:extLst>
          </p:cNvPr>
          <p:cNvSpPr txBox="1"/>
          <p:nvPr/>
        </p:nvSpPr>
        <p:spPr>
          <a:xfrm>
            <a:off x="4581548" y="1153560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13mil </a:t>
            </a:r>
            <a:r>
              <a:rPr lang="en-US" dirty="0" err="1">
                <a:solidFill>
                  <a:srgbClr val="FF0000"/>
                </a:solidFill>
              </a:rPr>
              <a:t>dia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2C1AB-7122-1C44-BC6B-E8130FED3F94}"/>
              </a:ext>
            </a:extLst>
          </p:cNvPr>
          <p:cNvSpPr txBox="1"/>
          <p:nvPr/>
        </p:nvSpPr>
        <p:spPr>
          <a:xfrm>
            <a:off x="10536230" y="1132497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26mil </a:t>
            </a:r>
            <a:r>
              <a:rPr lang="en-US" dirty="0" err="1">
                <a:solidFill>
                  <a:srgbClr val="FF0000"/>
                </a:solidFill>
              </a:rPr>
              <a:t>dia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470960-5685-2ED1-E1C2-237DF4B2B2D8}"/>
              </a:ext>
            </a:extLst>
          </p:cNvPr>
          <p:cNvSpPr txBox="1"/>
          <p:nvPr/>
        </p:nvSpPr>
        <p:spPr>
          <a:xfrm>
            <a:off x="4591889" y="276882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13mil </a:t>
            </a:r>
            <a:r>
              <a:rPr lang="en-US" dirty="0" err="1">
                <a:solidFill>
                  <a:srgbClr val="0000FF"/>
                </a:solidFill>
              </a:rPr>
              <a:t>dia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9F954-93A2-708E-4EE9-EE169D5321B5}"/>
              </a:ext>
            </a:extLst>
          </p:cNvPr>
          <p:cNvSpPr txBox="1"/>
          <p:nvPr/>
        </p:nvSpPr>
        <p:spPr>
          <a:xfrm>
            <a:off x="10536230" y="2722792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26mil </a:t>
            </a:r>
            <a:r>
              <a:rPr lang="en-US" dirty="0" err="1">
                <a:solidFill>
                  <a:srgbClr val="0000FF"/>
                </a:solidFill>
              </a:rPr>
              <a:t>dia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F03B8-ED94-8484-50EE-11343C7131FA}"/>
              </a:ext>
            </a:extLst>
          </p:cNvPr>
          <p:cNvSpPr txBox="1"/>
          <p:nvPr/>
        </p:nvSpPr>
        <p:spPr>
          <a:xfrm>
            <a:off x="4049874" y="5480156"/>
            <a:ext cx="1540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Port extension</a:t>
            </a:r>
          </a:p>
          <a:p>
            <a:r>
              <a:rPr lang="en-US" dirty="0">
                <a:solidFill>
                  <a:srgbClr val="FFC000"/>
                </a:solidFill>
              </a:rPr>
              <a:t>calibration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7A85D-BEA5-DB89-F49D-1C62C4544B6C}"/>
              </a:ext>
            </a:extLst>
          </p:cNvPr>
          <p:cNvSpPr/>
          <p:nvPr/>
        </p:nvSpPr>
        <p:spPr>
          <a:xfrm>
            <a:off x="8307415" y="5197032"/>
            <a:ext cx="2196716" cy="771325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55AB6-0C11-0531-E0BC-DF2897A4D24C}"/>
              </a:ext>
            </a:extLst>
          </p:cNvPr>
          <p:cNvSpPr txBox="1"/>
          <p:nvPr/>
        </p:nvSpPr>
        <p:spPr>
          <a:xfrm>
            <a:off x="10536230" y="5356171"/>
            <a:ext cx="1739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10m ohm </a:t>
            </a:r>
            <a:r>
              <a:rPr lang="el-GR" dirty="0">
                <a:solidFill>
                  <a:srgbClr val="00B050"/>
                </a:solidFill>
              </a:rPr>
              <a:t>±</a:t>
            </a:r>
            <a:r>
              <a:rPr lang="en-US" dirty="0">
                <a:solidFill>
                  <a:srgbClr val="00B050"/>
                </a:solidFill>
              </a:rPr>
              <a:t>1%</a:t>
            </a:r>
          </a:p>
          <a:p>
            <a:r>
              <a:rPr lang="en-US" dirty="0">
                <a:solidFill>
                  <a:srgbClr val="00B050"/>
                </a:solidFill>
              </a:rPr>
              <a:t>Known structure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19B4A0-2432-6A8B-9ABC-37FFA0D3C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714504"/>
              </p:ext>
            </p:extLst>
          </p:nvPr>
        </p:nvGraphicFramePr>
        <p:xfrm>
          <a:off x="57030" y="2217723"/>
          <a:ext cx="4524518" cy="1580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259">
                  <a:extLst>
                    <a:ext uri="{9D8B030D-6E8A-4147-A177-3AD203B41FA5}">
                      <a16:colId xmlns:a16="http://schemas.microsoft.com/office/drawing/2014/main" val="2641625504"/>
                    </a:ext>
                  </a:extLst>
                </a:gridCol>
                <a:gridCol w="2262259">
                  <a:extLst>
                    <a:ext uri="{9D8B030D-6E8A-4147-A177-3AD203B41FA5}">
                      <a16:colId xmlns:a16="http://schemas.microsoft.com/office/drawing/2014/main" val="4153767160"/>
                    </a:ext>
                  </a:extLst>
                </a:gridCol>
              </a:tblGrid>
              <a:tr h="3951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Settings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44491"/>
                  </a:ext>
                </a:extLst>
              </a:tr>
              <a:tr h="3951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Sweep range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  <a:r>
                        <a:rPr lang="en-US" dirty="0" err="1"/>
                        <a:t>KHz</a:t>
                      </a:r>
                      <a:r>
                        <a:rPr lang="en-US" dirty="0"/>
                        <a:t> to 200 MHz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18678"/>
                  </a:ext>
                </a:extLst>
              </a:tr>
              <a:tr h="3951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Datapoints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930495"/>
                  </a:ext>
                </a:extLst>
              </a:tr>
              <a:tr h="3951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Sweep 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91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04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B93B-7C11-96F2-2AC0-56141D20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lang="en-US"/>
              <a:t>current artifact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CD636-E2AD-3E4D-CAD5-F534BE23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A5D96-8CC2-8B46-6376-D4F25F07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707" y="792914"/>
            <a:ext cx="4382609" cy="32459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5EF308E-7AA0-1F93-D80E-99271A8A1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83" y="3063105"/>
            <a:ext cx="2019913" cy="25188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5AB7224C-E93E-B151-CF17-8070AC09EA87}"/>
              </a:ext>
            </a:extLst>
          </p:cNvPr>
          <p:cNvSpPr/>
          <p:nvPr/>
        </p:nvSpPr>
        <p:spPr>
          <a:xfrm>
            <a:off x="2168024" y="1909682"/>
            <a:ext cx="366349" cy="1000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9BDABA-4C29-5F62-4EBF-D1E54461D2C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8333029" y="2958039"/>
            <a:ext cx="428199" cy="8588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062206-1F7D-BDCE-2346-FDCF59B1D1F0}"/>
              </a:ext>
            </a:extLst>
          </p:cNvPr>
          <p:cNvSpPr txBox="1"/>
          <p:nvPr/>
        </p:nvSpPr>
        <p:spPr>
          <a:xfrm>
            <a:off x="6879531" y="3816887"/>
            <a:ext cx="2906995" cy="374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Due to the common current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7239C-5CD5-BE97-53FF-490A0FF5A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347" y="4161983"/>
            <a:ext cx="3072891" cy="1086376"/>
          </a:xfrm>
          <a:prstGeom prst="rect">
            <a:avLst/>
          </a:prstGeom>
        </p:spPr>
      </p:pic>
      <p:sp>
        <p:nvSpPr>
          <p:cNvPr id="21" name="Arrow: Bent 20">
            <a:extLst>
              <a:ext uri="{FF2B5EF4-FFF2-40B4-BE49-F238E27FC236}">
                <a16:creationId xmlns:a16="http://schemas.microsoft.com/office/drawing/2014/main" id="{84BDBE69-9075-8186-9D94-481782C32E0C}"/>
              </a:ext>
            </a:extLst>
          </p:cNvPr>
          <p:cNvSpPr/>
          <p:nvPr/>
        </p:nvSpPr>
        <p:spPr>
          <a:xfrm rot="10800000">
            <a:off x="6988238" y="4642740"/>
            <a:ext cx="224868" cy="287321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Bent 21">
            <a:extLst>
              <a:ext uri="{FF2B5EF4-FFF2-40B4-BE49-F238E27FC236}">
                <a16:creationId xmlns:a16="http://schemas.microsoft.com/office/drawing/2014/main" id="{6015E4EF-073B-6A07-0BB6-C034061F3CCA}"/>
              </a:ext>
            </a:extLst>
          </p:cNvPr>
          <p:cNvSpPr/>
          <p:nvPr/>
        </p:nvSpPr>
        <p:spPr>
          <a:xfrm rot="10800000" flipH="1">
            <a:off x="7583981" y="4636754"/>
            <a:ext cx="224868" cy="287323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FA1B3B-E576-B1DC-D155-758DB12A5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0226" y="873588"/>
            <a:ext cx="700625" cy="2072187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A346A5-77D3-4B51-3216-6C939EAEF150}"/>
              </a:ext>
            </a:extLst>
          </p:cNvPr>
          <p:cNvCxnSpPr>
            <a:cxnSpLocks/>
          </p:cNvCxnSpPr>
          <p:nvPr/>
        </p:nvCxnSpPr>
        <p:spPr>
          <a:xfrm flipH="1">
            <a:off x="7948513" y="4119983"/>
            <a:ext cx="272060" cy="6608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2716234-9A0D-D00E-0BA2-088385C65323}"/>
              </a:ext>
            </a:extLst>
          </p:cNvPr>
          <p:cNvSpPr/>
          <p:nvPr/>
        </p:nvSpPr>
        <p:spPr>
          <a:xfrm rot="10800000">
            <a:off x="4632247" y="4537424"/>
            <a:ext cx="1334899" cy="120737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094BC5-A695-FF85-95E8-3EF8B4F73150}"/>
              </a:ext>
            </a:extLst>
          </p:cNvPr>
          <p:cNvSpPr txBox="1"/>
          <p:nvPr/>
        </p:nvSpPr>
        <p:spPr>
          <a:xfrm>
            <a:off x="4617060" y="4597793"/>
            <a:ext cx="155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Ferrite choke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EF189E5-B80B-F243-94F2-A2F9A3DE2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115" y="1447163"/>
            <a:ext cx="4138556" cy="1225622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449D1663-9BD4-1402-1AF6-3F22E269BC9A}"/>
              </a:ext>
            </a:extLst>
          </p:cNvPr>
          <p:cNvSpPr/>
          <p:nvPr/>
        </p:nvSpPr>
        <p:spPr>
          <a:xfrm>
            <a:off x="7349222" y="1921834"/>
            <a:ext cx="366349" cy="1000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711AE-9958-1F43-2361-22F0211BB4A8}"/>
              </a:ext>
            </a:extLst>
          </p:cNvPr>
          <p:cNvSpPr txBox="1"/>
          <p:nvPr/>
        </p:nvSpPr>
        <p:spPr>
          <a:xfrm>
            <a:off x="169382" y="5705105"/>
            <a:ext cx="596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Common current limits the low Z measurement to ~25m</a:t>
            </a:r>
            <a:r>
              <a:rPr lang="el-GR" dirty="0"/>
              <a:t>Ω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6F85-FEEF-400E-9351-E6EC9048D0F8}"/>
              </a:ext>
            </a:extLst>
          </p:cNvPr>
          <p:cNvSpPr txBox="1"/>
          <p:nvPr/>
        </p:nvSpPr>
        <p:spPr>
          <a:xfrm>
            <a:off x="857955" y="2303453"/>
            <a:ext cx="93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71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00F4-72A9-ADA0-C562-79ADCEBD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 of Normal VNA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99B15-37ED-FE0D-A3D6-9ABA43DD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CFB40-8D82-1DBE-7675-C7B622CFA2DE}"/>
              </a:ext>
            </a:extLst>
          </p:cNvPr>
          <p:cNvSpPr txBox="1"/>
          <p:nvPr/>
        </p:nvSpPr>
        <p:spPr>
          <a:xfrm>
            <a:off x="47807" y="3072188"/>
            <a:ext cx="3863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Rule of thumb: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Via height = length = 8mil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Via thickness =  1.2mil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Via diameter = 26mil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per Sq = 0.5m</a:t>
            </a:r>
            <a:r>
              <a:rPr lang="el-GR" dirty="0"/>
              <a:t>Ω</a:t>
            </a:r>
            <a:r>
              <a:rPr lang="en-US" dirty="0"/>
              <a:t> at 1Oz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 of Sq = </a:t>
            </a:r>
            <a:r>
              <a:rPr lang="en-US" dirty="0"/>
              <a:t>8</a:t>
            </a:r>
            <a:r>
              <a:rPr lang="en-US" sz="1800" dirty="0"/>
              <a:t>/(3.14 * 26) = 0.097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 = 0.097 *(1.4/1.2) 0.5m</a:t>
            </a:r>
            <a:r>
              <a:rPr lang="el-GR" sz="1800" dirty="0"/>
              <a:t>Ω</a:t>
            </a:r>
            <a:r>
              <a:rPr lang="en-US" sz="1800" dirty="0"/>
              <a:t> = </a:t>
            </a:r>
            <a:r>
              <a:rPr lang="en-US" sz="1800" dirty="0">
                <a:solidFill>
                  <a:schemeClr val="bg1"/>
                </a:solidFill>
                <a:highlight>
                  <a:srgbClr val="FF0000"/>
                </a:highlight>
              </a:rPr>
              <a:t>56u</a:t>
            </a:r>
            <a:r>
              <a:rPr lang="el-GR" sz="1800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B3ABD66A-CCBB-7204-30F8-37B551BDF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139" y="1548694"/>
            <a:ext cx="8945740" cy="294724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3124C2-DFBA-AC0F-D354-9FEACC2A15DC}"/>
              </a:ext>
            </a:extLst>
          </p:cNvPr>
          <p:cNvSpPr txBox="1"/>
          <p:nvPr/>
        </p:nvSpPr>
        <p:spPr>
          <a:xfrm>
            <a:off x="3939030" y="2716047"/>
            <a:ext cx="273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-100dB VNA Noise floor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E5468-3E10-F9E8-069C-BD80D0F372A8}"/>
              </a:ext>
            </a:extLst>
          </p:cNvPr>
          <p:cNvSpPr txBox="1"/>
          <p:nvPr/>
        </p:nvSpPr>
        <p:spPr>
          <a:xfrm>
            <a:off x="4180193" y="3136519"/>
            <a:ext cx="13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Via response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3CAF7-4B5F-E2E1-7570-EC7D4513E7F4}"/>
              </a:ext>
            </a:extLst>
          </p:cNvPr>
          <p:cNvSpPr txBox="1"/>
          <p:nvPr/>
        </p:nvSpPr>
        <p:spPr>
          <a:xfrm>
            <a:off x="8763161" y="265298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Min 250u</a:t>
            </a:r>
            <a:r>
              <a:rPr lang="el-GR" dirty="0">
                <a:solidFill>
                  <a:srgbClr val="0000FF"/>
                </a:solidFill>
              </a:rPr>
              <a:t>Ω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44EA3-E39F-597C-1A95-E46C436F54A4}"/>
              </a:ext>
            </a:extLst>
          </p:cNvPr>
          <p:cNvSpPr txBox="1"/>
          <p:nvPr/>
        </p:nvSpPr>
        <p:spPr>
          <a:xfrm>
            <a:off x="8330384" y="2984833"/>
            <a:ext cx="2037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Via resistance 56u</a:t>
            </a:r>
            <a:r>
              <a:rPr lang="el-GR" dirty="0">
                <a:solidFill>
                  <a:srgbClr val="FF0000"/>
                </a:solidFill>
              </a:rPr>
              <a:t>Ω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A7F98-6EC5-4692-4004-E92616A1E178}"/>
              </a:ext>
            </a:extLst>
          </p:cNvPr>
          <p:cNvSpPr txBox="1"/>
          <p:nvPr/>
        </p:nvSpPr>
        <p:spPr>
          <a:xfrm>
            <a:off x="9801206" y="903272"/>
            <a:ext cx="22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*Simulated using ADS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7A7AC7-86A5-6E77-99F7-E35FABBBFC18}"/>
              </a:ext>
            </a:extLst>
          </p:cNvPr>
          <p:cNvSpPr txBox="1"/>
          <p:nvPr/>
        </p:nvSpPr>
        <p:spPr>
          <a:xfrm>
            <a:off x="-1" y="5510929"/>
            <a:ext cx="11787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-110dB(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316nV</a:t>
            </a:r>
            <a:r>
              <a:rPr lang="en-US" dirty="0"/>
              <a:t>) measurement is not at all possible to measure with a Normal VNA, if you measure always result in 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250u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89562F-168C-9827-BB23-2030C198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4089" y="632390"/>
            <a:ext cx="990772" cy="2527926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E1D5EC-7764-958F-35E9-95B488E2F341}"/>
              </a:ext>
            </a:extLst>
          </p:cNvPr>
          <p:cNvSpPr txBox="1"/>
          <p:nvPr/>
        </p:nvSpPr>
        <p:spPr>
          <a:xfrm>
            <a:off x="690554" y="14009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26 mil Dia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3366780C-050B-DACC-0A2B-EF3DB9CD5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9297" y="5438214"/>
            <a:ext cx="506319" cy="5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1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9D1F-F13D-317C-D192-0E57EB66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Amplification?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4F585-D594-7B9A-CFB9-6A4194E9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EEE86-9842-495C-AAE9-B7B84255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10" y="1258934"/>
            <a:ext cx="3280392" cy="1340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3D55A-BB0B-7696-8AA6-9B5D2DDAF244}"/>
              </a:ext>
            </a:extLst>
          </p:cNvPr>
          <p:cNvSpPr txBox="1"/>
          <p:nvPr/>
        </p:nvSpPr>
        <p:spPr>
          <a:xfrm>
            <a:off x="6326132" y="1074268"/>
            <a:ext cx="82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+20dB</a:t>
            </a:r>
            <a:endParaRPr lang="en-IN" dirty="0"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5CC3E9-93F6-CBF2-3EA5-DEF5DF94C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578" y="2307934"/>
            <a:ext cx="4394879" cy="3056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782041-70F0-332F-E81E-F01A136D3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4" y="2371614"/>
            <a:ext cx="4210494" cy="26903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B70FEC-6CF8-5A4C-4E4B-8C499DB9BBBF}"/>
              </a:ext>
            </a:extLst>
          </p:cNvPr>
          <p:cNvSpPr txBox="1"/>
          <p:nvPr/>
        </p:nvSpPr>
        <p:spPr>
          <a:xfrm>
            <a:off x="746269" y="3836154"/>
            <a:ext cx="273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-100dB VNA Noise floor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A1A3C-554D-028C-8E8E-568A2F1F9CD3}"/>
              </a:ext>
            </a:extLst>
          </p:cNvPr>
          <p:cNvSpPr txBox="1"/>
          <p:nvPr/>
        </p:nvSpPr>
        <p:spPr>
          <a:xfrm>
            <a:off x="1011691" y="4205486"/>
            <a:ext cx="13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Via response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30D0C-9141-CAE8-183C-4A20D30993F9}"/>
              </a:ext>
            </a:extLst>
          </p:cNvPr>
          <p:cNvSpPr txBox="1"/>
          <p:nvPr/>
        </p:nvSpPr>
        <p:spPr>
          <a:xfrm>
            <a:off x="8550174" y="3651488"/>
            <a:ext cx="13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Via response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4DC54-103A-5E7C-6A88-AD0EF9C70463}"/>
              </a:ext>
            </a:extLst>
          </p:cNvPr>
          <p:cNvSpPr txBox="1"/>
          <p:nvPr/>
        </p:nvSpPr>
        <p:spPr>
          <a:xfrm>
            <a:off x="8204196" y="4268398"/>
            <a:ext cx="273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-100dB VNA Noise floor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6CCE706-99AC-7256-E22D-364FAB6C8CCD}"/>
              </a:ext>
            </a:extLst>
          </p:cNvPr>
          <p:cNvSpPr/>
          <p:nvPr/>
        </p:nvSpPr>
        <p:spPr>
          <a:xfrm>
            <a:off x="5035399" y="3402525"/>
            <a:ext cx="1956390" cy="432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56382E-996E-AADD-A641-04978C02BD0F}"/>
              </a:ext>
            </a:extLst>
          </p:cNvPr>
          <p:cNvSpPr txBox="1"/>
          <p:nvPr/>
        </p:nvSpPr>
        <p:spPr>
          <a:xfrm>
            <a:off x="0" y="5275900"/>
            <a:ext cx="1214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Adding gain to the voltage drop across DUT helps the VNA port to measure the signal without being </a:t>
            </a:r>
            <a:r>
              <a:rPr lang="en-US" dirty="0">
                <a:highlight>
                  <a:srgbClr val="00FF00"/>
                </a:highlight>
              </a:rPr>
              <a:t>limited by the noise floor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After that, we need to </a:t>
            </a:r>
            <a:r>
              <a:rPr lang="en-US" dirty="0">
                <a:highlight>
                  <a:srgbClr val="FFFF00"/>
                </a:highlight>
              </a:rPr>
              <a:t>vector rescale the amplified insertion loss </a:t>
            </a:r>
            <a:r>
              <a:rPr lang="en-US" dirty="0"/>
              <a:t>using ADS to get the actual insertion loss across the DUT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C547BA-4584-7FFF-CC3E-63AE43D1E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62819" y="940840"/>
            <a:ext cx="1780731" cy="16097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C2004A-C0FE-1B89-E05F-8B0D8FB32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893713" y="953626"/>
            <a:ext cx="1862337" cy="1660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5BB167-7D42-DD6E-3B0F-614A1B4F2D67}"/>
              </a:ext>
            </a:extLst>
          </p:cNvPr>
          <p:cNvSpPr txBox="1"/>
          <p:nvPr/>
        </p:nvSpPr>
        <p:spPr>
          <a:xfrm>
            <a:off x="8975729" y="2705258"/>
            <a:ext cx="214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Turbo VNA setup</a:t>
            </a:r>
            <a:endParaRPr lang="en-IN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44D43-F287-20B6-B43C-0222CEA8E8A5}"/>
              </a:ext>
            </a:extLst>
          </p:cNvPr>
          <p:cNvSpPr txBox="1"/>
          <p:nvPr/>
        </p:nvSpPr>
        <p:spPr>
          <a:xfrm>
            <a:off x="1145203" y="2636083"/>
            <a:ext cx="214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C0C0C0"/>
                </a:highlight>
              </a:rPr>
              <a:t>Normal VNA setup</a:t>
            </a:r>
            <a:endParaRPr lang="en-IN" dirty="0">
              <a:solidFill>
                <a:srgbClr val="0000FF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9824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D0EC-B639-4068-99C7-0E4C7E14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5440-3FEE-01E6-4913-5B2573B5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noise floor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C58A3-0E9C-5564-87B1-D6647B2B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2C18B-10B2-1565-6D23-4212480F40FA}"/>
              </a:ext>
            </a:extLst>
          </p:cNvPr>
          <p:cNvSpPr txBox="1"/>
          <p:nvPr/>
        </p:nvSpPr>
        <p:spPr>
          <a:xfrm>
            <a:off x="10244473" y="389166"/>
            <a:ext cx="42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*Moving avg: 10pts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A2ABC-9DF4-28F4-EA0B-5D992BEC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46" y="1848394"/>
            <a:ext cx="4439912" cy="3017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6CD9B5-5A6F-91DE-F0B9-0F5863CC6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499" y="1920250"/>
            <a:ext cx="4269499" cy="301749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E322CBD-16DD-FF92-8C35-D93403B1D32A}"/>
              </a:ext>
            </a:extLst>
          </p:cNvPr>
          <p:cNvSpPr/>
          <p:nvPr/>
        </p:nvSpPr>
        <p:spPr>
          <a:xfrm>
            <a:off x="2750532" y="3289941"/>
            <a:ext cx="420414" cy="14371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F700474-C8A1-AF7B-2219-2FFC074936A9}"/>
              </a:ext>
            </a:extLst>
          </p:cNvPr>
          <p:cNvSpPr/>
          <p:nvPr/>
        </p:nvSpPr>
        <p:spPr>
          <a:xfrm>
            <a:off x="7556472" y="3305888"/>
            <a:ext cx="366027" cy="1231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54D29-93A1-E3DF-1EBB-958A5FC24FEB}"/>
              </a:ext>
            </a:extLst>
          </p:cNvPr>
          <p:cNvSpPr txBox="1"/>
          <p:nvPr/>
        </p:nvSpPr>
        <p:spPr>
          <a:xfrm>
            <a:off x="-36379" y="5508263"/>
            <a:ext cx="12191999" cy="383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Due to the addition of both ferrite chokes  &amp; the RF amp, the effective noise floor results in measuring impedance up to </a:t>
            </a:r>
            <a:r>
              <a:rPr lang="en-US" dirty="0">
                <a:solidFill>
                  <a:schemeClr val="bg2"/>
                </a:solidFill>
                <a:highlight>
                  <a:srgbClr val="0000FF"/>
                </a:highlight>
              </a:rPr>
              <a:t>8u</a:t>
            </a:r>
            <a:r>
              <a:rPr lang="el-GR" dirty="0">
                <a:solidFill>
                  <a:schemeClr val="bg2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2"/>
              </a:solidFill>
              <a:highlight>
                <a:srgbClr val="0000FF"/>
              </a:highligh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F09CF7-BA73-FFA7-1EDE-252E17980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" y="1096848"/>
            <a:ext cx="2565215" cy="41365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56F9D4-C89D-0C59-E172-829023A4CF6B}"/>
              </a:ext>
            </a:extLst>
          </p:cNvPr>
          <p:cNvSpPr txBox="1"/>
          <p:nvPr/>
        </p:nvSpPr>
        <p:spPr>
          <a:xfrm>
            <a:off x="1344589" y="5140758"/>
            <a:ext cx="1168400" cy="36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Kept Open</a:t>
            </a:r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5429A-0405-9AC4-302A-10F4398847D1}"/>
              </a:ext>
            </a:extLst>
          </p:cNvPr>
          <p:cNvSpPr txBox="1"/>
          <p:nvPr/>
        </p:nvSpPr>
        <p:spPr>
          <a:xfrm>
            <a:off x="4784651" y="1541721"/>
            <a:ext cx="166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Insertion loss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BBEF0-2422-99D3-6DB9-79C894C09935}"/>
              </a:ext>
            </a:extLst>
          </p:cNvPr>
          <p:cNvSpPr txBox="1"/>
          <p:nvPr/>
        </p:nvSpPr>
        <p:spPr>
          <a:xfrm>
            <a:off x="9107969" y="1578658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Corresponding Impedance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24D51-2AB8-F999-0B06-DD2530A0FBA1}"/>
              </a:ext>
            </a:extLst>
          </p:cNvPr>
          <p:cNvSpPr txBox="1"/>
          <p:nvPr/>
        </p:nvSpPr>
        <p:spPr>
          <a:xfrm>
            <a:off x="371672" y="1096848"/>
            <a:ext cx="214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Turbo VNA setup</a:t>
            </a:r>
            <a:endParaRPr lang="en-IN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87004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36E3-4FB2-2FCC-658A-7631D078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E22E-B74C-2602-A868-E0D0FE19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10m</a:t>
            </a:r>
            <a:r>
              <a:rPr lang="el-GR" dirty="0"/>
              <a:t>Ω</a:t>
            </a:r>
            <a:r>
              <a:rPr lang="en-US" dirty="0"/>
              <a:t> resistor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106D8-E8AA-CE14-405A-B1107DF7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BE640-C831-9E48-A9CE-B4D0484BF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51" y="1697850"/>
            <a:ext cx="4618662" cy="2947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906DD8-9154-D37E-3531-B77BA66E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13" y="1558444"/>
            <a:ext cx="4966485" cy="3226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82BB7E-EEF2-D944-5B2F-D28C28DA56C6}"/>
              </a:ext>
            </a:extLst>
          </p:cNvPr>
          <p:cNvSpPr txBox="1"/>
          <p:nvPr/>
        </p:nvSpPr>
        <p:spPr>
          <a:xfrm>
            <a:off x="8714852" y="2199016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highlight>
                  <a:srgbClr val="FF0000"/>
                </a:highlight>
              </a:rPr>
              <a:t>10.65m</a:t>
            </a:r>
            <a:r>
              <a:rPr lang="el-GR" b="1" dirty="0">
                <a:solidFill>
                  <a:schemeClr val="bg2"/>
                </a:solidFill>
                <a:highlight>
                  <a:srgbClr val="FF0000"/>
                </a:highlight>
              </a:rPr>
              <a:t>Ω</a:t>
            </a:r>
            <a:endParaRPr lang="en-IN" b="1" dirty="0">
              <a:solidFill>
                <a:schemeClr val="bg2"/>
              </a:solidFill>
              <a:highlight>
                <a:srgbClr val="FF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B104F-5D69-BF02-433C-52B2953FF7C7}"/>
              </a:ext>
            </a:extLst>
          </p:cNvPr>
          <p:cNvSpPr txBox="1"/>
          <p:nvPr/>
        </p:nvSpPr>
        <p:spPr>
          <a:xfrm>
            <a:off x="8850326" y="275301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7.65m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35D0F-C4F3-C62E-1FF1-D350FB4AC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26" y="2343497"/>
            <a:ext cx="2137144" cy="2495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40C5DD-1D16-E91A-9D2E-E559CA36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67120" y="108119"/>
            <a:ext cx="892486" cy="2325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38424A-1445-C4CB-AFF7-626CF13A4160}"/>
              </a:ext>
            </a:extLst>
          </p:cNvPr>
          <p:cNvSpPr txBox="1"/>
          <p:nvPr/>
        </p:nvSpPr>
        <p:spPr>
          <a:xfrm>
            <a:off x="350874" y="5465021"/>
            <a:ext cx="10775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Measuring known structures will reveal the uncertainty in measurement between the Normal and Turbo VNA.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EDF24-E6DE-7D7B-976B-DB66BFEE0AFD}"/>
              </a:ext>
            </a:extLst>
          </p:cNvPr>
          <p:cNvSpPr txBox="1"/>
          <p:nvPr/>
        </p:nvSpPr>
        <p:spPr>
          <a:xfrm>
            <a:off x="4582632" y="1347966"/>
            <a:ext cx="166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Insertion loss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65A5B-DCEE-C3F9-F445-778C43421175}"/>
              </a:ext>
            </a:extLst>
          </p:cNvPr>
          <p:cNvSpPr txBox="1"/>
          <p:nvPr/>
        </p:nvSpPr>
        <p:spPr>
          <a:xfrm>
            <a:off x="8831234" y="1354458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Corresponding Impedance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E2BBC-BBE5-90C6-C4BC-B5066A2C2353}"/>
              </a:ext>
            </a:extLst>
          </p:cNvPr>
          <p:cNvSpPr txBox="1"/>
          <p:nvPr/>
        </p:nvSpPr>
        <p:spPr>
          <a:xfrm>
            <a:off x="537185" y="4755504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RL model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2186D5-DB19-BE32-B2D7-648096C3B954}"/>
              </a:ext>
            </a:extLst>
          </p:cNvPr>
          <p:cNvSpPr txBox="1"/>
          <p:nvPr/>
        </p:nvSpPr>
        <p:spPr>
          <a:xfrm>
            <a:off x="888302" y="1748942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58EE5-5483-93CD-882C-F0E8BC8BF3DF}"/>
              </a:ext>
            </a:extLst>
          </p:cNvPr>
          <p:cNvSpPr txBox="1"/>
          <p:nvPr/>
        </p:nvSpPr>
        <p:spPr>
          <a:xfrm>
            <a:off x="9873064" y="349096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---</a:t>
            </a:r>
            <a:r>
              <a:rPr lang="en-US" dirty="0" err="1">
                <a:solidFill>
                  <a:srgbClr val="0000FF"/>
                </a:solidFill>
              </a:rPr>
              <a:t>Turbo_VNA_meas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1EA6-1CD7-7F3B-0D4D-D196B4F16D13}"/>
              </a:ext>
            </a:extLst>
          </p:cNvPr>
          <p:cNvSpPr txBox="1"/>
          <p:nvPr/>
        </p:nvSpPr>
        <p:spPr>
          <a:xfrm>
            <a:off x="9873064" y="73652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---</a:t>
            </a:r>
            <a:r>
              <a:rPr lang="en-US" dirty="0" err="1">
                <a:solidFill>
                  <a:srgbClr val="FF0000"/>
                </a:solidFill>
              </a:rPr>
              <a:t>Normal_VNA_meas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EFC5A-D64C-1954-CB38-1F8C58789FDF}"/>
              </a:ext>
            </a:extLst>
          </p:cNvPr>
          <p:cNvSpPr txBox="1"/>
          <p:nvPr/>
        </p:nvSpPr>
        <p:spPr>
          <a:xfrm>
            <a:off x="9873064" y="720138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</a:rPr>
              <a:t>---Simulated</a:t>
            </a:r>
            <a:endParaRPr lang="en-IN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1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4827-9833-1F17-C2E3-A8F9B62A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metric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BC9F-B423-1ABA-3916-0E50EBCD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2AD88-A737-4DEE-3E8B-2278494E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99" y="867250"/>
            <a:ext cx="5994991" cy="4382966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8BFBFB-A5FE-D5D7-8775-56AA5C94B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69324"/>
              </p:ext>
            </p:extLst>
          </p:nvPr>
        </p:nvGraphicFramePr>
        <p:xfrm>
          <a:off x="875410" y="5250216"/>
          <a:ext cx="10617504" cy="837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660">
                  <a:extLst>
                    <a:ext uri="{9D8B030D-6E8A-4147-A177-3AD203B41FA5}">
                      <a16:colId xmlns:a16="http://schemas.microsoft.com/office/drawing/2014/main" val="2910120013"/>
                    </a:ext>
                  </a:extLst>
                </a:gridCol>
                <a:gridCol w="2061508">
                  <a:extLst>
                    <a:ext uri="{9D8B030D-6E8A-4147-A177-3AD203B41FA5}">
                      <a16:colId xmlns:a16="http://schemas.microsoft.com/office/drawing/2014/main" val="3197650603"/>
                    </a:ext>
                  </a:extLst>
                </a:gridCol>
                <a:gridCol w="1769584">
                  <a:extLst>
                    <a:ext uri="{9D8B030D-6E8A-4147-A177-3AD203B41FA5}">
                      <a16:colId xmlns:a16="http://schemas.microsoft.com/office/drawing/2014/main" val="3465021392"/>
                    </a:ext>
                  </a:extLst>
                </a:gridCol>
                <a:gridCol w="1769584">
                  <a:extLst>
                    <a:ext uri="{9D8B030D-6E8A-4147-A177-3AD203B41FA5}">
                      <a16:colId xmlns:a16="http://schemas.microsoft.com/office/drawing/2014/main" val="3053423836"/>
                    </a:ext>
                  </a:extLst>
                </a:gridCol>
                <a:gridCol w="1769584">
                  <a:extLst>
                    <a:ext uri="{9D8B030D-6E8A-4147-A177-3AD203B41FA5}">
                      <a16:colId xmlns:a16="http://schemas.microsoft.com/office/drawing/2014/main" val="4213003500"/>
                    </a:ext>
                  </a:extLst>
                </a:gridCol>
                <a:gridCol w="1769584">
                  <a:extLst>
                    <a:ext uri="{9D8B030D-6E8A-4147-A177-3AD203B41FA5}">
                      <a16:colId xmlns:a16="http://schemas.microsoft.com/office/drawing/2014/main" val="2583015579"/>
                    </a:ext>
                  </a:extLst>
                </a:gridCol>
              </a:tblGrid>
              <a:tr h="336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Nominal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 4 wire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Turbo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323503"/>
                  </a:ext>
                </a:extLst>
              </a:tr>
              <a:tr h="471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10m</a:t>
                      </a:r>
                      <a:r>
                        <a:rPr lang="el-GR" dirty="0"/>
                        <a:t>Ω±</a:t>
                      </a:r>
                      <a:r>
                        <a:rPr lang="en-US" dirty="0"/>
                        <a:t>1%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10.618m</a:t>
                      </a:r>
                      <a:r>
                        <a:rPr lang="el-GR" dirty="0">
                          <a:highlight>
                            <a:srgbClr val="FFFF00"/>
                          </a:highlight>
                        </a:rPr>
                        <a:t>Ω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10.65m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highlight>
                            <a:srgbClr val="FF0000"/>
                          </a:highlight>
                        </a:rPr>
                        <a:t>±0.04m</a:t>
                      </a:r>
                      <a:r>
                        <a:rPr lang="el-GR" dirty="0">
                          <a:solidFill>
                            <a:schemeClr val="bg2"/>
                          </a:solidFill>
                          <a:highlight>
                            <a:srgbClr val="FF0000"/>
                          </a:highlight>
                        </a:rPr>
                        <a:t>Ω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highlight>
                            <a:srgbClr val="FF0000"/>
                          </a:highlight>
                        </a:rPr>
                        <a:t>(0.03%)</a:t>
                      </a:r>
                      <a:endParaRPr lang="en-IN" dirty="0">
                        <a:solidFill>
                          <a:schemeClr val="bg2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7.675m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2"/>
                          </a:solidFill>
                          <a:highlight>
                            <a:srgbClr val="0000FF"/>
                          </a:highlight>
                        </a:rPr>
                        <a:t>±2.9m</a:t>
                      </a:r>
                      <a:r>
                        <a:rPr lang="el-GR" dirty="0">
                          <a:solidFill>
                            <a:schemeClr val="bg2"/>
                          </a:solidFill>
                          <a:highlight>
                            <a:srgbClr val="0000FF"/>
                          </a:highlight>
                        </a:rPr>
                        <a:t>Ω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highlight>
                            <a:srgbClr val="0000FF"/>
                          </a:highlight>
                        </a:rPr>
                        <a:t>(27%)</a:t>
                      </a:r>
                      <a:endParaRPr lang="en-IN" dirty="0">
                        <a:solidFill>
                          <a:schemeClr val="bg2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0516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51062D-4030-8B0A-0041-BE9DB655AEE7}"/>
              </a:ext>
            </a:extLst>
          </p:cNvPr>
          <p:cNvSpPr txBox="1"/>
          <p:nvPr/>
        </p:nvSpPr>
        <p:spPr>
          <a:xfrm>
            <a:off x="4075289" y="2075244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Normal_VNA_meas</a:t>
            </a:r>
            <a:r>
              <a:rPr lang="en-US" dirty="0">
                <a:solidFill>
                  <a:srgbClr val="FF0000"/>
                </a:solidFill>
              </a:rPr>
              <a:t> - simulated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94297-DB28-090A-994A-335E14442B3C}"/>
              </a:ext>
            </a:extLst>
          </p:cNvPr>
          <p:cNvSpPr txBox="1"/>
          <p:nvPr/>
        </p:nvSpPr>
        <p:spPr>
          <a:xfrm>
            <a:off x="4075288" y="3244334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Turbo_VNA_meas</a:t>
            </a:r>
            <a:r>
              <a:rPr lang="en-US" dirty="0">
                <a:solidFill>
                  <a:srgbClr val="0070C0"/>
                </a:solidFill>
              </a:rPr>
              <a:t> - simulated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01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FB1B-65F5-667D-8DAC-BB81C007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6055-69FC-2DE6-456E-85E87A48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 - layer 2 -13mil </a:t>
            </a:r>
            <a:r>
              <a:rPr lang="en-US" dirty="0" err="1"/>
              <a:t>dia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94CD-F3A2-95B3-8D69-07D363EA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78F035-BAEF-F907-FD4E-57B2A5E3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30527" y="385127"/>
            <a:ext cx="824634" cy="19673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08EA83-933D-C2F0-C0B1-76983219A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225942"/>
              </p:ext>
            </p:extLst>
          </p:nvPr>
        </p:nvGraphicFramePr>
        <p:xfrm>
          <a:off x="159173" y="5001422"/>
          <a:ext cx="1185561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78">
                  <a:extLst>
                    <a:ext uri="{9D8B030D-6E8A-4147-A177-3AD203B41FA5}">
                      <a16:colId xmlns:a16="http://schemas.microsoft.com/office/drawing/2014/main" val="3099726946"/>
                    </a:ext>
                  </a:extLst>
                </a:gridCol>
                <a:gridCol w="1580678">
                  <a:extLst>
                    <a:ext uri="{9D8B030D-6E8A-4147-A177-3AD203B41FA5}">
                      <a16:colId xmlns:a16="http://schemas.microsoft.com/office/drawing/2014/main" val="3443308010"/>
                    </a:ext>
                  </a:extLst>
                </a:gridCol>
                <a:gridCol w="1844301">
                  <a:extLst>
                    <a:ext uri="{9D8B030D-6E8A-4147-A177-3AD203B41FA5}">
                      <a16:colId xmlns:a16="http://schemas.microsoft.com/office/drawing/2014/main" val="2890893535"/>
                    </a:ext>
                  </a:extLst>
                </a:gridCol>
                <a:gridCol w="1533682">
                  <a:extLst>
                    <a:ext uri="{9D8B030D-6E8A-4147-A177-3AD203B41FA5}">
                      <a16:colId xmlns:a16="http://schemas.microsoft.com/office/drawing/2014/main" val="2779100425"/>
                    </a:ext>
                  </a:extLst>
                </a:gridCol>
                <a:gridCol w="1891298">
                  <a:extLst>
                    <a:ext uri="{9D8B030D-6E8A-4147-A177-3AD203B41FA5}">
                      <a16:colId xmlns:a16="http://schemas.microsoft.com/office/drawing/2014/main" val="1030809697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591432799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427154492"/>
                    </a:ext>
                  </a:extLst>
                </a:gridCol>
              </a:tblGrid>
              <a:tr h="336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 of thumb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ADS Hacked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 4 wire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Turbo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34974"/>
                  </a:ext>
                </a:extLst>
              </a:tr>
              <a:tr h="471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113u</a:t>
                      </a:r>
                      <a:r>
                        <a:rPr lang="el-GR" sz="1800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230u</a:t>
                      </a:r>
                      <a:r>
                        <a:rPr lang="el-GR" sz="1800" dirty="0">
                          <a:highlight>
                            <a:srgbClr val="FFFF00"/>
                          </a:highlight>
                        </a:rPr>
                        <a:t>Ω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568u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179u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±51u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(22%)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±38u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(16%)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5508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D390D23-D5E1-FDCB-1E63-49963082149E}"/>
              </a:ext>
            </a:extLst>
          </p:cNvPr>
          <p:cNvSpPr txBox="1"/>
          <p:nvPr/>
        </p:nvSpPr>
        <p:spPr>
          <a:xfrm>
            <a:off x="10113473" y="361426"/>
            <a:ext cx="207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*Moving avg: 10pts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979F4EE-669E-A963-D29C-30D8C199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885" y="1083656"/>
            <a:ext cx="4589113" cy="31175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F05AB9-C0AD-1963-7DC3-D71B5A987590}"/>
              </a:ext>
            </a:extLst>
          </p:cNvPr>
          <p:cNvSpPr txBox="1"/>
          <p:nvPr/>
        </p:nvSpPr>
        <p:spPr>
          <a:xfrm>
            <a:off x="10980341" y="1411783"/>
            <a:ext cx="9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highlight>
                  <a:srgbClr val="FF0000"/>
                </a:highlight>
              </a:rPr>
              <a:t>±300u</a:t>
            </a:r>
            <a:r>
              <a:rPr lang="el-GR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3CB139-CBC4-A038-A20A-72EEE205B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280" y="859823"/>
            <a:ext cx="5369442" cy="34703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3FDEF7-FB9D-00D3-017B-4B041956A7A1}"/>
              </a:ext>
            </a:extLst>
          </p:cNvPr>
          <p:cNvSpPr txBox="1"/>
          <p:nvPr/>
        </p:nvSpPr>
        <p:spPr>
          <a:xfrm>
            <a:off x="3834643" y="167014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</a:rPr>
              <a:t>~550u</a:t>
            </a:r>
            <a:r>
              <a:rPr lang="el-GR" b="1" dirty="0">
                <a:solidFill>
                  <a:schemeClr val="bg1"/>
                </a:solidFill>
                <a:highlight>
                  <a:srgbClr val="80808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CEEBB5-8C26-B5FF-40E0-1C546A4D9D4A}"/>
              </a:ext>
            </a:extLst>
          </p:cNvPr>
          <p:cNvSpPr txBox="1"/>
          <p:nvPr/>
        </p:nvSpPr>
        <p:spPr>
          <a:xfrm>
            <a:off x="3834643" y="2345838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230u</a:t>
            </a:r>
            <a:r>
              <a:rPr lang="el-GR" b="1" dirty="0">
                <a:highlight>
                  <a:srgbClr val="00FF00"/>
                </a:highlight>
              </a:rPr>
              <a:t>Ω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55914-D3E1-3F4B-81BD-3830740245CB}"/>
              </a:ext>
            </a:extLst>
          </p:cNvPr>
          <p:cNvSpPr txBox="1"/>
          <p:nvPr/>
        </p:nvSpPr>
        <p:spPr>
          <a:xfrm>
            <a:off x="5838986" y="232842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179u</a:t>
            </a:r>
            <a:r>
              <a:rPr lang="el-GR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B8924-5DF1-46FA-DA1F-0C5D271E4D54}"/>
              </a:ext>
            </a:extLst>
          </p:cNvPr>
          <p:cNvSpPr txBox="1"/>
          <p:nvPr/>
        </p:nvSpPr>
        <p:spPr>
          <a:xfrm>
            <a:off x="5259880" y="1751896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192u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016A445-2A48-ACA5-CD73-321040B02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65" y="2265411"/>
            <a:ext cx="1762125" cy="21145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C127892-AA6C-6AB1-3066-7AB0BDFEC493}"/>
              </a:ext>
            </a:extLst>
          </p:cNvPr>
          <p:cNvSpPr/>
          <p:nvPr/>
        </p:nvSpPr>
        <p:spPr>
          <a:xfrm>
            <a:off x="631318" y="2589722"/>
            <a:ext cx="1292916" cy="250895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503D7-CE6C-A971-A026-CBE5A7C0A590}"/>
              </a:ext>
            </a:extLst>
          </p:cNvPr>
          <p:cNvSpPr txBox="1"/>
          <p:nvPr/>
        </p:nvSpPr>
        <p:spPr>
          <a:xfrm>
            <a:off x="4765157" y="751178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Impedance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29C80-5887-DFCF-32F2-A9B0CD004877}"/>
              </a:ext>
            </a:extLst>
          </p:cNvPr>
          <p:cNvSpPr txBox="1"/>
          <p:nvPr/>
        </p:nvSpPr>
        <p:spPr>
          <a:xfrm>
            <a:off x="8959113" y="859823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Similarity metric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43073-B2F0-6B42-4011-5CB4B0F02F50}"/>
              </a:ext>
            </a:extLst>
          </p:cNvPr>
          <p:cNvSpPr txBox="1"/>
          <p:nvPr/>
        </p:nvSpPr>
        <p:spPr>
          <a:xfrm>
            <a:off x="501599" y="4416637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RL model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E1009-6CAA-BE6E-EBAB-CE53EA17F1E4}"/>
              </a:ext>
            </a:extLst>
          </p:cNvPr>
          <p:cNvSpPr txBox="1"/>
          <p:nvPr/>
        </p:nvSpPr>
        <p:spPr>
          <a:xfrm>
            <a:off x="872899" y="1811902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656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DD92-AC38-3469-C552-17FB5C5A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5587E9B-6EFD-6B24-883A-81158F74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07" y="1001327"/>
            <a:ext cx="3990192" cy="25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DE5D08-4209-EE45-0AF9-31618075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Via- layer 2 – 25mil </a:t>
            </a:r>
            <a:r>
              <a:rPr lang="en-US" dirty="0" err="1"/>
              <a:t>dia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91191-7744-8B47-A8AA-632EBB2B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EC751D-908B-B060-4B32-70E87A5E0B7E}"/>
              </a:ext>
            </a:extLst>
          </p:cNvPr>
          <p:cNvSpPr txBox="1"/>
          <p:nvPr/>
        </p:nvSpPr>
        <p:spPr>
          <a:xfrm>
            <a:off x="10113473" y="417219"/>
            <a:ext cx="207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*Moving avg: 10pts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C84E2F-9B14-2E12-9D43-5C17CD27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2486" y="405065"/>
            <a:ext cx="813088" cy="19514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7B6FCA6-D75F-6892-916F-DC0E8404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98736"/>
              </p:ext>
            </p:extLst>
          </p:nvPr>
        </p:nvGraphicFramePr>
        <p:xfrm>
          <a:off x="168189" y="4892768"/>
          <a:ext cx="11855617" cy="111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78">
                  <a:extLst>
                    <a:ext uri="{9D8B030D-6E8A-4147-A177-3AD203B41FA5}">
                      <a16:colId xmlns:a16="http://schemas.microsoft.com/office/drawing/2014/main" val="3099726946"/>
                    </a:ext>
                  </a:extLst>
                </a:gridCol>
                <a:gridCol w="1580678">
                  <a:extLst>
                    <a:ext uri="{9D8B030D-6E8A-4147-A177-3AD203B41FA5}">
                      <a16:colId xmlns:a16="http://schemas.microsoft.com/office/drawing/2014/main" val="3443308010"/>
                    </a:ext>
                  </a:extLst>
                </a:gridCol>
                <a:gridCol w="1844301">
                  <a:extLst>
                    <a:ext uri="{9D8B030D-6E8A-4147-A177-3AD203B41FA5}">
                      <a16:colId xmlns:a16="http://schemas.microsoft.com/office/drawing/2014/main" val="2890893535"/>
                    </a:ext>
                  </a:extLst>
                </a:gridCol>
                <a:gridCol w="1533682">
                  <a:extLst>
                    <a:ext uri="{9D8B030D-6E8A-4147-A177-3AD203B41FA5}">
                      <a16:colId xmlns:a16="http://schemas.microsoft.com/office/drawing/2014/main" val="2779100425"/>
                    </a:ext>
                  </a:extLst>
                </a:gridCol>
                <a:gridCol w="1891298">
                  <a:extLst>
                    <a:ext uri="{9D8B030D-6E8A-4147-A177-3AD203B41FA5}">
                      <a16:colId xmlns:a16="http://schemas.microsoft.com/office/drawing/2014/main" val="1030809697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591432799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427154492"/>
                    </a:ext>
                  </a:extLst>
                </a:gridCol>
              </a:tblGrid>
              <a:tr h="336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 of thumb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ADS Hacked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 4 wire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Turbo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34974"/>
                  </a:ext>
                </a:extLst>
              </a:tr>
              <a:tr h="471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56u</a:t>
                      </a:r>
                      <a:r>
                        <a:rPr lang="el-GR" sz="1800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90u</a:t>
                      </a:r>
                      <a:r>
                        <a:rPr lang="el-GR" sz="1800" dirty="0">
                          <a:highlight>
                            <a:srgbClr val="FFFF00"/>
                          </a:highlight>
                        </a:rPr>
                        <a:t>Ω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346u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±22u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(24%)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5508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0D37C4-B43D-657B-94D9-5507F6329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00" y="2176461"/>
            <a:ext cx="1885950" cy="208597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25860C4-698F-2949-BEB1-0D3FCB517505}"/>
              </a:ext>
            </a:extLst>
          </p:cNvPr>
          <p:cNvSpPr/>
          <p:nvPr/>
        </p:nvSpPr>
        <p:spPr>
          <a:xfrm>
            <a:off x="773060" y="2514299"/>
            <a:ext cx="1326633" cy="266217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0905C9-CD32-D7CC-4EDC-35AEBBEBA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259" y="817981"/>
            <a:ext cx="5961734" cy="3804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9C631F-B6A6-D174-E0E3-4AA142A06855}"/>
              </a:ext>
            </a:extLst>
          </p:cNvPr>
          <p:cNvSpPr txBox="1"/>
          <p:nvPr/>
        </p:nvSpPr>
        <p:spPr>
          <a:xfrm>
            <a:off x="4291009" y="253410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90u</a:t>
            </a:r>
            <a:r>
              <a:rPr lang="el-GR" b="1" dirty="0">
                <a:highlight>
                  <a:srgbClr val="00FF00"/>
                </a:highlight>
              </a:rPr>
              <a:t>Ω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8F903-DC4F-87A1-9FBA-E1CB5A5DCCDE}"/>
              </a:ext>
            </a:extLst>
          </p:cNvPr>
          <p:cNvSpPr txBox="1"/>
          <p:nvPr/>
        </p:nvSpPr>
        <p:spPr>
          <a:xfrm>
            <a:off x="4435887" y="1757749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</a:rPr>
              <a:t>~350u</a:t>
            </a:r>
            <a:r>
              <a:rPr lang="el-GR" b="1" dirty="0">
                <a:solidFill>
                  <a:schemeClr val="bg1"/>
                </a:solidFill>
                <a:highlight>
                  <a:srgbClr val="80808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334744-E001-BFB5-CD19-20C099ECFA41}"/>
              </a:ext>
            </a:extLst>
          </p:cNvPr>
          <p:cNvSpPr txBox="1"/>
          <p:nvPr/>
        </p:nvSpPr>
        <p:spPr>
          <a:xfrm>
            <a:off x="6044979" y="2867600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68u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7237B-5F5A-22E7-92BD-E6264459F942}"/>
              </a:ext>
            </a:extLst>
          </p:cNvPr>
          <p:cNvSpPr/>
          <p:nvPr/>
        </p:nvSpPr>
        <p:spPr>
          <a:xfrm>
            <a:off x="5911950" y="2196834"/>
            <a:ext cx="901464" cy="6150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4BCD52-7DF7-C158-327C-F799F60FF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3414" y="2903436"/>
            <a:ext cx="2351851" cy="1933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673672-A004-B390-DFE4-82D95E8FDFB1}"/>
              </a:ext>
            </a:extLst>
          </p:cNvPr>
          <p:cNvSpPr txBox="1"/>
          <p:nvPr/>
        </p:nvSpPr>
        <p:spPr>
          <a:xfrm>
            <a:off x="6813414" y="2894804"/>
            <a:ext cx="254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Overlap with Noise floor</a:t>
            </a:r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2FF74-B47F-E2AD-65B5-51F21164B6DF}"/>
              </a:ext>
            </a:extLst>
          </p:cNvPr>
          <p:cNvSpPr txBox="1"/>
          <p:nvPr/>
        </p:nvSpPr>
        <p:spPr>
          <a:xfrm>
            <a:off x="7798560" y="3337189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???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344C7E-C312-328F-ECC6-D75C73B463E9}"/>
              </a:ext>
            </a:extLst>
          </p:cNvPr>
          <p:cNvSpPr txBox="1"/>
          <p:nvPr/>
        </p:nvSpPr>
        <p:spPr>
          <a:xfrm>
            <a:off x="10851501" y="1333784"/>
            <a:ext cx="9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highlight>
                  <a:srgbClr val="FF0000"/>
                </a:highlight>
              </a:rPr>
              <a:t>±300u</a:t>
            </a:r>
            <a:r>
              <a:rPr lang="el-GR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D1A3F-2E85-586D-D3F7-CC9B70EECD26}"/>
              </a:ext>
            </a:extLst>
          </p:cNvPr>
          <p:cNvSpPr txBox="1"/>
          <p:nvPr/>
        </p:nvSpPr>
        <p:spPr>
          <a:xfrm>
            <a:off x="5293244" y="730758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Impedance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969F5-E7AA-DE77-B3D5-EAC6BD292635}"/>
              </a:ext>
            </a:extLst>
          </p:cNvPr>
          <p:cNvSpPr txBox="1"/>
          <p:nvPr/>
        </p:nvSpPr>
        <p:spPr>
          <a:xfrm>
            <a:off x="9665538" y="829168"/>
            <a:ext cx="266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Similarity metric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4C7C8-4448-F2F2-9E99-40232DFB02FE}"/>
              </a:ext>
            </a:extLst>
          </p:cNvPr>
          <p:cNvSpPr txBox="1"/>
          <p:nvPr/>
        </p:nvSpPr>
        <p:spPr>
          <a:xfrm>
            <a:off x="512853" y="4262436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RL model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82B371-854F-99AF-3344-C0AD3F5F0151}"/>
              </a:ext>
            </a:extLst>
          </p:cNvPr>
          <p:cNvSpPr txBox="1"/>
          <p:nvPr/>
        </p:nvSpPr>
        <p:spPr>
          <a:xfrm>
            <a:off x="953436" y="177698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33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E8AB-A51C-1F24-98C6-DC62F41A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from multiple responses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05B3E-D33F-5C44-902E-85B51C66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A1E84-DC8F-1195-1078-22911E2F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58" y="975324"/>
            <a:ext cx="6833536" cy="3932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CABD9C-B49F-BE86-812C-27B57E4CD7B0}"/>
              </a:ext>
            </a:extLst>
          </p:cNvPr>
          <p:cNvSpPr txBox="1"/>
          <p:nvPr/>
        </p:nvSpPr>
        <p:spPr>
          <a:xfrm>
            <a:off x="4906549" y="1909921"/>
            <a:ext cx="8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10m</a:t>
            </a:r>
            <a:r>
              <a:rPr lang="el-GR" sz="1800" dirty="0">
                <a:highlight>
                  <a:srgbClr val="C0C0C0"/>
                </a:highlight>
              </a:rPr>
              <a:t>Ω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3916D-EFE9-9F5F-7063-96BB2E2943AE}"/>
              </a:ext>
            </a:extLst>
          </p:cNvPr>
          <p:cNvSpPr txBox="1"/>
          <p:nvPr/>
        </p:nvSpPr>
        <p:spPr>
          <a:xfrm rot="20010621">
            <a:off x="6765709" y="2290545"/>
            <a:ext cx="122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Via layer 4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201AE-CE92-622F-C412-7318BEE68883}"/>
              </a:ext>
            </a:extLst>
          </p:cNvPr>
          <p:cNvSpPr txBox="1"/>
          <p:nvPr/>
        </p:nvSpPr>
        <p:spPr>
          <a:xfrm rot="20010621">
            <a:off x="7500460" y="2805790"/>
            <a:ext cx="122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Via layer 2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2EC25-BE94-D259-609E-547EC856342D}"/>
              </a:ext>
            </a:extLst>
          </p:cNvPr>
          <p:cNvSpPr txBox="1"/>
          <p:nvPr/>
        </p:nvSpPr>
        <p:spPr>
          <a:xfrm>
            <a:off x="7697233" y="3361682"/>
            <a:ext cx="104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VNA NF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71D31-02B9-BD51-962F-53049B253439}"/>
              </a:ext>
            </a:extLst>
          </p:cNvPr>
          <p:cNvSpPr txBox="1"/>
          <p:nvPr/>
        </p:nvSpPr>
        <p:spPr>
          <a:xfrm>
            <a:off x="7364656" y="3975098"/>
            <a:ext cx="1745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Turbo VNA NF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A2C3D-5D80-D709-B1EF-42B9E5E1D33F}"/>
              </a:ext>
            </a:extLst>
          </p:cNvPr>
          <p:cNvSpPr txBox="1"/>
          <p:nvPr/>
        </p:nvSpPr>
        <p:spPr>
          <a:xfrm>
            <a:off x="3579743" y="3190257"/>
            <a:ext cx="265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Common current artifact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C5119-7340-D6C5-4516-15FE7BFB4BBC}"/>
              </a:ext>
            </a:extLst>
          </p:cNvPr>
          <p:cNvSpPr txBox="1"/>
          <p:nvPr/>
        </p:nvSpPr>
        <p:spPr>
          <a:xfrm>
            <a:off x="-8964" y="4817362"/>
            <a:ext cx="11501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Still see a common current artifact with the test vehicle at 0.5mohm range.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Able to extend the noise floor of VNA from -100dB up to -130dB, as we can see with Turbo VNA NF.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By scaling the difference in gain from Normal and turbo VNA, we can reduce the uncertainty and improve the Turbo VNA response.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391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DA0B-14A1-5E14-22D9-05F9E6E6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220E-090C-D670-E899-6BBC7829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3243-364F-8863-9DEC-0AFA6958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34047-CCAC-D8A8-83E2-0E24F2ACEE62}"/>
              </a:ext>
            </a:extLst>
          </p:cNvPr>
          <p:cNvSpPr txBox="1"/>
          <p:nvPr/>
        </p:nvSpPr>
        <p:spPr>
          <a:xfrm>
            <a:off x="0" y="873858"/>
            <a:ext cx="5716827" cy="511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Can measure </a:t>
            </a:r>
            <a:r>
              <a:rPr lang="en-US" sz="1800" b="1" dirty="0">
                <a:latin typeface="+mn-lt"/>
              </a:rPr>
              <a:t>ultra-low impedance of up to ~8u</a:t>
            </a:r>
            <a:r>
              <a:rPr lang="el-GR" sz="1800" b="1" dirty="0"/>
              <a:t>Ω</a:t>
            </a:r>
            <a:r>
              <a:rPr lang="en-US" sz="1800" b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using an affordable VNA and RF amplifier.</a:t>
            </a:r>
            <a:endParaRPr lang="en-US" dirty="0"/>
          </a:p>
          <a:p>
            <a:pPr algn="just"/>
            <a:endParaRPr lang="en-US" sz="1800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+mn-lt"/>
              </a:rPr>
              <a:t>Steps to characterize the RF amplifier</a:t>
            </a:r>
            <a:r>
              <a:rPr lang="en-US" sz="1800" dirty="0">
                <a:latin typeface="+mn-lt"/>
              </a:rPr>
              <a:t> for low impedance measurements</a:t>
            </a:r>
            <a:r>
              <a:rPr lang="en-US" dirty="0"/>
              <a:t> in terms of </a:t>
            </a:r>
            <a:r>
              <a:rPr lang="en-US" dirty="0">
                <a:latin typeface="+mn-lt"/>
              </a:rPr>
              <a:t>I/P Z, O/P </a:t>
            </a:r>
            <a:r>
              <a:rPr lang="en-US" dirty="0"/>
              <a:t>Z, and Wideband gain.</a:t>
            </a:r>
            <a:endParaRPr lang="en-US" dirty="0"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Reduced the limitations: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Common current: Ferrite chokes enabled low flat resistance measurement.</a:t>
            </a:r>
          </a:p>
          <a:p>
            <a:pPr lvl="1" algn="just"/>
            <a:r>
              <a:rPr lang="en-US" b="1" dirty="0"/>
              <a:t>14m</a:t>
            </a:r>
            <a:r>
              <a:rPr lang="el-GR" sz="1800" b="1" dirty="0"/>
              <a:t>Ω</a:t>
            </a:r>
            <a:r>
              <a:rPr lang="en-US" sz="1800" b="1" dirty="0"/>
              <a:t> - &gt; 0.45m</a:t>
            </a:r>
            <a:r>
              <a:rPr lang="el-GR" sz="1800" b="1" dirty="0"/>
              <a:t>Ω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High pass filter:  Change in DC blocking caps enabled low-frequency sweeping.</a:t>
            </a:r>
          </a:p>
          <a:p>
            <a:pPr lvl="1" algn="just"/>
            <a:r>
              <a:rPr lang="en-US" b="1" dirty="0"/>
              <a:t>100KHz - &gt; 1KHz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Despite the gain at lower frequencies, we can still approximate the structure's resistance of</a:t>
            </a:r>
            <a:r>
              <a:rPr lang="en-US" sz="1800" b="1" dirty="0">
                <a:latin typeface="+mn-lt"/>
              </a:rPr>
              <a:t> ~90u</a:t>
            </a:r>
            <a:r>
              <a:rPr lang="el-GR" sz="1800" b="1" dirty="0"/>
              <a:t>Ω</a:t>
            </a:r>
            <a:r>
              <a:rPr lang="en-US" sz="1800" b="1" dirty="0">
                <a:latin typeface="+mn-lt"/>
              </a:rPr>
              <a:t> with an uncertainty of ~24%, </a:t>
            </a:r>
            <a:r>
              <a:rPr lang="en-US" sz="1800" dirty="0">
                <a:latin typeface="+mn-lt"/>
              </a:rPr>
              <a:t>which is better than a first-order approximation &amp; Normal VNA.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780DC2-6738-CDED-9163-20DD2FC8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130" y="1787783"/>
            <a:ext cx="2987729" cy="20458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0208B6-9FC9-7DEB-3901-5062DEE1C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660" y="873796"/>
            <a:ext cx="2858265" cy="21169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231A96-A4D0-2604-C306-235EEB704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582" y="2990724"/>
            <a:ext cx="3064588" cy="206944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6AEFEF-4E19-E623-1C4B-1DB5E00202F5}"/>
              </a:ext>
            </a:extLst>
          </p:cNvPr>
          <p:cNvCxnSpPr>
            <a:cxnSpLocks/>
          </p:cNvCxnSpPr>
          <p:nvPr/>
        </p:nvCxnSpPr>
        <p:spPr>
          <a:xfrm>
            <a:off x="8670925" y="1930486"/>
            <a:ext cx="538836" cy="46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0539EC-0F95-5F06-0392-C0A1B0EA1268}"/>
              </a:ext>
            </a:extLst>
          </p:cNvPr>
          <p:cNvCxnSpPr>
            <a:cxnSpLocks/>
          </p:cNvCxnSpPr>
          <p:nvPr/>
        </p:nvCxnSpPr>
        <p:spPr>
          <a:xfrm flipH="1">
            <a:off x="8670925" y="3139440"/>
            <a:ext cx="483591" cy="436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7A39E1-331F-85D0-81B1-48D6FDC71C54}"/>
              </a:ext>
            </a:extLst>
          </p:cNvPr>
          <p:cNvCxnSpPr>
            <a:cxnSpLocks/>
          </p:cNvCxnSpPr>
          <p:nvPr/>
        </p:nvCxnSpPr>
        <p:spPr>
          <a:xfrm>
            <a:off x="8670925" y="4319258"/>
            <a:ext cx="441325" cy="365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97D296D-42AD-3D28-6067-97AC29B01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1007" y="4090838"/>
            <a:ext cx="2858265" cy="18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9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9583-6B90-BC04-28CC-AC21183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345" y="2973676"/>
            <a:ext cx="7152167" cy="68392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37172-3DE1-F239-4295-4593B499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6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334A-D60A-3119-2E25-0DF96BC6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869F8-853C-28C4-A422-59406CD2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1AC99-2D6F-F591-4125-442993E05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1199"/>
            <a:ext cx="10515600" cy="1267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74800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F7F7-D613-5F18-526D-D3DC1677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Post amp?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0D11-6B6C-B55C-2E10-6B3BE902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E14BD-DBA4-4913-2005-865A41BC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17" y="912905"/>
            <a:ext cx="5652306" cy="4951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153799-E51C-EE94-403B-1CA2B666F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67" y="1074951"/>
            <a:ext cx="5270730" cy="21775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7D8455-D6E6-97C9-F0CE-3E49A7B39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67" y="3596680"/>
            <a:ext cx="5270730" cy="21517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37B755-A3C1-8C9B-3DE1-C67DE31F2221}"/>
              </a:ext>
            </a:extLst>
          </p:cNvPr>
          <p:cNvSpPr txBox="1"/>
          <p:nvPr/>
        </p:nvSpPr>
        <p:spPr>
          <a:xfrm>
            <a:off x="3916895" y="1109599"/>
            <a:ext cx="171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Preamplification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A2C43-C4DF-698F-58F6-D4C76838529E}"/>
              </a:ext>
            </a:extLst>
          </p:cNvPr>
          <p:cNvSpPr txBox="1"/>
          <p:nvPr/>
        </p:nvSpPr>
        <p:spPr>
          <a:xfrm>
            <a:off x="3846042" y="3605514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Post amplification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EBC820D2-3696-9B76-6C32-F4D29D20F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92916" y="1396474"/>
            <a:ext cx="518166" cy="5181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188815-C2C3-9045-4D7E-0EF0B941A3D1}"/>
              </a:ext>
            </a:extLst>
          </p:cNvPr>
          <p:cNvSpPr txBox="1"/>
          <p:nvPr/>
        </p:nvSpPr>
        <p:spPr>
          <a:xfrm>
            <a:off x="3533525" y="2118013"/>
            <a:ext cx="2211895" cy="670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-30dB attenuator as DUT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66845-CE42-E6C3-C19C-53B3A478B7F1}"/>
              </a:ext>
            </a:extLst>
          </p:cNvPr>
          <p:cNvSpPr txBox="1"/>
          <p:nvPr/>
        </p:nvSpPr>
        <p:spPr>
          <a:xfrm>
            <a:off x="295015" y="3974846"/>
            <a:ext cx="252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-30dB attenuator as DUT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708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2D36-B4C1-1FB7-5F9E-9FB091BA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59DF-4798-8BC9-53A5-9C27D5EF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 - layer 4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157A-AC59-833B-4A9B-2AECAC6D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57847-E7DF-85A9-AD7F-EE549638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4" y="1394796"/>
            <a:ext cx="1828800" cy="22002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40789A-2354-293F-5FC9-3867A53279D7}"/>
              </a:ext>
            </a:extLst>
          </p:cNvPr>
          <p:cNvSpPr/>
          <p:nvPr/>
        </p:nvSpPr>
        <p:spPr>
          <a:xfrm>
            <a:off x="776177" y="1996837"/>
            <a:ext cx="783061" cy="246633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AF6FD3-6A99-603E-5886-2CED0622F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674" y="1097550"/>
            <a:ext cx="5122580" cy="34981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DFBBE6-1B4E-F5BA-0538-2BACD5D23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912" y="1097550"/>
            <a:ext cx="5174214" cy="33774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2666BBE-70C3-77D6-7145-7EAE6CA49D0D}"/>
              </a:ext>
            </a:extLst>
          </p:cNvPr>
          <p:cNvSpPr txBox="1"/>
          <p:nvPr/>
        </p:nvSpPr>
        <p:spPr>
          <a:xfrm>
            <a:off x="8258948" y="2601629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1m</a:t>
            </a:r>
            <a:r>
              <a:rPr lang="el-GR" b="1" dirty="0">
                <a:highlight>
                  <a:srgbClr val="00FF00"/>
                </a:highlight>
              </a:rPr>
              <a:t>Ω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1B023-7791-2DC4-FDA1-480257243BE5}"/>
              </a:ext>
            </a:extLst>
          </p:cNvPr>
          <p:cNvSpPr txBox="1"/>
          <p:nvPr/>
        </p:nvSpPr>
        <p:spPr>
          <a:xfrm>
            <a:off x="8967913" y="2601629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1m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F1ED0E-7F5D-2EB4-8B45-2EB8F2701328}"/>
              </a:ext>
            </a:extLst>
          </p:cNvPr>
          <p:cNvSpPr txBox="1"/>
          <p:nvPr/>
        </p:nvSpPr>
        <p:spPr>
          <a:xfrm>
            <a:off x="8838054" y="2066399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1m</a:t>
            </a:r>
            <a:r>
              <a:rPr lang="el-GR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D6A3A-7685-BDA8-B2E3-E2DBDE13C3F6}"/>
              </a:ext>
            </a:extLst>
          </p:cNvPr>
          <p:cNvSpPr txBox="1"/>
          <p:nvPr/>
        </p:nvSpPr>
        <p:spPr>
          <a:xfrm>
            <a:off x="5178055" y="4819021"/>
            <a:ext cx="2923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Thickness of Via: </a:t>
            </a:r>
            <a:r>
              <a:rPr lang="en-US" dirty="0">
                <a:highlight>
                  <a:srgbClr val="FFFF00"/>
                </a:highlight>
              </a:rPr>
              <a:t>1.2mil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1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3AFF-251B-5800-8989-8C257E92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Vehicle artifact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2629-E297-AA6F-7AD9-9B0515C5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CF3E7-F1CA-A580-0E97-25ED3AB2B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555" y="1128712"/>
            <a:ext cx="7820025" cy="46005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73E56A2-3743-AFA3-D792-8E2DDE520684}"/>
              </a:ext>
            </a:extLst>
          </p:cNvPr>
          <p:cNvSpPr/>
          <p:nvPr/>
        </p:nvSpPr>
        <p:spPr>
          <a:xfrm>
            <a:off x="6257372" y="3108960"/>
            <a:ext cx="2844800" cy="12293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90DD7-6F4D-D4AE-85D4-CDE0A91E61CC}"/>
              </a:ext>
            </a:extLst>
          </p:cNvPr>
          <p:cNvSpPr txBox="1"/>
          <p:nvPr/>
        </p:nvSpPr>
        <p:spPr>
          <a:xfrm>
            <a:off x="8842725" y="1026160"/>
            <a:ext cx="2999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Manually measured 280uohm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7F514-B1FD-7F87-92E1-B3D026FF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" y="1395492"/>
            <a:ext cx="2909856" cy="120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88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ACF2-9C69-A3D2-1E72-7B6E3C5B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701F-E9E6-483E-0FB5-7198DE29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 - layer 2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239E9-15B4-1107-0ECC-C1129953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CBB4F-1C03-9A09-6221-DEC3419CB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61" y="2054030"/>
            <a:ext cx="1590675" cy="21431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BE9025-F419-EB16-081E-2E8158A5E33D}"/>
              </a:ext>
            </a:extLst>
          </p:cNvPr>
          <p:cNvSpPr/>
          <p:nvPr/>
        </p:nvSpPr>
        <p:spPr>
          <a:xfrm>
            <a:off x="987044" y="2599860"/>
            <a:ext cx="748679" cy="266217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0F092D-1A9F-B976-3684-9503F8124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469" y="821141"/>
            <a:ext cx="6461019" cy="4174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15EFBF-7792-6DB4-0782-C07D802806A0}"/>
              </a:ext>
            </a:extLst>
          </p:cNvPr>
          <p:cNvSpPr txBox="1"/>
          <p:nvPr/>
        </p:nvSpPr>
        <p:spPr>
          <a:xfrm>
            <a:off x="6565383" y="2037001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179u</a:t>
            </a:r>
            <a:r>
              <a:rPr lang="el-GR" dirty="0">
                <a:solidFill>
                  <a:schemeClr val="bg1"/>
                </a:solidFill>
                <a:highlight>
                  <a:srgbClr val="FF000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2E507-545F-9510-8A8F-AC163A639C5B}"/>
              </a:ext>
            </a:extLst>
          </p:cNvPr>
          <p:cNvSpPr txBox="1"/>
          <p:nvPr/>
        </p:nvSpPr>
        <p:spPr>
          <a:xfrm>
            <a:off x="7364227" y="2556272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192u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CF1F34-C874-66FD-90EB-45EE3AADB381}"/>
              </a:ext>
            </a:extLst>
          </p:cNvPr>
          <p:cNvSpPr txBox="1"/>
          <p:nvPr/>
        </p:nvSpPr>
        <p:spPr>
          <a:xfrm>
            <a:off x="5179293" y="2756260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122u</a:t>
            </a:r>
            <a:r>
              <a:rPr lang="el-GR" b="1" dirty="0">
                <a:highlight>
                  <a:srgbClr val="00FF00"/>
                </a:highlight>
              </a:rPr>
              <a:t>Ω</a:t>
            </a:r>
            <a:endParaRPr lang="en-IN" b="1" dirty="0">
              <a:highlight>
                <a:srgbClr val="00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00F8BC-5D6E-1E97-6BBA-BE6A7B540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30527" y="385127"/>
            <a:ext cx="824634" cy="19673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90FC4F5-87D9-6945-776F-7E27199178D7}"/>
              </a:ext>
            </a:extLst>
          </p:cNvPr>
          <p:cNvGraphicFramePr>
            <a:graphicFrameLocks noGrp="1"/>
          </p:cNvGraphicFramePr>
          <p:nvPr/>
        </p:nvGraphicFramePr>
        <p:xfrm>
          <a:off x="159173" y="5001422"/>
          <a:ext cx="11855617" cy="111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78">
                  <a:extLst>
                    <a:ext uri="{9D8B030D-6E8A-4147-A177-3AD203B41FA5}">
                      <a16:colId xmlns:a16="http://schemas.microsoft.com/office/drawing/2014/main" val="3099726946"/>
                    </a:ext>
                  </a:extLst>
                </a:gridCol>
                <a:gridCol w="1580678">
                  <a:extLst>
                    <a:ext uri="{9D8B030D-6E8A-4147-A177-3AD203B41FA5}">
                      <a16:colId xmlns:a16="http://schemas.microsoft.com/office/drawing/2014/main" val="3443308010"/>
                    </a:ext>
                  </a:extLst>
                </a:gridCol>
                <a:gridCol w="1844301">
                  <a:extLst>
                    <a:ext uri="{9D8B030D-6E8A-4147-A177-3AD203B41FA5}">
                      <a16:colId xmlns:a16="http://schemas.microsoft.com/office/drawing/2014/main" val="2890893535"/>
                    </a:ext>
                  </a:extLst>
                </a:gridCol>
                <a:gridCol w="1533682">
                  <a:extLst>
                    <a:ext uri="{9D8B030D-6E8A-4147-A177-3AD203B41FA5}">
                      <a16:colId xmlns:a16="http://schemas.microsoft.com/office/drawing/2014/main" val="2779100425"/>
                    </a:ext>
                  </a:extLst>
                </a:gridCol>
                <a:gridCol w="1891298">
                  <a:extLst>
                    <a:ext uri="{9D8B030D-6E8A-4147-A177-3AD203B41FA5}">
                      <a16:colId xmlns:a16="http://schemas.microsoft.com/office/drawing/2014/main" val="1030809697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591432799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427154492"/>
                    </a:ext>
                  </a:extLst>
                </a:gridCol>
              </a:tblGrid>
              <a:tr h="336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 of thumb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 4 wire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Turbo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34974"/>
                  </a:ext>
                </a:extLst>
              </a:tr>
              <a:tr h="471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113u</a:t>
                      </a:r>
                      <a:r>
                        <a:rPr lang="el-GR" sz="1800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122u</a:t>
                      </a:r>
                      <a:r>
                        <a:rPr lang="el-GR" sz="1800" dirty="0">
                          <a:highlight>
                            <a:srgbClr val="FFFF00"/>
                          </a:highlight>
                        </a:rPr>
                        <a:t>Ω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568u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179u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±57u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(46%)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±70u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(57%)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550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8A02832-68A7-5149-838C-CBF186F72D83}"/>
              </a:ext>
            </a:extLst>
          </p:cNvPr>
          <p:cNvSpPr txBox="1"/>
          <p:nvPr/>
        </p:nvSpPr>
        <p:spPr>
          <a:xfrm>
            <a:off x="4974808" y="1852335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</a:rPr>
              <a:t>~550u</a:t>
            </a:r>
            <a:r>
              <a:rPr lang="el-GR" b="1" dirty="0">
                <a:solidFill>
                  <a:schemeClr val="bg1"/>
                </a:solidFill>
                <a:highlight>
                  <a:srgbClr val="80808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13CDF-AB96-9AE5-FC1A-E422C90F2840}"/>
              </a:ext>
            </a:extLst>
          </p:cNvPr>
          <p:cNvSpPr txBox="1"/>
          <p:nvPr/>
        </p:nvSpPr>
        <p:spPr>
          <a:xfrm>
            <a:off x="10113473" y="361426"/>
            <a:ext cx="207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*Moving avg: 10pts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35959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7DDC-2AF3-BEF9-42F7-B5EABEA3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2572-592E-99C2-942A-0A9AA4D1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Via- layer 2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5FA34-C7D6-D242-3EE1-DEA1FBEA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E896-619B-44F9-BE7F-139D1400166E}" type="slidenum">
              <a:rPr lang="en-US" smtClean="0"/>
              <a:t>22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5CCB20-F0FC-32FF-9872-EE16E61B806F}"/>
              </a:ext>
            </a:extLst>
          </p:cNvPr>
          <p:cNvSpPr txBox="1"/>
          <p:nvPr/>
        </p:nvSpPr>
        <p:spPr>
          <a:xfrm>
            <a:off x="10113473" y="417219"/>
            <a:ext cx="207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*Moving avg: 10pts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E0D77F-6A7A-36F0-9092-CA339530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58" y="1964435"/>
            <a:ext cx="1619250" cy="214312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921A8DE-BFDF-F61E-1B87-367DB3BF9AAA}"/>
              </a:ext>
            </a:extLst>
          </p:cNvPr>
          <p:cNvSpPr/>
          <p:nvPr/>
        </p:nvSpPr>
        <p:spPr>
          <a:xfrm>
            <a:off x="1071465" y="2447174"/>
            <a:ext cx="748679" cy="266217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65075C-60BC-E798-6643-B93270C6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673" y="858240"/>
            <a:ext cx="6302978" cy="40820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3AE906-CD4F-3E92-DA24-CFBF605F7556}"/>
              </a:ext>
            </a:extLst>
          </p:cNvPr>
          <p:cNvSpPr txBox="1"/>
          <p:nvPr/>
        </p:nvSpPr>
        <p:spPr>
          <a:xfrm>
            <a:off x="5516894" y="294766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58u</a:t>
            </a:r>
            <a:r>
              <a:rPr lang="el-GR" b="1" dirty="0">
                <a:highlight>
                  <a:srgbClr val="00FF00"/>
                </a:highlight>
              </a:rPr>
              <a:t>Ω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1CC6E4-647A-7FDD-77B0-CCBF2DC61369}"/>
              </a:ext>
            </a:extLst>
          </p:cNvPr>
          <p:cNvSpPr txBox="1"/>
          <p:nvPr/>
        </p:nvSpPr>
        <p:spPr>
          <a:xfrm>
            <a:off x="7269248" y="2144967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???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B3AF2-85A5-FF72-7AB7-ABEFF3FD1BF2}"/>
              </a:ext>
            </a:extLst>
          </p:cNvPr>
          <p:cNvSpPr txBox="1"/>
          <p:nvPr/>
        </p:nvSpPr>
        <p:spPr>
          <a:xfrm>
            <a:off x="7435539" y="2947664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68u</a:t>
            </a:r>
            <a:r>
              <a:rPr lang="el-GR" dirty="0">
                <a:solidFill>
                  <a:schemeClr val="bg1"/>
                </a:solidFill>
                <a:highlight>
                  <a:srgbClr val="0000FF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00EB1-CFE4-BB90-1D97-BF53E74FFF40}"/>
              </a:ext>
            </a:extLst>
          </p:cNvPr>
          <p:cNvSpPr txBox="1"/>
          <p:nvPr/>
        </p:nvSpPr>
        <p:spPr>
          <a:xfrm>
            <a:off x="5454835" y="1888162"/>
            <a:ext cx="115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</a:rPr>
              <a:t>~350u</a:t>
            </a:r>
            <a:r>
              <a:rPr lang="el-GR" b="1" dirty="0">
                <a:solidFill>
                  <a:schemeClr val="bg1"/>
                </a:solidFill>
                <a:highlight>
                  <a:srgbClr val="808080"/>
                </a:highlight>
              </a:rPr>
              <a:t>Ω</a:t>
            </a:r>
            <a:endParaRPr lang="en-IN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39316-C83C-67E0-6797-D44AD9236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82486" y="405065"/>
            <a:ext cx="813088" cy="19514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942809-6CCC-8E20-FA56-F516B6CFE59E}"/>
              </a:ext>
            </a:extLst>
          </p:cNvPr>
          <p:cNvGraphicFramePr>
            <a:graphicFrameLocks noGrp="1"/>
          </p:cNvGraphicFramePr>
          <p:nvPr/>
        </p:nvGraphicFramePr>
        <p:xfrm>
          <a:off x="159173" y="5001422"/>
          <a:ext cx="11855617" cy="111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78">
                  <a:extLst>
                    <a:ext uri="{9D8B030D-6E8A-4147-A177-3AD203B41FA5}">
                      <a16:colId xmlns:a16="http://schemas.microsoft.com/office/drawing/2014/main" val="3099726946"/>
                    </a:ext>
                  </a:extLst>
                </a:gridCol>
                <a:gridCol w="1580678">
                  <a:extLst>
                    <a:ext uri="{9D8B030D-6E8A-4147-A177-3AD203B41FA5}">
                      <a16:colId xmlns:a16="http://schemas.microsoft.com/office/drawing/2014/main" val="3443308010"/>
                    </a:ext>
                  </a:extLst>
                </a:gridCol>
                <a:gridCol w="1844301">
                  <a:extLst>
                    <a:ext uri="{9D8B030D-6E8A-4147-A177-3AD203B41FA5}">
                      <a16:colId xmlns:a16="http://schemas.microsoft.com/office/drawing/2014/main" val="2890893535"/>
                    </a:ext>
                  </a:extLst>
                </a:gridCol>
                <a:gridCol w="1533682">
                  <a:extLst>
                    <a:ext uri="{9D8B030D-6E8A-4147-A177-3AD203B41FA5}">
                      <a16:colId xmlns:a16="http://schemas.microsoft.com/office/drawing/2014/main" val="2779100425"/>
                    </a:ext>
                  </a:extLst>
                </a:gridCol>
                <a:gridCol w="1891298">
                  <a:extLst>
                    <a:ext uri="{9D8B030D-6E8A-4147-A177-3AD203B41FA5}">
                      <a16:colId xmlns:a16="http://schemas.microsoft.com/office/drawing/2014/main" val="1030809697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591432799"/>
                    </a:ext>
                  </a:extLst>
                </a:gridCol>
                <a:gridCol w="1712490">
                  <a:extLst>
                    <a:ext uri="{9D8B030D-6E8A-4147-A177-3AD203B41FA5}">
                      <a16:colId xmlns:a16="http://schemas.microsoft.com/office/drawing/2014/main" val="2427154492"/>
                    </a:ext>
                  </a:extLst>
                </a:gridCol>
              </a:tblGrid>
              <a:tr h="336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 of thumb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 4 wire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Turbo VNA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Uncertainty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34974"/>
                  </a:ext>
                </a:extLst>
              </a:tr>
              <a:tr h="471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56u</a:t>
                      </a:r>
                      <a:r>
                        <a:rPr lang="el-GR" sz="1800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58u</a:t>
                      </a:r>
                      <a:r>
                        <a:rPr lang="el-GR" sz="1800" dirty="0">
                          <a:highlight>
                            <a:srgbClr val="FFFF00"/>
                          </a:highlight>
                        </a:rPr>
                        <a:t>Ω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346u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68u</a:t>
                      </a:r>
                      <a:r>
                        <a:rPr lang="el-GR" dirty="0"/>
                        <a:t>Ω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±10u</a:t>
                      </a:r>
                      <a:r>
                        <a:rPr lang="el-GR" dirty="0"/>
                        <a:t>Ω</a:t>
                      </a:r>
                      <a:r>
                        <a:rPr lang="en-US" dirty="0"/>
                        <a:t>(17%)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55087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9CEF7CC-11AE-C5E7-8E8D-1541BFBA1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184" y="1162820"/>
            <a:ext cx="2838450" cy="2333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F18F0A5-9EBE-C3AC-72D0-AB38DC89E40E}"/>
              </a:ext>
            </a:extLst>
          </p:cNvPr>
          <p:cNvSpPr/>
          <p:nvPr/>
        </p:nvSpPr>
        <p:spPr>
          <a:xfrm>
            <a:off x="6762307" y="2447174"/>
            <a:ext cx="901464" cy="61500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A045D0-7F2B-30D2-9E0D-996E11F2F1FE}"/>
              </a:ext>
            </a:extLst>
          </p:cNvPr>
          <p:cNvSpPr txBox="1"/>
          <p:nvPr/>
        </p:nvSpPr>
        <p:spPr>
          <a:xfrm>
            <a:off x="9473610" y="1255288"/>
            <a:ext cx="254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Overlap with Noise floor</a:t>
            </a:r>
            <a:endParaRPr lang="en-IN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49520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17 Keysight Macro LIGHT">
  <a:themeElements>
    <a:clrScheme name="Keysight Light">
      <a:dk1>
        <a:sysClr val="windowText" lastClr="000000"/>
      </a:dk1>
      <a:lt1>
        <a:srgbClr val="FFFFFF"/>
      </a:lt1>
      <a:dk2>
        <a:srgbClr val="A4A1A9"/>
      </a:dk2>
      <a:lt2>
        <a:srgbClr val="FFA623"/>
      </a:lt2>
      <a:accent1>
        <a:srgbClr val="E90029"/>
      </a:accent1>
      <a:accent2>
        <a:srgbClr val="E76C27"/>
      </a:accent2>
      <a:accent3>
        <a:srgbClr val="8D3785"/>
      </a:accent3>
      <a:accent4>
        <a:srgbClr val="5B348A"/>
      </a:accent4>
      <a:accent5>
        <a:srgbClr val="225792"/>
      </a:accent5>
      <a:accent6>
        <a:srgbClr val="07858B"/>
      </a:accent6>
      <a:hlink>
        <a:srgbClr val="E90029"/>
      </a:hlink>
      <a:folHlink>
        <a:srgbClr val="74001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eysight_Widescreen_April_2019" id="{CDC0E78D-7FDB-4EC3-8948-D87114C1A23A}" vid="{C053656A-2954-4C94-A489-2F6E04E1F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17150</TotalTime>
  <Words>1021</Words>
  <Application>Microsoft Office PowerPoint</Application>
  <PresentationFormat>Widescreen</PresentationFormat>
  <Paragraphs>258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Arial Narrow</vt:lpstr>
      <vt:lpstr>Calibri</vt:lpstr>
      <vt:lpstr>Courier New</vt:lpstr>
      <vt:lpstr>Franklin Gothic Book</vt:lpstr>
      <vt:lpstr>Helvetica</vt:lpstr>
      <vt:lpstr>Helvetica Light</vt:lpstr>
      <vt:lpstr>Helvetica Light Oblique</vt:lpstr>
      <vt:lpstr>Helvetica Oblique</vt:lpstr>
      <vt:lpstr>Times New Roman</vt:lpstr>
      <vt:lpstr>Wingdings</vt:lpstr>
      <vt:lpstr>Custom Design</vt:lpstr>
      <vt:lpstr>2017 Keysight Macro LIGHT</vt:lpstr>
      <vt:lpstr>7.3.4 Using power amplifiers as high current buffers in low Z VNA measurements</vt:lpstr>
      <vt:lpstr>Introduction</vt:lpstr>
      <vt:lpstr>Road map</vt:lpstr>
      <vt:lpstr>VNA Overview</vt:lpstr>
      <vt:lpstr>VNA config &amp; Test vehicle</vt:lpstr>
      <vt:lpstr>Common current artifact</vt:lpstr>
      <vt:lpstr>Limitation of Normal VNA</vt:lpstr>
      <vt:lpstr>Why Amplification?</vt:lpstr>
      <vt:lpstr>Revised noise floor</vt:lpstr>
      <vt:lpstr>10mΩ resistor</vt:lpstr>
      <vt:lpstr>Similarity metric</vt:lpstr>
      <vt:lpstr>Via - layer 2 -13mil dia</vt:lpstr>
      <vt:lpstr>Via- layer 2 – 25mil dia</vt:lpstr>
      <vt:lpstr>Summary from multiple responses</vt:lpstr>
      <vt:lpstr>Takeaway</vt:lpstr>
      <vt:lpstr>Thank You</vt:lpstr>
      <vt:lpstr>PowerPoint Presentation</vt:lpstr>
      <vt:lpstr>Why Post amp?</vt:lpstr>
      <vt:lpstr>Via - layer 4</vt:lpstr>
      <vt:lpstr>Test Vehicle artifact</vt:lpstr>
      <vt:lpstr>Via - layer 2</vt:lpstr>
      <vt:lpstr>Via- layer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Saish Sawant</dc:creator>
  <cp:lastModifiedBy>Jithendra HS</cp:lastModifiedBy>
  <cp:revision>165</cp:revision>
  <cp:lastPrinted>2025-05-01T20:13:14Z</cp:lastPrinted>
  <dcterms:created xsi:type="dcterms:W3CDTF">2022-02-14T13:42:11Z</dcterms:created>
  <dcterms:modified xsi:type="dcterms:W3CDTF">2025-05-01T20:51:55Z</dcterms:modified>
</cp:coreProperties>
</file>