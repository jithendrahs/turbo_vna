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9" r:id="rId1"/>
    <p:sldMasterId id="2147483661" r:id="rId2"/>
  </p:sldMasterIdLst>
  <p:notesMasterIdLst>
    <p:notesMasterId r:id="rId70"/>
  </p:notesMasterIdLst>
  <p:sldIdLst>
    <p:sldId id="2259" r:id="rId3"/>
    <p:sldId id="1419" r:id="rId4"/>
    <p:sldId id="2261" r:id="rId5"/>
    <p:sldId id="2262" r:id="rId6"/>
    <p:sldId id="2271" r:id="rId7"/>
    <p:sldId id="2264" r:id="rId8"/>
    <p:sldId id="2266" r:id="rId9"/>
    <p:sldId id="2268" r:id="rId10"/>
    <p:sldId id="2272" r:id="rId11"/>
    <p:sldId id="2265" r:id="rId12"/>
    <p:sldId id="2273" r:id="rId13"/>
    <p:sldId id="2274" r:id="rId14"/>
    <p:sldId id="2277" r:id="rId15"/>
    <p:sldId id="2298" r:id="rId16"/>
    <p:sldId id="2279" r:id="rId17"/>
    <p:sldId id="2286" r:id="rId18"/>
    <p:sldId id="2293" r:id="rId19"/>
    <p:sldId id="2291" r:id="rId20"/>
    <p:sldId id="2294" r:id="rId21"/>
    <p:sldId id="2295" r:id="rId22"/>
    <p:sldId id="2296" r:id="rId23"/>
    <p:sldId id="2282" r:id="rId24"/>
    <p:sldId id="2260" r:id="rId25"/>
    <p:sldId id="2316" r:id="rId26"/>
    <p:sldId id="2300" r:id="rId27"/>
    <p:sldId id="2315" r:id="rId28"/>
    <p:sldId id="2301" r:id="rId29"/>
    <p:sldId id="2299" r:id="rId30"/>
    <p:sldId id="2302" r:id="rId31"/>
    <p:sldId id="2305" r:id="rId32"/>
    <p:sldId id="2314" r:id="rId33"/>
    <p:sldId id="2307" r:id="rId34"/>
    <p:sldId id="2308" r:id="rId35"/>
    <p:sldId id="2309" r:id="rId36"/>
    <p:sldId id="2311" r:id="rId37"/>
    <p:sldId id="2310" r:id="rId38"/>
    <p:sldId id="2313" r:id="rId39"/>
    <p:sldId id="2312" r:id="rId40"/>
    <p:sldId id="2306" r:id="rId41"/>
    <p:sldId id="2303" r:id="rId42"/>
    <p:sldId id="2304" r:id="rId43"/>
    <p:sldId id="2321" r:id="rId44"/>
    <p:sldId id="2322" r:id="rId45"/>
    <p:sldId id="2323" r:id="rId46"/>
    <p:sldId id="2324" r:id="rId47"/>
    <p:sldId id="2325" r:id="rId48"/>
    <p:sldId id="2338" r:id="rId49"/>
    <p:sldId id="2326" r:id="rId50"/>
    <p:sldId id="2327" r:id="rId51"/>
    <p:sldId id="2328" r:id="rId52"/>
    <p:sldId id="2329" r:id="rId53"/>
    <p:sldId id="2339" r:id="rId54"/>
    <p:sldId id="2340" r:id="rId55"/>
    <p:sldId id="2333" r:id="rId56"/>
    <p:sldId id="2334" r:id="rId57"/>
    <p:sldId id="2335" r:id="rId58"/>
    <p:sldId id="2337" r:id="rId59"/>
    <p:sldId id="2317" r:id="rId60"/>
    <p:sldId id="2283" r:id="rId61"/>
    <p:sldId id="2288" r:id="rId62"/>
    <p:sldId id="2292" r:id="rId63"/>
    <p:sldId id="2278" r:id="rId64"/>
    <p:sldId id="2284" r:id="rId65"/>
    <p:sldId id="2297" r:id="rId66"/>
    <p:sldId id="2318" r:id="rId67"/>
    <p:sldId id="2320" r:id="rId68"/>
    <p:sldId id="2341" r:id="rId69"/>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FF00"/>
    <a:srgbClr val="00FFFF"/>
    <a:srgbClr val="EE12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4FF536-15B0-4467-8EB8-D0A227239F82}" v="270" dt="2025-04-10T20:34:11.5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86414" autoAdjust="0"/>
  </p:normalViewPr>
  <p:slideViewPr>
    <p:cSldViewPr snapToGrid="0">
      <p:cViewPr varScale="1">
        <p:scale>
          <a:sx n="72" d="100"/>
          <a:sy n="72" d="100"/>
        </p:scale>
        <p:origin x="614" y="67"/>
      </p:cViewPr>
      <p:guideLst/>
    </p:cSldViewPr>
  </p:slideViewPr>
  <p:outlineViewPr>
    <p:cViewPr>
      <p:scale>
        <a:sx n="33" d="100"/>
        <a:sy n="33" d="100"/>
      </p:scale>
      <p:origin x="0" y="-7198"/>
    </p:cViewPr>
    <p:sldLst>
      <p:sld r:id="rId1" collapse="1"/>
      <p:sld r:id="rId2" collapse="1"/>
      <p:sld r:id="rId3" collapse="1"/>
      <p:sld r:id="rId4" collapse="1"/>
      <p:sld r:id="rId5" collapse="1"/>
      <p:sld r:id="rId6" collapse="1"/>
    </p:sldLst>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microsoft.com/office/2015/10/relationships/revisionInfo" Target="revisionInfo.xml"/><Relationship Id="rId7" Type="http://schemas.openxmlformats.org/officeDocument/2006/relationships/slide" Target="slides/slide5.xml"/><Relationship Id="rId71" Type="http://schemas.openxmlformats.org/officeDocument/2006/relationships/presProps" Target="presProps.xml"/></Relationships>
</file>

<file path=ppt/_rels/viewProps.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57.xml"/><Relationship Id="rId5" Type="http://schemas.openxmlformats.org/officeDocument/2006/relationships/slide" Target="slides/slide41.xml"/><Relationship Id="rId4"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Bogatin" userId="95021ea4-b854-46f9-89f9-e908b660416a" providerId="ADAL" clId="{DF4EDA7A-7420-4B5D-946E-520A9025BB45}"/>
    <pc:docChg chg="delSld modMainMaster">
      <pc:chgData name="Eric Bogatin" userId="95021ea4-b854-46f9-89f9-e908b660416a" providerId="ADAL" clId="{DF4EDA7A-7420-4B5D-946E-520A9025BB45}" dt="2025-01-09T18:12:14.930" v="2" actId="47"/>
      <pc:docMkLst>
        <pc:docMk/>
      </pc:docMkLst>
      <pc:sldChg chg="del">
        <pc:chgData name="Eric Bogatin" userId="95021ea4-b854-46f9-89f9-e908b660416a" providerId="ADAL" clId="{DF4EDA7A-7420-4B5D-946E-520A9025BB45}" dt="2025-01-09T18:12:14.930" v="2" actId="47"/>
        <pc:sldMkLst>
          <pc:docMk/>
          <pc:sldMk cId="474619580" sldId="2258"/>
        </pc:sldMkLst>
      </pc:sldChg>
      <pc:sldMasterChg chg="modSp">
        <pc:chgData name="Eric Bogatin" userId="95021ea4-b854-46f9-89f9-e908b660416a" providerId="ADAL" clId="{DF4EDA7A-7420-4B5D-946E-520A9025BB45}" dt="2025-01-09T18:11:57.220" v="1" actId="2711"/>
        <pc:sldMasterMkLst>
          <pc:docMk/>
          <pc:sldMasterMk cId="2183012172" sldId="2147483689"/>
        </pc:sldMasterMkLst>
      </pc:sldMasterChg>
    </pc:docChg>
  </pc:docChgLst>
  <pc:docChgLst>
    <pc:chgData name="Jithendra HS" userId="fbed575dba93ca78" providerId="LiveId" clId="{E04FF536-15B0-4467-8EB8-D0A227239F82}"/>
    <pc:docChg chg="undo redo custSel addSld delSld modSld sldOrd">
      <pc:chgData name="Jithendra HS" userId="fbed575dba93ca78" providerId="LiveId" clId="{E04FF536-15B0-4467-8EB8-D0A227239F82}" dt="2025-04-13T03:36:42.944" v="18961" actId="20577"/>
      <pc:docMkLst>
        <pc:docMk/>
      </pc:docMkLst>
      <pc:sldChg chg="addSp delSp modSp mod">
        <pc:chgData name="Jithendra HS" userId="fbed575dba93ca78" providerId="LiveId" clId="{E04FF536-15B0-4467-8EB8-D0A227239F82}" dt="2025-01-28T18:53:00.305" v="2953" actId="20577"/>
        <pc:sldMkLst>
          <pc:docMk/>
          <pc:sldMk cId="556881732" sldId="1419"/>
        </pc:sldMkLst>
        <pc:spChg chg="mod">
          <ac:chgData name="Jithendra HS" userId="fbed575dba93ca78" providerId="LiveId" clId="{E04FF536-15B0-4467-8EB8-D0A227239F82}" dt="2025-01-23T14:52:46.012" v="114" actId="20577"/>
          <ac:spMkLst>
            <pc:docMk/>
            <pc:sldMk cId="556881732" sldId="1419"/>
            <ac:spMk id="2" creationId="{2E8F0ED3-9CEA-4233-B8CE-D480F2ECB481}"/>
          </ac:spMkLst>
        </pc:spChg>
        <pc:spChg chg="mod">
          <ac:chgData name="Jithendra HS" userId="fbed575dba93ca78" providerId="LiveId" clId="{E04FF536-15B0-4467-8EB8-D0A227239F82}" dt="2025-01-28T18:53:00.305" v="2953" actId="20577"/>
          <ac:spMkLst>
            <pc:docMk/>
            <pc:sldMk cId="556881732" sldId="1419"/>
            <ac:spMk id="6" creationId="{EE0B5797-E93D-0490-56F1-051DBE0AF120}"/>
          </ac:spMkLst>
        </pc:spChg>
        <pc:spChg chg="add mod">
          <ac:chgData name="Jithendra HS" userId="fbed575dba93ca78" providerId="LiveId" clId="{E04FF536-15B0-4467-8EB8-D0A227239F82}" dt="2025-01-23T19:35:32.380" v="2629" actId="20577"/>
          <ac:spMkLst>
            <pc:docMk/>
            <pc:sldMk cId="556881732" sldId="1419"/>
            <ac:spMk id="14" creationId="{760E766F-1F38-B1FC-5236-65D5B3C3297E}"/>
          </ac:spMkLst>
        </pc:spChg>
        <pc:spChg chg="add mod">
          <ac:chgData name="Jithendra HS" userId="fbed575dba93ca78" providerId="LiveId" clId="{E04FF536-15B0-4467-8EB8-D0A227239F82}" dt="2025-01-23T19:36:28.771" v="2670" actId="1076"/>
          <ac:spMkLst>
            <pc:docMk/>
            <pc:sldMk cId="556881732" sldId="1419"/>
            <ac:spMk id="15" creationId="{EC42A616-5BEA-B1CE-F670-C7A4E72441A1}"/>
          </ac:spMkLst>
        </pc:spChg>
        <pc:spChg chg="add mod">
          <ac:chgData name="Jithendra HS" userId="fbed575dba93ca78" providerId="LiveId" clId="{E04FF536-15B0-4467-8EB8-D0A227239F82}" dt="2025-01-23T19:36:37.511" v="2673" actId="1076"/>
          <ac:spMkLst>
            <pc:docMk/>
            <pc:sldMk cId="556881732" sldId="1419"/>
            <ac:spMk id="16" creationId="{0C7E2EC7-C55F-3CDE-742E-665C9B8037B9}"/>
          </ac:spMkLst>
        </pc:spChg>
        <pc:spChg chg="add mod">
          <ac:chgData name="Jithendra HS" userId="fbed575dba93ca78" providerId="LiveId" clId="{E04FF536-15B0-4467-8EB8-D0A227239F82}" dt="2025-01-23T19:36:31.851" v="2671" actId="1076"/>
          <ac:spMkLst>
            <pc:docMk/>
            <pc:sldMk cId="556881732" sldId="1419"/>
            <ac:spMk id="17" creationId="{06BB9651-9514-CBD8-90FA-0E8EA25E2C6E}"/>
          </ac:spMkLst>
        </pc:spChg>
        <pc:picChg chg="add mod">
          <ac:chgData name="Jithendra HS" userId="fbed575dba93ca78" providerId="LiveId" clId="{E04FF536-15B0-4467-8EB8-D0A227239F82}" dt="2025-01-23T19:25:25.822" v="2404" actId="1076"/>
          <ac:picMkLst>
            <pc:docMk/>
            <pc:sldMk cId="556881732" sldId="1419"/>
            <ac:picMk id="4" creationId="{F3B16634-0760-02AF-6432-2FB654AE5DE2}"/>
          </ac:picMkLst>
        </pc:picChg>
        <pc:picChg chg="add mod">
          <ac:chgData name="Jithendra HS" userId="fbed575dba93ca78" providerId="LiveId" clId="{E04FF536-15B0-4467-8EB8-D0A227239F82}" dt="2025-01-23T19:25:29.116" v="2405" actId="1076"/>
          <ac:picMkLst>
            <pc:docMk/>
            <pc:sldMk cId="556881732" sldId="1419"/>
            <ac:picMk id="8" creationId="{0AE41D1C-22B6-3DE2-B059-03289972FFDD}"/>
          </ac:picMkLst>
        </pc:picChg>
        <pc:picChg chg="add mod">
          <ac:chgData name="Jithendra HS" userId="fbed575dba93ca78" providerId="LiveId" clId="{E04FF536-15B0-4467-8EB8-D0A227239F82}" dt="2025-01-23T19:29:54.011" v="2553" actId="1076"/>
          <ac:picMkLst>
            <pc:docMk/>
            <pc:sldMk cId="556881732" sldId="1419"/>
            <ac:picMk id="10" creationId="{2B39590A-2783-3244-A682-728163E6D921}"/>
          </ac:picMkLst>
        </pc:picChg>
        <pc:picChg chg="add mod">
          <ac:chgData name="Jithendra HS" userId="fbed575dba93ca78" providerId="LiveId" clId="{E04FF536-15B0-4467-8EB8-D0A227239F82}" dt="2025-01-23T19:25:23.111" v="2403" actId="1076"/>
          <ac:picMkLst>
            <pc:docMk/>
            <pc:sldMk cId="556881732" sldId="1419"/>
            <ac:picMk id="12" creationId="{2B29151C-BBEF-ADD0-EF54-5A7DF2FB91FF}"/>
          </ac:picMkLst>
        </pc:picChg>
      </pc:sldChg>
      <pc:sldChg chg="del">
        <pc:chgData name="Jithendra HS" userId="fbed575dba93ca78" providerId="LiveId" clId="{E04FF536-15B0-4467-8EB8-D0A227239F82}" dt="2025-01-23T14:50:58.539" v="72" actId="2696"/>
        <pc:sldMkLst>
          <pc:docMk/>
          <pc:sldMk cId="3158774574" sldId="1712"/>
        </pc:sldMkLst>
      </pc:sldChg>
      <pc:sldChg chg="modSp mod">
        <pc:chgData name="Jithendra HS" userId="fbed575dba93ca78" providerId="LiveId" clId="{E04FF536-15B0-4467-8EB8-D0A227239F82}" dt="2025-03-18T21:40:48.553" v="13057" actId="1076"/>
        <pc:sldMkLst>
          <pc:docMk/>
          <pc:sldMk cId="812720715" sldId="2259"/>
        </pc:sldMkLst>
        <pc:spChg chg="mod">
          <ac:chgData name="Jithendra HS" userId="fbed575dba93ca78" providerId="LiveId" clId="{E04FF536-15B0-4467-8EB8-D0A227239F82}" dt="2025-03-18T21:40:48.553" v="13057" actId="1076"/>
          <ac:spMkLst>
            <pc:docMk/>
            <pc:sldMk cId="812720715" sldId="2259"/>
            <ac:spMk id="5" creationId="{184AF408-139A-0567-3405-2AD27B1E5AD8}"/>
          </ac:spMkLst>
        </pc:spChg>
        <pc:spChg chg="mod">
          <ac:chgData name="Jithendra HS" userId="fbed575dba93ca78" providerId="LiveId" clId="{E04FF536-15B0-4467-8EB8-D0A227239F82}" dt="2025-03-18T21:40:27.348" v="13052" actId="20577"/>
          <ac:spMkLst>
            <pc:docMk/>
            <pc:sldMk cId="812720715" sldId="2259"/>
            <ac:spMk id="6" creationId="{CAB631E1-BAB8-C79D-60AD-824E5AD7DEE5}"/>
          </ac:spMkLst>
        </pc:spChg>
      </pc:sldChg>
      <pc:sldChg chg="addSp delSp modSp add mod">
        <pc:chgData name="Jithendra HS" userId="fbed575dba93ca78" providerId="LiveId" clId="{E04FF536-15B0-4467-8EB8-D0A227239F82}" dt="2025-01-23T14:52:00.828" v="99" actId="1076"/>
        <pc:sldMkLst>
          <pc:docMk/>
          <pc:sldMk cId="3777563537" sldId="2260"/>
        </pc:sldMkLst>
        <pc:spChg chg="mod">
          <ac:chgData name="Jithendra HS" userId="fbed575dba93ca78" providerId="LiveId" clId="{E04FF536-15B0-4467-8EB8-D0A227239F82}" dt="2025-01-23T14:52:00.828" v="99" actId="1076"/>
          <ac:spMkLst>
            <pc:docMk/>
            <pc:sldMk cId="3777563537" sldId="2260"/>
            <ac:spMk id="6" creationId="{BA65FD5B-9AE7-66A8-84D2-92D7B43010A6}"/>
          </ac:spMkLst>
        </pc:spChg>
      </pc:sldChg>
      <pc:sldChg chg="addSp delSp modSp add mod modClrScheme chgLayout">
        <pc:chgData name="Jithendra HS" userId="fbed575dba93ca78" providerId="LiveId" clId="{E04FF536-15B0-4467-8EB8-D0A227239F82}" dt="2025-02-04T23:42:14.196" v="5929" actId="20577"/>
        <pc:sldMkLst>
          <pc:docMk/>
          <pc:sldMk cId="4093926959" sldId="2261"/>
        </pc:sldMkLst>
        <pc:spChg chg="mod">
          <ac:chgData name="Jithendra HS" userId="fbed575dba93ca78" providerId="LiveId" clId="{E04FF536-15B0-4467-8EB8-D0A227239F82}" dt="2025-02-04T20:46:40.772" v="5924" actId="26606"/>
          <ac:spMkLst>
            <pc:docMk/>
            <pc:sldMk cId="4093926959" sldId="2261"/>
            <ac:spMk id="2" creationId="{582B5E62-9EE2-2D45-AFCE-10897890ADB9}"/>
          </ac:spMkLst>
        </pc:spChg>
        <pc:spChg chg="mod ord">
          <ac:chgData name="Jithendra HS" userId="fbed575dba93ca78" providerId="LiveId" clId="{E04FF536-15B0-4467-8EB8-D0A227239F82}" dt="2025-02-04T20:46:40.772" v="5924" actId="26606"/>
          <ac:spMkLst>
            <pc:docMk/>
            <pc:sldMk cId="4093926959" sldId="2261"/>
            <ac:spMk id="5" creationId="{536C5B50-1B56-6D35-C21E-54383489EDE3}"/>
          </ac:spMkLst>
        </pc:spChg>
        <pc:spChg chg="mod">
          <ac:chgData name="Jithendra HS" userId="fbed575dba93ca78" providerId="LiveId" clId="{E04FF536-15B0-4467-8EB8-D0A227239F82}" dt="2025-02-04T23:42:14.196" v="5929" actId="20577"/>
          <ac:spMkLst>
            <pc:docMk/>
            <pc:sldMk cId="4093926959" sldId="2261"/>
            <ac:spMk id="6" creationId="{5B677054-0A60-580C-A783-6AC499FE6674}"/>
          </ac:spMkLst>
        </pc:spChg>
        <pc:picChg chg="add mod">
          <ac:chgData name="Jithendra HS" userId="fbed575dba93ca78" providerId="LiveId" clId="{E04FF536-15B0-4467-8EB8-D0A227239F82}" dt="2025-02-04T20:46:54.324" v="5927" actId="14100"/>
          <ac:picMkLst>
            <pc:docMk/>
            <pc:sldMk cId="4093926959" sldId="2261"/>
            <ac:picMk id="3" creationId="{A5D93749-9742-803F-DD37-1EEB9E881452}"/>
          </ac:picMkLst>
        </pc:picChg>
      </pc:sldChg>
      <pc:sldChg chg="addSp delSp modSp add mod">
        <pc:chgData name="Jithendra HS" userId="fbed575dba93ca78" providerId="LiveId" clId="{E04FF536-15B0-4467-8EB8-D0A227239F82}" dt="2025-01-28T19:04:05.241" v="3109" actId="20577"/>
        <pc:sldMkLst>
          <pc:docMk/>
          <pc:sldMk cId="2299777027" sldId="2262"/>
        </pc:sldMkLst>
        <pc:spChg chg="mod">
          <ac:chgData name="Jithendra HS" userId="fbed575dba93ca78" providerId="LiveId" clId="{E04FF536-15B0-4467-8EB8-D0A227239F82}" dt="2025-01-23T14:52:53.835" v="116" actId="20577"/>
          <ac:spMkLst>
            <pc:docMk/>
            <pc:sldMk cId="2299777027" sldId="2262"/>
            <ac:spMk id="2" creationId="{614D1F83-00A0-4F59-D5BA-D3F65E7D85D6}"/>
          </ac:spMkLst>
        </pc:spChg>
        <pc:spChg chg="add del mod">
          <ac:chgData name="Jithendra HS" userId="fbed575dba93ca78" providerId="LiveId" clId="{E04FF536-15B0-4467-8EB8-D0A227239F82}" dt="2025-01-28T19:04:05.241" v="3109" actId="20577"/>
          <ac:spMkLst>
            <pc:docMk/>
            <pc:sldMk cId="2299777027" sldId="2262"/>
            <ac:spMk id="6" creationId="{9BB5151F-BD5F-D50D-0DB2-FE1FAC84556F}"/>
          </ac:spMkLst>
        </pc:spChg>
        <pc:picChg chg="add mod">
          <ac:chgData name="Jithendra HS" userId="fbed575dba93ca78" providerId="LiveId" clId="{E04FF536-15B0-4467-8EB8-D0A227239F82}" dt="2025-01-23T15:00:05.397" v="246" actId="14100"/>
          <ac:picMkLst>
            <pc:docMk/>
            <pc:sldMk cId="2299777027" sldId="2262"/>
            <ac:picMk id="4" creationId="{62FB5D68-68FC-06DC-EB3A-29885FAFBD58}"/>
          </ac:picMkLst>
        </pc:picChg>
        <pc:picChg chg="add mod">
          <ac:chgData name="Jithendra HS" userId="fbed575dba93ca78" providerId="LiveId" clId="{E04FF536-15B0-4467-8EB8-D0A227239F82}" dt="2025-01-23T19:43:00.179" v="2714" actId="1076"/>
          <ac:picMkLst>
            <pc:docMk/>
            <pc:sldMk cId="2299777027" sldId="2262"/>
            <ac:picMk id="11" creationId="{6F5AC332-B0BD-717E-8BBE-E3A730E192D3}"/>
          </ac:picMkLst>
        </pc:picChg>
      </pc:sldChg>
      <pc:sldChg chg="addSp delSp modSp new del mod">
        <pc:chgData name="Jithendra HS" userId="fbed575dba93ca78" providerId="LiveId" clId="{E04FF536-15B0-4467-8EB8-D0A227239F82}" dt="2025-02-06T18:09:18.195" v="6530" actId="47"/>
        <pc:sldMkLst>
          <pc:docMk/>
          <pc:sldMk cId="1753143861" sldId="2263"/>
        </pc:sldMkLst>
      </pc:sldChg>
      <pc:sldChg chg="addSp delSp modSp new mod">
        <pc:chgData name="Jithendra HS" userId="fbed575dba93ca78" providerId="LiveId" clId="{E04FF536-15B0-4467-8EB8-D0A227239F82}" dt="2025-02-07T23:55:58.323" v="7601" actId="1076"/>
        <pc:sldMkLst>
          <pc:docMk/>
          <pc:sldMk cId="3788721802" sldId="2264"/>
        </pc:sldMkLst>
        <pc:spChg chg="mod">
          <ac:chgData name="Jithendra HS" userId="fbed575dba93ca78" providerId="LiveId" clId="{E04FF536-15B0-4467-8EB8-D0A227239F82}" dt="2025-02-04T18:32:33.283" v="4836" actId="122"/>
          <ac:spMkLst>
            <pc:docMk/>
            <pc:sldMk cId="3788721802" sldId="2264"/>
            <ac:spMk id="2" creationId="{557E3F04-2AE2-B9AD-E8A8-0EEF0C962C9A}"/>
          </ac:spMkLst>
        </pc:spChg>
        <pc:spChg chg="add del mod">
          <ac:chgData name="Jithendra HS" userId="fbed575dba93ca78" providerId="LiveId" clId="{E04FF536-15B0-4467-8EB8-D0A227239F82}" dt="2025-02-07T23:47:48.980" v="7130" actId="14100"/>
          <ac:spMkLst>
            <pc:docMk/>
            <pc:sldMk cId="3788721802" sldId="2264"/>
            <ac:spMk id="3" creationId="{907354FF-DC45-E6E4-6999-9E1DAE18C459}"/>
          </ac:spMkLst>
        </pc:spChg>
        <pc:spChg chg="add mod">
          <ac:chgData name="Jithendra HS" userId="fbed575dba93ca78" providerId="LiveId" clId="{E04FF536-15B0-4467-8EB8-D0A227239F82}" dt="2025-02-04T19:06:47.827" v="5652" actId="1076"/>
          <ac:spMkLst>
            <pc:docMk/>
            <pc:sldMk cId="3788721802" sldId="2264"/>
            <ac:spMk id="5" creationId="{DD7B1582-5873-C226-5BBA-64EAFC81F216}"/>
          </ac:spMkLst>
        </pc:spChg>
        <pc:spChg chg="add mod">
          <ac:chgData name="Jithendra HS" userId="fbed575dba93ca78" providerId="LiveId" clId="{E04FF536-15B0-4467-8EB8-D0A227239F82}" dt="2025-02-04T19:06:52.211" v="5653" actId="1076"/>
          <ac:spMkLst>
            <pc:docMk/>
            <pc:sldMk cId="3788721802" sldId="2264"/>
            <ac:spMk id="7" creationId="{D1C096E2-4DFE-E995-4272-24A304302081}"/>
          </ac:spMkLst>
        </pc:spChg>
        <pc:spChg chg="add mod">
          <ac:chgData name="Jithendra HS" userId="fbed575dba93ca78" providerId="LiveId" clId="{E04FF536-15B0-4467-8EB8-D0A227239F82}" dt="2025-02-04T19:06:37.580" v="5650" actId="1076"/>
          <ac:spMkLst>
            <pc:docMk/>
            <pc:sldMk cId="3788721802" sldId="2264"/>
            <ac:spMk id="9" creationId="{31AA80E7-A8DD-2DEF-2F1C-0FDBE03677ED}"/>
          </ac:spMkLst>
        </pc:spChg>
        <pc:spChg chg="add mod">
          <ac:chgData name="Jithendra HS" userId="fbed575dba93ca78" providerId="LiveId" clId="{E04FF536-15B0-4467-8EB8-D0A227239F82}" dt="2025-02-07T23:55:58.323" v="7601" actId="1076"/>
          <ac:spMkLst>
            <pc:docMk/>
            <pc:sldMk cId="3788721802" sldId="2264"/>
            <ac:spMk id="11" creationId="{A4C15B8B-DEA9-3052-01E9-9DBA3ED21435}"/>
          </ac:spMkLst>
        </pc:spChg>
        <pc:picChg chg="add mod">
          <ac:chgData name="Jithendra HS" userId="fbed575dba93ca78" providerId="LiveId" clId="{E04FF536-15B0-4467-8EB8-D0A227239F82}" dt="2025-01-29T03:11:31.954" v="3859" actId="1076"/>
          <ac:picMkLst>
            <pc:docMk/>
            <pc:sldMk cId="3788721802" sldId="2264"/>
            <ac:picMk id="6" creationId="{F2CE65F9-167A-4551-9072-5579DABF71B3}"/>
          </ac:picMkLst>
        </pc:picChg>
        <pc:picChg chg="add mod">
          <ac:chgData name="Jithendra HS" userId="fbed575dba93ca78" providerId="LiveId" clId="{E04FF536-15B0-4467-8EB8-D0A227239F82}" dt="2025-01-29T03:11:58.018" v="3867" actId="1076"/>
          <ac:picMkLst>
            <pc:docMk/>
            <pc:sldMk cId="3788721802" sldId="2264"/>
            <ac:picMk id="8" creationId="{9296A348-8FF9-08A6-C53C-0B399463EABE}"/>
          </ac:picMkLst>
        </pc:picChg>
        <pc:picChg chg="add mod">
          <ac:chgData name="Jithendra HS" userId="fbed575dba93ca78" providerId="LiveId" clId="{E04FF536-15B0-4467-8EB8-D0A227239F82}" dt="2025-01-29T03:11:55.243" v="3866" actId="1076"/>
          <ac:picMkLst>
            <pc:docMk/>
            <pc:sldMk cId="3788721802" sldId="2264"/>
            <ac:picMk id="10" creationId="{FEE22462-9973-FB1F-7883-B477EA60C1B6}"/>
          </ac:picMkLst>
        </pc:picChg>
      </pc:sldChg>
      <pc:sldChg chg="addSp delSp modSp add mod">
        <pc:chgData name="Jithendra HS" userId="fbed575dba93ca78" providerId="LiveId" clId="{E04FF536-15B0-4467-8EB8-D0A227239F82}" dt="2025-02-04T20:37:31.077" v="5769" actId="20577"/>
        <pc:sldMkLst>
          <pc:docMk/>
          <pc:sldMk cId="3043670267" sldId="2265"/>
        </pc:sldMkLst>
        <pc:spChg chg="mod">
          <ac:chgData name="Jithendra HS" userId="fbed575dba93ca78" providerId="LiveId" clId="{E04FF536-15B0-4467-8EB8-D0A227239F82}" dt="2025-02-04T19:09:53.829" v="5706" actId="20577"/>
          <ac:spMkLst>
            <pc:docMk/>
            <pc:sldMk cId="3043670267" sldId="2265"/>
            <ac:spMk id="2" creationId="{8CD41421-14EE-11ED-DB11-0569B67582DD}"/>
          </ac:spMkLst>
        </pc:spChg>
        <pc:spChg chg="mod">
          <ac:chgData name="Jithendra HS" userId="fbed575dba93ca78" providerId="LiveId" clId="{E04FF536-15B0-4467-8EB8-D0A227239F82}" dt="2025-02-04T20:37:31.077" v="5769" actId="20577"/>
          <ac:spMkLst>
            <pc:docMk/>
            <pc:sldMk cId="3043670267" sldId="2265"/>
            <ac:spMk id="3" creationId="{8B055073-81DD-6A2C-BB2D-632DF8BF413B}"/>
          </ac:spMkLst>
        </pc:spChg>
        <pc:picChg chg="add mod">
          <ac:chgData name="Jithendra HS" userId="fbed575dba93ca78" providerId="LiveId" clId="{E04FF536-15B0-4467-8EB8-D0A227239F82}" dt="2025-02-04T20:32:30.130" v="5716" actId="1076"/>
          <ac:picMkLst>
            <pc:docMk/>
            <pc:sldMk cId="3043670267" sldId="2265"/>
            <ac:picMk id="7" creationId="{81764E36-F30D-8C6B-AE53-762B8B68FA24}"/>
          </ac:picMkLst>
        </pc:picChg>
        <pc:picChg chg="add mod">
          <ac:chgData name="Jithendra HS" userId="fbed575dba93ca78" providerId="LiveId" clId="{E04FF536-15B0-4467-8EB8-D0A227239F82}" dt="2025-02-04T20:32:38.237" v="5717" actId="1076"/>
          <ac:picMkLst>
            <pc:docMk/>
            <pc:sldMk cId="3043670267" sldId="2265"/>
            <ac:picMk id="10" creationId="{C447F5E7-9B43-AA47-5F6D-6D8D12C80617}"/>
          </ac:picMkLst>
        </pc:picChg>
      </pc:sldChg>
      <pc:sldChg chg="addSp delSp modSp new mod ord">
        <pc:chgData name="Jithendra HS" userId="fbed575dba93ca78" providerId="LiveId" clId="{E04FF536-15B0-4467-8EB8-D0A227239F82}" dt="2025-02-04T19:07:45.995" v="5657" actId="1076"/>
        <pc:sldMkLst>
          <pc:docMk/>
          <pc:sldMk cId="4252350170" sldId="2266"/>
        </pc:sldMkLst>
        <pc:spChg chg="mod">
          <ac:chgData name="Jithendra HS" userId="fbed575dba93ca78" providerId="LiveId" clId="{E04FF536-15B0-4467-8EB8-D0A227239F82}" dt="2025-01-30T20:51:44.020" v="4106" actId="20577"/>
          <ac:spMkLst>
            <pc:docMk/>
            <pc:sldMk cId="4252350170" sldId="2266"/>
            <ac:spMk id="2" creationId="{E814D84F-F1B3-3A8E-6309-EE92E133FFE7}"/>
          </ac:spMkLst>
        </pc:spChg>
        <pc:spChg chg="add mod">
          <ac:chgData name="Jithendra HS" userId="fbed575dba93ca78" providerId="LiveId" clId="{E04FF536-15B0-4467-8EB8-D0A227239F82}" dt="2025-02-04T18:35:28.592" v="4894" actId="1582"/>
          <ac:spMkLst>
            <pc:docMk/>
            <pc:sldMk cId="4252350170" sldId="2266"/>
            <ac:spMk id="3" creationId="{FA9FEC43-7D9B-3131-D7F9-1B24F4468EB6}"/>
          </ac:spMkLst>
        </pc:spChg>
        <pc:spChg chg="add mod">
          <ac:chgData name="Jithendra HS" userId="fbed575dba93ca78" providerId="LiveId" clId="{E04FF536-15B0-4467-8EB8-D0A227239F82}" dt="2025-02-04T18:35:45.043" v="4896" actId="1076"/>
          <ac:spMkLst>
            <pc:docMk/>
            <pc:sldMk cId="4252350170" sldId="2266"/>
            <ac:spMk id="5" creationId="{45AC6698-D5D1-F36A-C264-4296CCCEAB85}"/>
          </ac:spMkLst>
        </pc:spChg>
        <pc:spChg chg="add mod">
          <ac:chgData name="Jithendra HS" userId="fbed575dba93ca78" providerId="LiveId" clId="{E04FF536-15B0-4467-8EB8-D0A227239F82}" dt="2025-02-04T18:35:52.106" v="4898" actId="1076"/>
          <ac:spMkLst>
            <pc:docMk/>
            <pc:sldMk cId="4252350170" sldId="2266"/>
            <ac:spMk id="7" creationId="{CCC00BEA-3990-6EC5-09DB-7D6E885D0051}"/>
          </ac:spMkLst>
        </pc:spChg>
        <pc:spChg chg="add mod">
          <ac:chgData name="Jithendra HS" userId="fbed575dba93ca78" providerId="LiveId" clId="{E04FF536-15B0-4467-8EB8-D0A227239F82}" dt="2025-01-30T20:53:03.240" v="4144" actId="20577"/>
          <ac:spMkLst>
            <pc:docMk/>
            <pc:sldMk cId="4252350170" sldId="2266"/>
            <ac:spMk id="13" creationId="{6E912728-C3F4-CE5A-1B4F-1AECE9248C19}"/>
          </ac:spMkLst>
        </pc:spChg>
        <pc:spChg chg="add mod">
          <ac:chgData name="Jithendra HS" userId="fbed575dba93ca78" providerId="LiveId" clId="{E04FF536-15B0-4467-8EB8-D0A227239F82}" dt="2025-01-30T20:52:52.953" v="4135" actId="6549"/>
          <ac:spMkLst>
            <pc:docMk/>
            <pc:sldMk cId="4252350170" sldId="2266"/>
            <ac:spMk id="14" creationId="{D3C59706-A0C7-4850-2839-C25FAE9FF3C8}"/>
          </ac:spMkLst>
        </pc:spChg>
        <pc:spChg chg="add mod">
          <ac:chgData name="Jithendra HS" userId="fbed575dba93ca78" providerId="LiveId" clId="{E04FF536-15B0-4467-8EB8-D0A227239F82}" dt="2025-01-30T20:52:59.586" v="4141" actId="6549"/>
          <ac:spMkLst>
            <pc:docMk/>
            <pc:sldMk cId="4252350170" sldId="2266"/>
            <ac:spMk id="15" creationId="{C1590F1B-0A11-C763-8550-4084750DFC1F}"/>
          </ac:spMkLst>
        </pc:spChg>
        <pc:spChg chg="add mod">
          <ac:chgData name="Jithendra HS" userId="fbed575dba93ca78" providerId="LiveId" clId="{E04FF536-15B0-4467-8EB8-D0A227239F82}" dt="2025-02-04T19:07:45.995" v="5657" actId="1076"/>
          <ac:spMkLst>
            <pc:docMk/>
            <pc:sldMk cId="4252350170" sldId="2266"/>
            <ac:spMk id="16" creationId="{AC27F002-9960-193C-4398-A873DF0DC656}"/>
          </ac:spMkLst>
        </pc:spChg>
        <pc:picChg chg="add mod ord">
          <ac:chgData name="Jithendra HS" userId="fbed575dba93ca78" providerId="LiveId" clId="{E04FF536-15B0-4467-8EB8-D0A227239F82}" dt="2025-02-04T18:34:45.939" v="4891" actId="1076"/>
          <ac:picMkLst>
            <pc:docMk/>
            <pc:sldMk cId="4252350170" sldId="2266"/>
            <ac:picMk id="6" creationId="{916FFA92-C195-B358-E5DA-D683AFECD0D8}"/>
          </ac:picMkLst>
        </pc:picChg>
        <pc:picChg chg="add mod">
          <ac:chgData name="Jithendra HS" userId="fbed575dba93ca78" providerId="LiveId" clId="{E04FF536-15B0-4467-8EB8-D0A227239F82}" dt="2025-01-30T20:43:10.721" v="4037" actId="1076"/>
          <ac:picMkLst>
            <pc:docMk/>
            <pc:sldMk cId="4252350170" sldId="2266"/>
            <ac:picMk id="8" creationId="{6E207B21-1C50-F4C7-975B-8C4523EC1D96}"/>
          </ac:picMkLst>
        </pc:picChg>
        <pc:picChg chg="add mod">
          <ac:chgData name="Jithendra HS" userId="fbed575dba93ca78" providerId="LiveId" clId="{E04FF536-15B0-4467-8EB8-D0A227239F82}" dt="2025-01-30T20:46:25.689" v="4040" actId="1076"/>
          <ac:picMkLst>
            <pc:docMk/>
            <pc:sldMk cId="4252350170" sldId="2266"/>
            <ac:picMk id="10" creationId="{5D0B6850-1629-A6BC-0428-1C00C3E04D45}"/>
          </ac:picMkLst>
        </pc:picChg>
        <pc:picChg chg="add mod">
          <ac:chgData name="Jithendra HS" userId="fbed575dba93ca78" providerId="LiveId" clId="{E04FF536-15B0-4467-8EB8-D0A227239F82}" dt="2025-01-30T20:49:32.570" v="4046" actId="14100"/>
          <ac:picMkLst>
            <pc:docMk/>
            <pc:sldMk cId="4252350170" sldId="2266"/>
            <ac:picMk id="12" creationId="{62DC4E66-14A5-5487-4BF3-7FED385DA2E5}"/>
          </ac:picMkLst>
        </pc:picChg>
      </pc:sldChg>
      <pc:sldChg chg="modSp add del mod">
        <pc:chgData name="Jithendra HS" userId="fbed575dba93ca78" providerId="LiveId" clId="{E04FF536-15B0-4467-8EB8-D0A227239F82}" dt="2025-02-04T18:17:25.396" v="4502" actId="47"/>
        <pc:sldMkLst>
          <pc:docMk/>
          <pc:sldMk cId="3671481356" sldId="2267"/>
        </pc:sldMkLst>
      </pc:sldChg>
      <pc:sldChg chg="addSp delSp modSp add mod">
        <pc:chgData name="Jithendra HS" userId="fbed575dba93ca78" providerId="LiveId" clId="{E04FF536-15B0-4467-8EB8-D0A227239F82}" dt="2025-02-04T18:55:10.156" v="5178" actId="14100"/>
        <pc:sldMkLst>
          <pc:docMk/>
          <pc:sldMk cId="296652549" sldId="2268"/>
        </pc:sldMkLst>
        <pc:spChg chg="mod">
          <ac:chgData name="Jithendra HS" userId="fbed575dba93ca78" providerId="LiveId" clId="{E04FF536-15B0-4467-8EB8-D0A227239F82}" dt="2025-02-04T18:32:45.566" v="4847" actId="20577"/>
          <ac:spMkLst>
            <pc:docMk/>
            <pc:sldMk cId="296652549" sldId="2268"/>
            <ac:spMk id="2" creationId="{C5D5B0D7-0CF7-4469-B555-98F5B7A5A900}"/>
          </ac:spMkLst>
        </pc:spChg>
        <pc:spChg chg="add mod">
          <ac:chgData name="Jithendra HS" userId="fbed575dba93ca78" providerId="LiveId" clId="{E04FF536-15B0-4467-8EB8-D0A227239F82}" dt="2025-02-04T18:20:09.395" v="4518" actId="14100"/>
          <ac:spMkLst>
            <pc:docMk/>
            <pc:sldMk cId="296652549" sldId="2268"/>
            <ac:spMk id="6" creationId="{22E9D7C9-609D-4743-B3C6-1A6A8E267719}"/>
          </ac:spMkLst>
        </pc:spChg>
        <pc:spChg chg="add mod">
          <ac:chgData name="Jithendra HS" userId="fbed575dba93ca78" providerId="LiveId" clId="{E04FF536-15B0-4467-8EB8-D0A227239F82}" dt="2025-02-04T18:20:32.023" v="4523" actId="14100"/>
          <ac:spMkLst>
            <pc:docMk/>
            <pc:sldMk cId="296652549" sldId="2268"/>
            <ac:spMk id="7" creationId="{ABF9C8B2-A9F6-190E-0CF5-9C562B55EF40}"/>
          </ac:spMkLst>
        </pc:spChg>
        <pc:spChg chg="add mod">
          <ac:chgData name="Jithendra HS" userId="fbed575dba93ca78" providerId="LiveId" clId="{E04FF536-15B0-4467-8EB8-D0A227239F82}" dt="2025-02-04T18:20:43.135" v="4526" actId="14100"/>
          <ac:spMkLst>
            <pc:docMk/>
            <pc:sldMk cId="296652549" sldId="2268"/>
            <ac:spMk id="8" creationId="{79EE38DA-B73C-4ABB-4DA9-4C2BEE1698DB}"/>
          </ac:spMkLst>
        </pc:spChg>
        <pc:spChg chg="add mod">
          <ac:chgData name="Jithendra HS" userId="fbed575dba93ca78" providerId="LiveId" clId="{E04FF536-15B0-4467-8EB8-D0A227239F82}" dt="2025-02-04T18:21:02.726" v="4529" actId="14100"/>
          <ac:spMkLst>
            <pc:docMk/>
            <pc:sldMk cId="296652549" sldId="2268"/>
            <ac:spMk id="9" creationId="{C6984796-C2EC-1A16-A091-EE0A1C28EB88}"/>
          </ac:spMkLst>
        </pc:spChg>
        <pc:spChg chg="add mod">
          <ac:chgData name="Jithendra HS" userId="fbed575dba93ca78" providerId="LiveId" clId="{E04FF536-15B0-4467-8EB8-D0A227239F82}" dt="2025-02-04T18:55:10.156" v="5178" actId="14100"/>
          <ac:spMkLst>
            <pc:docMk/>
            <pc:sldMk cId="296652549" sldId="2268"/>
            <ac:spMk id="12" creationId="{04A3073B-A252-68EC-19E3-F4FEB937D558}"/>
          </ac:spMkLst>
        </pc:spChg>
        <pc:picChg chg="add mod">
          <ac:chgData name="Jithendra HS" userId="fbed575dba93ca78" providerId="LiveId" clId="{E04FF536-15B0-4467-8EB8-D0A227239F82}" dt="2025-02-04T18:20:21.741" v="4521" actId="1076"/>
          <ac:picMkLst>
            <pc:docMk/>
            <pc:sldMk cId="296652549" sldId="2268"/>
            <ac:picMk id="5" creationId="{04F10EAA-FFC7-A7F6-713A-FADF57FC0211}"/>
          </ac:picMkLst>
        </pc:picChg>
        <pc:picChg chg="add mod ord">
          <ac:chgData name="Jithendra HS" userId="fbed575dba93ca78" providerId="LiveId" clId="{E04FF536-15B0-4467-8EB8-D0A227239F82}" dt="2025-02-04T18:19:00.777" v="4508" actId="1076"/>
          <ac:picMkLst>
            <pc:docMk/>
            <pc:sldMk cId="296652549" sldId="2268"/>
            <ac:picMk id="11" creationId="{547AD486-1DB6-D7D2-DFCA-E608628C5BB8}"/>
          </ac:picMkLst>
        </pc:picChg>
        <pc:cxnChg chg="add mod">
          <ac:chgData name="Jithendra HS" userId="fbed575dba93ca78" providerId="LiveId" clId="{E04FF536-15B0-4467-8EB8-D0A227239F82}" dt="2025-02-04T18:37:23.080" v="4904" actId="1582"/>
          <ac:cxnSpMkLst>
            <pc:docMk/>
            <pc:sldMk cId="296652549" sldId="2268"/>
            <ac:cxnSpMk id="14" creationId="{64F030E3-3233-C105-499C-1016B475A293}"/>
          </ac:cxnSpMkLst>
        </pc:cxnChg>
        <pc:cxnChg chg="add mod">
          <ac:chgData name="Jithendra HS" userId="fbed575dba93ca78" providerId="LiveId" clId="{E04FF536-15B0-4467-8EB8-D0A227239F82}" dt="2025-02-04T18:37:48.746" v="4908" actId="14100"/>
          <ac:cxnSpMkLst>
            <pc:docMk/>
            <pc:sldMk cId="296652549" sldId="2268"/>
            <ac:cxnSpMk id="18" creationId="{7DECF0A7-D138-91CA-3A0E-17A1088FD901}"/>
          </ac:cxnSpMkLst>
        </pc:cxnChg>
        <pc:cxnChg chg="add mod">
          <ac:chgData name="Jithendra HS" userId="fbed575dba93ca78" providerId="LiveId" clId="{E04FF536-15B0-4467-8EB8-D0A227239F82}" dt="2025-02-04T18:38:50.815" v="4914" actId="14100"/>
          <ac:cxnSpMkLst>
            <pc:docMk/>
            <pc:sldMk cId="296652549" sldId="2268"/>
            <ac:cxnSpMk id="22" creationId="{B75527B4-F1EA-C63B-90EB-DF8DFF48D0BD}"/>
          </ac:cxnSpMkLst>
        </pc:cxnChg>
      </pc:sldChg>
      <pc:sldChg chg="add del">
        <pc:chgData name="Jithendra HS" userId="fbed575dba93ca78" providerId="LiveId" clId="{E04FF536-15B0-4467-8EB8-D0A227239F82}" dt="2025-02-04T18:31:47.042" v="4822" actId="47"/>
        <pc:sldMkLst>
          <pc:docMk/>
          <pc:sldMk cId="3326164960" sldId="2269"/>
        </pc:sldMkLst>
      </pc:sldChg>
      <pc:sldChg chg="addSp delSp modSp new del mod">
        <pc:chgData name="Jithendra HS" userId="fbed575dba93ca78" providerId="LiveId" clId="{E04FF536-15B0-4467-8EB8-D0A227239F82}" dt="2025-02-06T18:19:03.270" v="6661" actId="47"/>
        <pc:sldMkLst>
          <pc:docMk/>
          <pc:sldMk cId="1420793770" sldId="2270"/>
        </pc:sldMkLst>
      </pc:sldChg>
      <pc:sldChg chg="addSp delSp modSp new mod">
        <pc:chgData name="Jithendra HS" userId="fbed575dba93ca78" providerId="LiveId" clId="{E04FF536-15B0-4467-8EB8-D0A227239F82}" dt="2025-03-09T05:23:23.307" v="12453" actId="20577"/>
        <pc:sldMkLst>
          <pc:docMk/>
          <pc:sldMk cId="1519169057" sldId="2271"/>
        </pc:sldMkLst>
        <pc:spChg chg="mod">
          <ac:chgData name="Jithendra HS" userId="fbed575dba93ca78" providerId="LiveId" clId="{E04FF536-15B0-4467-8EB8-D0A227239F82}" dt="2025-02-05T06:05:29.356" v="5938" actId="20577"/>
          <ac:spMkLst>
            <pc:docMk/>
            <pc:sldMk cId="1519169057" sldId="2271"/>
            <ac:spMk id="2" creationId="{0F12A315-A895-119F-ED58-E3D11A72008F}"/>
          </ac:spMkLst>
        </pc:spChg>
        <pc:spChg chg="add mod">
          <ac:chgData name="Jithendra HS" userId="fbed575dba93ca78" providerId="LiveId" clId="{E04FF536-15B0-4467-8EB8-D0A227239F82}" dt="2025-02-05T06:17:31.345" v="6274" actId="20577"/>
          <ac:spMkLst>
            <pc:docMk/>
            <pc:sldMk cId="1519169057" sldId="2271"/>
            <ac:spMk id="7" creationId="{99C785FF-7310-E851-767C-BF8D54E8A2A5}"/>
          </ac:spMkLst>
        </pc:spChg>
        <pc:spChg chg="add mod">
          <ac:chgData name="Jithendra HS" userId="fbed575dba93ca78" providerId="LiveId" clId="{E04FF536-15B0-4467-8EB8-D0A227239F82}" dt="2025-02-05T06:17:23.725" v="6272" actId="20577"/>
          <ac:spMkLst>
            <pc:docMk/>
            <pc:sldMk cId="1519169057" sldId="2271"/>
            <ac:spMk id="8" creationId="{33F3CD67-EF7C-46D8-5B33-FC11C2A3B157}"/>
          </ac:spMkLst>
        </pc:spChg>
        <pc:graphicFrameChg chg="add mod ord modGraphic">
          <ac:chgData name="Jithendra HS" userId="fbed575dba93ca78" providerId="LiveId" clId="{E04FF536-15B0-4467-8EB8-D0A227239F82}" dt="2025-03-09T05:23:23.307" v="12453" actId="20577"/>
          <ac:graphicFrameMkLst>
            <pc:docMk/>
            <pc:sldMk cId="1519169057" sldId="2271"/>
            <ac:graphicFrameMk id="5" creationId="{00D4005E-C2DF-E4E7-9ED6-BB934F42845D}"/>
          </ac:graphicFrameMkLst>
        </pc:graphicFrameChg>
        <pc:graphicFrameChg chg="add mod modGraphic">
          <ac:chgData name="Jithendra HS" userId="fbed575dba93ca78" providerId="LiveId" clId="{E04FF536-15B0-4467-8EB8-D0A227239F82}" dt="2025-02-05T06:22:48.965" v="6520" actId="20577"/>
          <ac:graphicFrameMkLst>
            <pc:docMk/>
            <pc:sldMk cId="1519169057" sldId="2271"/>
            <ac:graphicFrameMk id="6" creationId="{2816AFEB-031C-796B-F5BD-3336B87E46F8}"/>
          </ac:graphicFrameMkLst>
        </pc:graphicFrameChg>
      </pc:sldChg>
      <pc:sldChg chg="addSp delSp modSp new mod">
        <pc:chgData name="Jithendra HS" userId="fbed575dba93ca78" providerId="LiveId" clId="{E04FF536-15B0-4467-8EB8-D0A227239F82}" dt="2025-02-07T23:47:08.858" v="7128" actId="14100"/>
        <pc:sldMkLst>
          <pc:docMk/>
          <pc:sldMk cId="2428300376" sldId="2272"/>
        </pc:sldMkLst>
        <pc:spChg chg="mod">
          <ac:chgData name="Jithendra HS" userId="fbed575dba93ca78" providerId="LiveId" clId="{E04FF536-15B0-4467-8EB8-D0A227239F82}" dt="2025-02-06T18:14:01.840" v="6573" actId="20577"/>
          <ac:spMkLst>
            <pc:docMk/>
            <pc:sldMk cId="2428300376" sldId="2272"/>
            <ac:spMk id="2" creationId="{DD68FA22-1B39-41A5-04E9-13C159E02BFB}"/>
          </ac:spMkLst>
        </pc:spChg>
        <pc:spChg chg="add mod">
          <ac:chgData name="Jithendra HS" userId="fbed575dba93ca78" providerId="LiveId" clId="{E04FF536-15B0-4467-8EB8-D0A227239F82}" dt="2025-02-07T23:34:47.134" v="6993" actId="1076"/>
          <ac:spMkLst>
            <pc:docMk/>
            <pc:sldMk cId="2428300376" sldId="2272"/>
            <ac:spMk id="7" creationId="{F5994B19-6989-24B0-F0C2-881EEE79E716}"/>
          </ac:spMkLst>
        </pc:spChg>
        <pc:spChg chg="add mod">
          <ac:chgData name="Jithendra HS" userId="fbed575dba93ca78" providerId="LiveId" clId="{E04FF536-15B0-4467-8EB8-D0A227239F82}" dt="2025-02-07T23:34:51.164" v="6994" actId="1076"/>
          <ac:spMkLst>
            <pc:docMk/>
            <pc:sldMk cId="2428300376" sldId="2272"/>
            <ac:spMk id="8" creationId="{C4DB8457-4A36-90A0-8114-7CB9A3897337}"/>
          </ac:spMkLst>
        </pc:spChg>
        <pc:spChg chg="add mod">
          <ac:chgData name="Jithendra HS" userId="fbed575dba93ca78" providerId="LiveId" clId="{E04FF536-15B0-4467-8EB8-D0A227239F82}" dt="2025-02-07T23:47:08.858" v="7128" actId="14100"/>
          <ac:spMkLst>
            <pc:docMk/>
            <pc:sldMk cId="2428300376" sldId="2272"/>
            <ac:spMk id="10" creationId="{51C74121-5D59-3831-E451-1A728FA60E9E}"/>
          </ac:spMkLst>
        </pc:spChg>
        <pc:picChg chg="add mod">
          <ac:chgData name="Jithendra HS" userId="fbed575dba93ca78" providerId="LiveId" clId="{E04FF536-15B0-4467-8EB8-D0A227239F82}" dt="2025-02-07T23:37:03.899" v="6996" actId="1076"/>
          <ac:picMkLst>
            <pc:docMk/>
            <pc:sldMk cId="2428300376" sldId="2272"/>
            <ac:picMk id="5" creationId="{CE7338B6-B279-B982-36B6-EA6EC5B45146}"/>
          </ac:picMkLst>
        </pc:picChg>
        <pc:picChg chg="add mod ord">
          <ac:chgData name="Jithendra HS" userId="fbed575dba93ca78" providerId="LiveId" clId="{E04FF536-15B0-4467-8EB8-D0A227239F82}" dt="2025-02-07T23:34:43.436" v="6992" actId="1076"/>
          <ac:picMkLst>
            <pc:docMk/>
            <pc:sldMk cId="2428300376" sldId="2272"/>
            <ac:picMk id="6" creationId="{15D63971-18A0-3A94-B7F0-A7123F2F4CBB}"/>
          </ac:picMkLst>
        </pc:picChg>
        <pc:picChg chg="add mod">
          <ac:chgData name="Jithendra HS" userId="fbed575dba93ca78" providerId="LiveId" clId="{E04FF536-15B0-4467-8EB8-D0A227239F82}" dt="2025-02-06T18:18:48.361" v="6660" actId="14100"/>
          <ac:picMkLst>
            <pc:docMk/>
            <pc:sldMk cId="2428300376" sldId="2272"/>
            <ac:picMk id="9" creationId="{9F3CC883-D0D2-5CF8-E080-01A65AB67EE5}"/>
          </ac:picMkLst>
        </pc:picChg>
      </pc:sldChg>
      <pc:sldChg chg="addSp delSp modSp new mod">
        <pc:chgData name="Jithendra HS" userId="fbed575dba93ca78" providerId="LiveId" clId="{E04FF536-15B0-4467-8EB8-D0A227239F82}" dt="2025-02-07T23:37:33.103" v="7001" actId="1076"/>
        <pc:sldMkLst>
          <pc:docMk/>
          <pc:sldMk cId="2734254932" sldId="2273"/>
        </pc:sldMkLst>
        <pc:spChg chg="mod">
          <ac:chgData name="Jithendra HS" userId="fbed575dba93ca78" providerId="LiveId" clId="{E04FF536-15B0-4467-8EB8-D0A227239F82}" dt="2025-02-06T18:51:14.906" v="6732" actId="20577"/>
          <ac:spMkLst>
            <pc:docMk/>
            <pc:sldMk cId="2734254932" sldId="2273"/>
            <ac:spMk id="2" creationId="{D91C3B2E-6EFA-7608-309D-EDFBDF478F90}"/>
          </ac:spMkLst>
        </pc:spChg>
        <pc:spChg chg="add mod">
          <ac:chgData name="Jithendra HS" userId="fbed575dba93ca78" providerId="LiveId" clId="{E04FF536-15B0-4467-8EB8-D0A227239F82}" dt="2025-02-07T23:37:33.103" v="7001" actId="1076"/>
          <ac:spMkLst>
            <pc:docMk/>
            <pc:sldMk cId="2734254932" sldId="2273"/>
            <ac:spMk id="13" creationId="{853ADDD4-E6E5-0B50-596B-27144042F0DD}"/>
          </ac:spMkLst>
        </pc:spChg>
        <pc:picChg chg="add mod">
          <ac:chgData name="Jithendra HS" userId="fbed575dba93ca78" providerId="LiveId" clId="{E04FF536-15B0-4467-8EB8-D0A227239F82}" dt="2025-02-07T23:37:24.725" v="7000" actId="1076"/>
          <ac:picMkLst>
            <pc:docMk/>
            <pc:sldMk cId="2734254932" sldId="2273"/>
            <ac:picMk id="5" creationId="{0AFB2DA8-F93C-2B27-26B9-4D8C12DE26F6}"/>
          </ac:picMkLst>
        </pc:picChg>
        <pc:picChg chg="add mod">
          <ac:chgData name="Jithendra HS" userId="fbed575dba93ca78" providerId="LiveId" clId="{E04FF536-15B0-4467-8EB8-D0A227239F82}" dt="2025-02-07T23:37:18.467" v="6998" actId="1076"/>
          <ac:picMkLst>
            <pc:docMk/>
            <pc:sldMk cId="2734254932" sldId="2273"/>
            <ac:picMk id="6" creationId="{C6681099-8316-7BE9-6584-E29D8D2A537D}"/>
          </ac:picMkLst>
        </pc:picChg>
        <pc:picChg chg="add mod">
          <ac:chgData name="Jithendra HS" userId="fbed575dba93ca78" providerId="LiveId" clId="{E04FF536-15B0-4467-8EB8-D0A227239F82}" dt="2025-02-06T18:45:59.421" v="6696" actId="1076"/>
          <ac:picMkLst>
            <pc:docMk/>
            <pc:sldMk cId="2734254932" sldId="2273"/>
            <ac:picMk id="8" creationId="{17FA00B5-CB0C-F488-1393-4C1329FC1AC4}"/>
          </ac:picMkLst>
        </pc:picChg>
        <pc:picChg chg="add mod">
          <ac:chgData name="Jithendra HS" userId="fbed575dba93ca78" providerId="LiveId" clId="{E04FF536-15B0-4467-8EB8-D0A227239F82}" dt="2025-02-06T18:46:43.231" v="6701" actId="1076"/>
          <ac:picMkLst>
            <pc:docMk/>
            <pc:sldMk cId="2734254932" sldId="2273"/>
            <ac:picMk id="10" creationId="{CA09373F-9640-9C13-B405-F0B16C88A7E5}"/>
          </ac:picMkLst>
        </pc:picChg>
        <pc:picChg chg="add mod">
          <ac:chgData name="Jithendra HS" userId="fbed575dba93ca78" providerId="LiveId" clId="{E04FF536-15B0-4467-8EB8-D0A227239F82}" dt="2025-02-07T23:37:21.142" v="6999" actId="1076"/>
          <ac:picMkLst>
            <pc:docMk/>
            <pc:sldMk cId="2734254932" sldId="2273"/>
            <ac:picMk id="12" creationId="{D2D74A72-0856-7E7C-C193-E5FC5D5D543D}"/>
          </ac:picMkLst>
        </pc:picChg>
      </pc:sldChg>
      <pc:sldChg chg="addSp delSp modSp new mod">
        <pc:chgData name="Jithendra HS" userId="fbed575dba93ca78" providerId="LiveId" clId="{E04FF536-15B0-4467-8EB8-D0A227239F82}" dt="2025-04-01T15:33:40.638" v="15992" actId="20577"/>
        <pc:sldMkLst>
          <pc:docMk/>
          <pc:sldMk cId="3889183705" sldId="2274"/>
        </pc:sldMkLst>
        <pc:spChg chg="mod">
          <ac:chgData name="Jithendra HS" userId="fbed575dba93ca78" providerId="LiveId" clId="{E04FF536-15B0-4467-8EB8-D0A227239F82}" dt="2025-04-01T15:33:40.638" v="15992" actId="20577"/>
          <ac:spMkLst>
            <pc:docMk/>
            <pc:sldMk cId="3889183705" sldId="2274"/>
            <ac:spMk id="2" creationId="{8282F916-D928-3C4F-A7D2-E0B829AE1469}"/>
          </ac:spMkLst>
        </pc:spChg>
        <pc:spChg chg="add mod">
          <ac:chgData name="Jithendra HS" userId="fbed575dba93ca78" providerId="LiveId" clId="{E04FF536-15B0-4467-8EB8-D0A227239F82}" dt="2025-02-07T23:33:41.486" v="6986" actId="207"/>
          <ac:spMkLst>
            <pc:docMk/>
            <pc:sldMk cId="3889183705" sldId="2274"/>
            <ac:spMk id="5" creationId="{554B4994-93A6-3337-D30D-A58C2507EF1A}"/>
          </ac:spMkLst>
        </pc:spChg>
        <pc:spChg chg="add mod">
          <ac:chgData name="Jithendra HS" userId="fbed575dba93ca78" providerId="LiveId" clId="{E04FF536-15B0-4467-8EB8-D0A227239F82}" dt="2025-02-07T23:34:02.515" v="6991" actId="207"/>
          <ac:spMkLst>
            <pc:docMk/>
            <pc:sldMk cId="3889183705" sldId="2274"/>
            <ac:spMk id="6" creationId="{5120E61A-7A3F-65BE-9E44-3BD2461125A5}"/>
          </ac:spMkLst>
        </pc:spChg>
        <pc:spChg chg="add mod">
          <ac:chgData name="Jithendra HS" userId="fbed575dba93ca78" providerId="LiveId" clId="{E04FF536-15B0-4467-8EB8-D0A227239F82}" dt="2025-02-06T20:23:33.165" v="6801" actId="1076"/>
          <ac:spMkLst>
            <pc:docMk/>
            <pc:sldMk cId="3889183705" sldId="2274"/>
            <ac:spMk id="12" creationId="{F2A65A90-4F16-13E0-BADE-1B393FBAB713}"/>
          </ac:spMkLst>
        </pc:spChg>
        <pc:spChg chg="add mod">
          <ac:chgData name="Jithendra HS" userId="fbed575dba93ca78" providerId="LiveId" clId="{E04FF536-15B0-4467-8EB8-D0A227239F82}" dt="2025-02-06T20:23:45.236" v="6804" actId="1076"/>
          <ac:spMkLst>
            <pc:docMk/>
            <pc:sldMk cId="3889183705" sldId="2274"/>
            <ac:spMk id="17" creationId="{8868902C-4324-0260-E5AB-C5A9886B02CD}"/>
          </ac:spMkLst>
        </pc:spChg>
        <pc:picChg chg="add mod">
          <ac:chgData name="Jithendra HS" userId="fbed575dba93ca78" providerId="LiveId" clId="{E04FF536-15B0-4467-8EB8-D0A227239F82}" dt="2025-02-06T20:23:33.165" v="6801" actId="1076"/>
          <ac:picMkLst>
            <pc:docMk/>
            <pc:sldMk cId="3889183705" sldId="2274"/>
            <ac:picMk id="8" creationId="{4E36B110-008E-310E-AC76-425B772F26DF}"/>
          </ac:picMkLst>
        </pc:picChg>
        <pc:picChg chg="add mod">
          <ac:chgData name="Jithendra HS" userId="fbed575dba93ca78" providerId="LiveId" clId="{E04FF536-15B0-4467-8EB8-D0A227239F82}" dt="2025-02-06T20:23:45.236" v="6804" actId="1076"/>
          <ac:picMkLst>
            <pc:docMk/>
            <pc:sldMk cId="3889183705" sldId="2274"/>
            <ac:picMk id="16" creationId="{84AB14B1-5DE1-B22E-51D2-00C7298968A4}"/>
          </ac:picMkLst>
        </pc:picChg>
        <pc:picChg chg="add mod">
          <ac:chgData name="Jithendra HS" userId="fbed575dba93ca78" providerId="LiveId" clId="{E04FF536-15B0-4467-8EB8-D0A227239F82}" dt="2025-02-06T20:26:09.263" v="6816" actId="1076"/>
          <ac:picMkLst>
            <pc:docMk/>
            <pc:sldMk cId="3889183705" sldId="2274"/>
            <ac:picMk id="22" creationId="{A45AC572-A0CC-4EC6-AB18-37B71D46FCB5}"/>
          </ac:picMkLst>
        </pc:picChg>
        <pc:cxnChg chg="add mod">
          <ac:chgData name="Jithendra HS" userId="fbed575dba93ca78" providerId="LiveId" clId="{E04FF536-15B0-4467-8EB8-D0A227239F82}" dt="2025-02-06T20:26:18.904" v="6819"/>
          <ac:cxnSpMkLst>
            <pc:docMk/>
            <pc:sldMk cId="3889183705" sldId="2274"/>
            <ac:cxnSpMk id="24" creationId="{05EB0FE9-0EFE-DE3F-4043-AC76419EE25B}"/>
          </ac:cxnSpMkLst>
        </pc:cxnChg>
        <pc:cxnChg chg="add mod">
          <ac:chgData name="Jithendra HS" userId="fbed575dba93ca78" providerId="LiveId" clId="{E04FF536-15B0-4467-8EB8-D0A227239F82}" dt="2025-02-06T20:26:31.443" v="6822" actId="14100"/>
          <ac:cxnSpMkLst>
            <pc:docMk/>
            <pc:sldMk cId="3889183705" sldId="2274"/>
            <ac:cxnSpMk id="25" creationId="{BBDF9A58-F753-B96C-038F-ACC2CA94E033}"/>
          </ac:cxnSpMkLst>
        </pc:cxnChg>
      </pc:sldChg>
      <pc:sldChg chg="addSp delSp modSp new del mod">
        <pc:chgData name="Jithendra HS" userId="fbed575dba93ca78" providerId="LiveId" clId="{E04FF536-15B0-4467-8EB8-D0A227239F82}" dt="2025-02-20T00:25:04.046" v="8935" actId="47"/>
        <pc:sldMkLst>
          <pc:docMk/>
          <pc:sldMk cId="3133439311" sldId="2275"/>
        </pc:sldMkLst>
      </pc:sldChg>
      <pc:sldChg chg="addSp delSp modSp new del mod">
        <pc:chgData name="Jithendra HS" userId="fbed575dba93ca78" providerId="LiveId" clId="{E04FF536-15B0-4467-8EB8-D0A227239F82}" dt="2025-03-06T18:46:25.550" v="9975" actId="47"/>
        <pc:sldMkLst>
          <pc:docMk/>
          <pc:sldMk cId="3444365427" sldId="2276"/>
        </pc:sldMkLst>
      </pc:sldChg>
      <pc:sldChg chg="addSp delSp modSp new mod ord">
        <pc:chgData name="Jithendra HS" userId="fbed575dba93ca78" providerId="LiveId" clId="{E04FF536-15B0-4467-8EB8-D0A227239F82}" dt="2025-03-06T18:23:08.665" v="9894" actId="1076"/>
        <pc:sldMkLst>
          <pc:docMk/>
          <pc:sldMk cId="695335532" sldId="2277"/>
        </pc:sldMkLst>
        <pc:spChg chg="mod">
          <ac:chgData name="Jithendra HS" userId="fbed575dba93ca78" providerId="LiveId" clId="{E04FF536-15B0-4467-8EB8-D0A227239F82}" dt="2025-02-20T21:15:55.703" v="9002" actId="20577"/>
          <ac:spMkLst>
            <pc:docMk/>
            <pc:sldMk cId="695335532" sldId="2277"/>
            <ac:spMk id="2" creationId="{66E9A2F5-F825-50DE-35D1-0C6E31DC5096}"/>
          </ac:spMkLst>
        </pc:spChg>
        <pc:spChg chg="add mod">
          <ac:chgData name="Jithendra HS" userId="fbed575dba93ca78" providerId="LiveId" clId="{E04FF536-15B0-4467-8EB8-D0A227239F82}" dt="2025-03-06T18:22:25.978" v="9887" actId="1076"/>
          <ac:spMkLst>
            <pc:docMk/>
            <pc:sldMk cId="695335532" sldId="2277"/>
            <ac:spMk id="7" creationId="{C482E04E-A7C4-7AE9-8239-E125860487CC}"/>
          </ac:spMkLst>
        </pc:spChg>
        <pc:spChg chg="add mod">
          <ac:chgData name="Jithendra HS" userId="fbed575dba93ca78" providerId="LiveId" clId="{E04FF536-15B0-4467-8EB8-D0A227239F82}" dt="2025-03-06T18:22:52.868" v="9891" actId="1076"/>
          <ac:spMkLst>
            <pc:docMk/>
            <pc:sldMk cId="695335532" sldId="2277"/>
            <ac:spMk id="18" creationId="{901F4A20-FA62-4EDB-E496-E1E00A7BEDE9}"/>
          </ac:spMkLst>
        </pc:spChg>
        <pc:spChg chg="add mod">
          <ac:chgData name="Jithendra HS" userId="fbed575dba93ca78" providerId="LiveId" clId="{E04FF536-15B0-4467-8EB8-D0A227239F82}" dt="2025-03-06T18:23:05.118" v="9893" actId="1076"/>
          <ac:spMkLst>
            <pc:docMk/>
            <pc:sldMk cId="695335532" sldId="2277"/>
            <ac:spMk id="19" creationId="{856E9EDB-680E-1A92-BAD6-EBE3F9F7FB8E}"/>
          </ac:spMkLst>
        </pc:spChg>
        <pc:picChg chg="add mod">
          <ac:chgData name="Jithendra HS" userId="fbed575dba93ca78" providerId="LiveId" clId="{E04FF536-15B0-4467-8EB8-D0A227239F82}" dt="2025-03-06T18:22:35.331" v="9888" actId="1076"/>
          <ac:picMkLst>
            <pc:docMk/>
            <pc:sldMk cId="695335532" sldId="2277"/>
            <ac:picMk id="6" creationId="{5051E10A-6F0A-9A03-1136-E5292D5D72BE}"/>
          </ac:picMkLst>
        </pc:picChg>
        <pc:picChg chg="add mod">
          <ac:chgData name="Jithendra HS" userId="fbed575dba93ca78" providerId="LiveId" clId="{E04FF536-15B0-4467-8EB8-D0A227239F82}" dt="2025-03-06T18:22:08.540" v="9884" actId="1076"/>
          <ac:picMkLst>
            <pc:docMk/>
            <pc:sldMk cId="695335532" sldId="2277"/>
            <ac:picMk id="8" creationId="{09FFBE10-B7F5-DE48-B38C-2E8AA8401304}"/>
          </ac:picMkLst>
        </pc:picChg>
        <pc:picChg chg="add mod">
          <ac:chgData name="Jithendra HS" userId="fbed575dba93ca78" providerId="LiveId" clId="{E04FF536-15B0-4467-8EB8-D0A227239F82}" dt="2025-03-06T18:23:08.665" v="9894" actId="1076"/>
          <ac:picMkLst>
            <pc:docMk/>
            <pc:sldMk cId="695335532" sldId="2277"/>
            <ac:picMk id="10" creationId="{A6258D2D-48C7-B6D5-E3F8-2D5A757DD9B0}"/>
          </ac:picMkLst>
        </pc:picChg>
        <pc:picChg chg="add mod">
          <ac:chgData name="Jithendra HS" userId="fbed575dba93ca78" providerId="LiveId" clId="{E04FF536-15B0-4467-8EB8-D0A227239F82}" dt="2025-03-06T18:22:13.685" v="9885" actId="1076"/>
          <ac:picMkLst>
            <pc:docMk/>
            <pc:sldMk cId="695335532" sldId="2277"/>
            <ac:picMk id="11" creationId="{876BDDE6-204F-1988-D953-3571E048B850}"/>
          </ac:picMkLst>
        </pc:picChg>
        <pc:picChg chg="add mod">
          <ac:chgData name="Jithendra HS" userId="fbed575dba93ca78" providerId="LiveId" clId="{E04FF536-15B0-4467-8EB8-D0A227239F82}" dt="2025-03-06T18:22:57.312" v="9892" actId="1076"/>
          <ac:picMkLst>
            <pc:docMk/>
            <pc:sldMk cId="695335532" sldId="2277"/>
            <ac:picMk id="12" creationId="{36288A05-7A3E-F34C-2CB0-5D7F7CB415CB}"/>
          </ac:picMkLst>
        </pc:picChg>
        <pc:picChg chg="add mod">
          <ac:chgData name="Jithendra HS" userId="fbed575dba93ca78" providerId="LiveId" clId="{E04FF536-15B0-4467-8EB8-D0A227239F82}" dt="2025-03-06T18:22:46.468" v="9890" actId="1076"/>
          <ac:picMkLst>
            <pc:docMk/>
            <pc:sldMk cId="695335532" sldId="2277"/>
            <ac:picMk id="14" creationId="{D7F2079C-A20B-2877-108B-C4DEF705042D}"/>
          </ac:picMkLst>
        </pc:picChg>
        <pc:picChg chg="add mod">
          <ac:chgData name="Jithendra HS" userId="fbed575dba93ca78" providerId="LiveId" clId="{E04FF536-15B0-4467-8EB8-D0A227239F82}" dt="2025-03-06T18:22:20.157" v="9886" actId="1076"/>
          <ac:picMkLst>
            <pc:docMk/>
            <pc:sldMk cId="695335532" sldId="2277"/>
            <ac:picMk id="15" creationId="{9AD7338C-B502-09F3-20B0-F514DDAAF98F}"/>
          </ac:picMkLst>
        </pc:picChg>
      </pc:sldChg>
      <pc:sldChg chg="modSp new mod ord">
        <pc:chgData name="Jithendra HS" userId="fbed575dba93ca78" providerId="LiveId" clId="{E04FF536-15B0-4467-8EB8-D0A227239F82}" dt="2025-02-22T05:34:41.388" v="9772" actId="115"/>
        <pc:sldMkLst>
          <pc:docMk/>
          <pc:sldMk cId="2772351952" sldId="2278"/>
        </pc:sldMkLst>
        <pc:spChg chg="mod">
          <ac:chgData name="Jithendra HS" userId="fbed575dba93ca78" providerId="LiveId" clId="{E04FF536-15B0-4467-8EB8-D0A227239F82}" dt="2025-02-22T05:21:37.523" v="9268" actId="20577"/>
          <ac:spMkLst>
            <pc:docMk/>
            <pc:sldMk cId="2772351952" sldId="2278"/>
            <ac:spMk id="2" creationId="{68758484-68DC-781A-9FCF-9B728FAD2CC8}"/>
          </ac:spMkLst>
        </pc:spChg>
        <pc:spChg chg="mod">
          <ac:chgData name="Jithendra HS" userId="fbed575dba93ca78" providerId="LiveId" clId="{E04FF536-15B0-4467-8EB8-D0A227239F82}" dt="2025-02-22T05:34:41.388" v="9772" actId="115"/>
          <ac:spMkLst>
            <pc:docMk/>
            <pc:sldMk cId="2772351952" sldId="2278"/>
            <ac:spMk id="3" creationId="{8E808466-1AF6-1257-1AA4-2247848A8BA3}"/>
          </ac:spMkLst>
        </pc:spChg>
      </pc:sldChg>
      <pc:sldChg chg="addSp delSp modSp new mod ord">
        <pc:chgData name="Jithendra HS" userId="fbed575dba93ca78" providerId="LiveId" clId="{E04FF536-15B0-4467-8EB8-D0A227239F82}" dt="2025-03-06T18:33:06.918" v="9934" actId="13926"/>
        <pc:sldMkLst>
          <pc:docMk/>
          <pc:sldMk cId="2771270935" sldId="2279"/>
        </pc:sldMkLst>
        <pc:spChg chg="mod">
          <ac:chgData name="Jithendra HS" userId="fbed575dba93ca78" providerId="LiveId" clId="{E04FF536-15B0-4467-8EB8-D0A227239F82}" dt="2025-03-06T18:27:49.994" v="9903" actId="20577"/>
          <ac:spMkLst>
            <pc:docMk/>
            <pc:sldMk cId="2771270935" sldId="2279"/>
            <ac:spMk id="2" creationId="{5E69DF63-8047-2A9D-51AA-37ABAC083CB0}"/>
          </ac:spMkLst>
        </pc:spChg>
        <pc:spChg chg="add mod">
          <ac:chgData name="Jithendra HS" userId="fbed575dba93ca78" providerId="LiveId" clId="{E04FF536-15B0-4467-8EB8-D0A227239F82}" dt="2025-03-06T18:30:06.619" v="9922" actId="1076"/>
          <ac:spMkLst>
            <pc:docMk/>
            <pc:sldMk cId="2771270935" sldId="2279"/>
            <ac:spMk id="3" creationId="{0F991C21-E11C-2B54-E035-903929B5FC5C}"/>
          </ac:spMkLst>
        </pc:spChg>
        <pc:spChg chg="add mod">
          <ac:chgData name="Jithendra HS" userId="fbed575dba93ca78" providerId="LiveId" clId="{E04FF536-15B0-4467-8EB8-D0A227239F82}" dt="2025-03-06T18:33:06.918" v="9934" actId="13926"/>
          <ac:spMkLst>
            <pc:docMk/>
            <pc:sldMk cId="2771270935" sldId="2279"/>
            <ac:spMk id="7" creationId="{FB059CFA-3AD6-BDE3-B84B-2D472F890136}"/>
          </ac:spMkLst>
        </pc:spChg>
        <pc:spChg chg="add mod">
          <ac:chgData name="Jithendra HS" userId="fbed575dba93ca78" providerId="LiveId" clId="{E04FF536-15B0-4467-8EB8-D0A227239F82}" dt="2025-02-20T21:33:12.757" v="9055" actId="20577"/>
          <ac:spMkLst>
            <pc:docMk/>
            <pc:sldMk cId="2771270935" sldId="2279"/>
            <ac:spMk id="10" creationId="{70EC72FF-2D4E-0A8A-DF9B-5F2BF842C8AD}"/>
          </ac:spMkLst>
        </pc:spChg>
        <pc:picChg chg="add mod">
          <ac:chgData name="Jithendra HS" userId="fbed575dba93ca78" providerId="LiveId" clId="{E04FF536-15B0-4467-8EB8-D0A227239F82}" dt="2025-03-06T18:28:20.442" v="9907" actId="1076"/>
          <ac:picMkLst>
            <pc:docMk/>
            <pc:sldMk cId="2771270935" sldId="2279"/>
            <ac:picMk id="5" creationId="{708AA5D3-4C72-220D-9324-891A982D2912}"/>
          </ac:picMkLst>
        </pc:picChg>
        <pc:picChg chg="add mod">
          <ac:chgData name="Jithendra HS" userId="fbed575dba93ca78" providerId="LiveId" clId="{E04FF536-15B0-4467-8EB8-D0A227239F82}" dt="2025-02-20T21:47:18.090" v="9104" actId="14100"/>
          <ac:picMkLst>
            <pc:docMk/>
            <pc:sldMk cId="2771270935" sldId="2279"/>
            <ac:picMk id="12" creationId="{C90C1850-5A1A-72BB-55A9-A1CB7FFF4E41}"/>
          </ac:picMkLst>
        </pc:picChg>
        <pc:picChg chg="add mod">
          <ac:chgData name="Jithendra HS" userId="fbed575dba93ca78" providerId="LiveId" clId="{E04FF536-15B0-4467-8EB8-D0A227239F82}" dt="2025-03-06T18:27:59.089" v="9904" actId="1076"/>
          <ac:picMkLst>
            <pc:docMk/>
            <pc:sldMk cId="2771270935" sldId="2279"/>
            <ac:picMk id="14" creationId="{6F4790EC-2894-B049-48F9-43F8B14C2152}"/>
          </ac:picMkLst>
        </pc:picChg>
      </pc:sldChg>
      <pc:sldChg chg="addSp delSp modSp new add del mod ord">
        <pc:chgData name="Jithendra HS" userId="fbed575dba93ca78" providerId="LiveId" clId="{E04FF536-15B0-4467-8EB8-D0A227239F82}" dt="2025-03-20T18:22:57.703" v="15051" actId="47"/>
        <pc:sldMkLst>
          <pc:docMk/>
          <pc:sldMk cId="4037813551" sldId="2280"/>
        </pc:sldMkLst>
      </pc:sldChg>
      <pc:sldChg chg="addSp delSp modSp add del mod ord">
        <pc:chgData name="Jithendra HS" userId="fbed575dba93ca78" providerId="LiveId" clId="{E04FF536-15B0-4467-8EB8-D0A227239F82}" dt="2025-03-20T18:22:47.503" v="15048" actId="47"/>
        <pc:sldMkLst>
          <pc:docMk/>
          <pc:sldMk cId="3373421575" sldId="2281"/>
        </pc:sldMkLst>
      </pc:sldChg>
      <pc:sldChg chg="modSp new mod">
        <pc:chgData name="Jithendra HS" userId="fbed575dba93ca78" providerId="LiveId" clId="{E04FF536-15B0-4467-8EB8-D0A227239F82}" dt="2025-03-06T22:00:27.398" v="11120" actId="20577"/>
        <pc:sldMkLst>
          <pc:docMk/>
          <pc:sldMk cId="1572917316" sldId="2282"/>
        </pc:sldMkLst>
        <pc:spChg chg="mod">
          <ac:chgData name="Jithendra HS" userId="fbed575dba93ca78" providerId="LiveId" clId="{E04FF536-15B0-4467-8EB8-D0A227239F82}" dt="2025-03-06T19:24:29.302" v="10583" actId="20577"/>
          <ac:spMkLst>
            <pc:docMk/>
            <pc:sldMk cId="1572917316" sldId="2282"/>
            <ac:spMk id="2" creationId="{D9F9CEC8-B885-2051-79D4-D15B24197F99}"/>
          </ac:spMkLst>
        </pc:spChg>
        <pc:spChg chg="mod">
          <ac:chgData name="Jithendra HS" userId="fbed575dba93ca78" providerId="LiveId" clId="{E04FF536-15B0-4467-8EB8-D0A227239F82}" dt="2025-03-06T22:00:27.398" v="11120" actId="20577"/>
          <ac:spMkLst>
            <pc:docMk/>
            <pc:sldMk cId="1572917316" sldId="2282"/>
            <ac:spMk id="3" creationId="{DD38EC46-1817-5DA3-91C1-1152D80126D0}"/>
          </ac:spMkLst>
        </pc:spChg>
      </pc:sldChg>
      <pc:sldChg chg="add del">
        <pc:chgData name="Jithendra HS" userId="fbed575dba93ca78" providerId="LiveId" clId="{E04FF536-15B0-4467-8EB8-D0A227239F82}" dt="2025-02-22T02:31:59.293" v="9214" actId="47"/>
        <pc:sldMkLst>
          <pc:docMk/>
          <pc:sldMk cId="54167441" sldId="2283"/>
        </pc:sldMkLst>
      </pc:sldChg>
      <pc:sldChg chg="addSp delSp modSp new mod">
        <pc:chgData name="Jithendra HS" userId="fbed575dba93ca78" providerId="LiveId" clId="{E04FF536-15B0-4467-8EB8-D0A227239F82}" dt="2025-02-22T02:33:26.872" v="9238" actId="1076"/>
        <pc:sldMkLst>
          <pc:docMk/>
          <pc:sldMk cId="1278494905" sldId="2283"/>
        </pc:sldMkLst>
        <pc:spChg chg="mod">
          <ac:chgData name="Jithendra HS" userId="fbed575dba93ca78" providerId="LiveId" clId="{E04FF536-15B0-4467-8EB8-D0A227239F82}" dt="2025-02-22T02:32:14.200" v="9226" actId="20577"/>
          <ac:spMkLst>
            <pc:docMk/>
            <pc:sldMk cId="1278494905" sldId="2283"/>
            <ac:spMk id="2" creationId="{A05EB3D7-EFFC-2598-3A39-DD35ED47D1F9}"/>
          </ac:spMkLst>
        </pc:spChg>
        <pc:picChg chg="add mod">
          <ac:chgData name="Jithendra HS" userId="fbed575dba93ca78" providerId="LiveId" clId="{E04FF536-15B0-4467-8EB8-D0A227239F82}" dt="2025-02-22T02:33:26.872" v="9238" actId="1076"/>
          <ac:picMkLst>
            <pc:docMk/>
            <pc:sldMk cId="1278494905" sldId="2283"/>
            <ac:picMk id="8" creationId="{35D2532D-E275-4DF1-5BAC-78538D88E3E4}"/>
          </ac:picMkLst>
        </pc:picChg>
      </pc:sldChg>
      <pc:sldChg chg="modSp new mod">
        <pc:chgData name="Jithendra HS" userId="fbed575dba93ca78" providerId="LiveId" clId="{E04FF536-15B0-4467-8EB8-D0A227239F82}" dt="2025-03-02T05:30:48.669" v="9791" actId="27636"/>
        <pc:sldMkLst>
          <pc:docMk/>
          <pc:sldMk cId="3413755394" sldId="2284"/>
        </pc:sldMkLst>
        <pc:spChg chg="mod">
          <ac:chgData name="Jithendra HS" userId="fbed575dba93ca78" providerId="LiveId" clId="{E04FF536-15B0-4467-8EB8-D0A227239F82}" dt="2025-03-02T05:30:48.669" v="9791" actId="27636"/>
          <ac:spMkLst>
            <pc:docMk/>
            <pc:sldMk cId="3413755394" sldId="2284"/>
            <ac:spMk id="2" creationId="{5B963685-6C48-1E79-6771-1B5E78EE6785}"/>
          </ac:spMkLst>
        </pc:spChg>
        <pc:spChg chg="mod">
          <ac:chgData name="Jithendra HS" userId="fbed575dba93ca78" providerId="LiveId" clId="{E04FF536-15B0-4467-8EB8-D0A227239F82}" dt="2025-03-02T05:30:38.111" v="9774"/>
          <ac:spMkLst>
            <pc:docMk/>
            <pc:sldMk cId="3413755394" sldId="2284"/>
            <ac:spMk id="3" creationId="{ECEC4032-B10C-539F-BD4F-181B49F26057}"/>
          </ac:spMkLst>
        </pc:spChg>
      </pc:sldChg>
      <pc:sldChg chg="addSp delSp modSp new del mod">
        <pc:chgData name="Jithendra HS" userId="fbed575dba93ca78" providerId="LiveId" clId="{E04FF536-15B0-4467-8EB8-D0A227239F82}" dt="2025-03-06T19:04:46.264" v="10092" actId="2696"/>
        <pc:sldMkLst>
          <pc:docMk/>
          <pc:sldMk cId="2511202718" sldId="2285"/>
        </pc:sldMkLst>
      </pc:sldChg>
      <pc:sldChg chg="add del">
        <pc:chgData name="Jithendra HS" userId="fbed575dba93ca78" providerId="LiveId" clId="{E04FF536-15B0-4467-8EB8-D0A227239F82}" dt="2025-03-20T18:23:05.864" v="15052" actId="47"/>
        <pc:sldMkLst>
          <pc:docMk/>
          <pc:sldMk cId="2649729410" sldId="2285"/>
        </pc:sldMkLst>
      </pc:sldChg>
      <pc:sldChg chg="addSp delSp modSp add mod">
        <pc:chgData name="Jithendra HS" userId="fbed575dba93ca78" providerId="LiveId" clId="{E04FF536-15B0-4467-8EB8-D0A227239F82}" dt="2025-03-06T18:48:49.709" v="10012" actId="20577"/>
        <pc:sldMkLst>
          <pc:docMk/>
          <pc:sldMk cId="1592870929" sldId="2286"/>
        </pc:sldMkLst>
        <pc:spChg chg="add mod">
          <ac:chgData name="Jithendra HS" userId="fbed575dba93ca78" providerId="LiveId" clId="{E04FF536-15B0-4467-8EB8-D0A227239F82}" dt="2025-03-06T18:48:27.718" v="10009" actId="1076"/>
          <ac:spMkLst>
            <pc:docMk/>
            <pc:sldMk cId="1592870929" sldId="2286"/>
            <ac:spMk id="6" creationId="{125D349E-ED16-D2A1-23AB-F6C44A55E8A1}"/>
          </ac:spMkLst>
        </pc:spChg>
        <pc:spChg chg="add mod">
          <ac:chgData name="Jithendra HS" userId="fbed575dba93ca78" providerId="LiveId" clId="{E04FF536-15B0-4467-8EB8-D0A227239F82}" dt="2025-03-06T18:48:35.720" v="10010" actId="13926"/>
          <ac:spMkLst>
            <pc:docMk/>
            <pc:sldMk cId="1592870929" sldId="2286"/>
            <ac:spMk id="7" creationId="{A1C28AD6-70A7-AC1F-A446-5A39F70F0C9A}"/>
          </ac:spMkLst>
        </pc:spChg>
        <pc:spChg chg="add mod">
          <ac:chgData name="Jithendra HS" userId="fbed575dba93ca78" providerId="LiveId" clId="{E04FF536-15B0-4467-8EB8-D0A227239F82}" dt="2025-03-06T18:45:44.817" v="9967" actId="1076"/>
          <ac:spMkLst>
            <pc:docMk/>
            <pc:sldMk cId="1592870929" sldId="2286"/>
            <ac:spMk id="8" creationId="{321CDA01-ED19-043F-ACCA-D961DCFEF9C1}"/>
          </ac:spMkLst>
        </pc:spChg>
        <pc:spChg chg="add mod">
          <ac:chgData name="Jithendra HS" userId="fbed575dba93ca78" providerId="LiveId" clId="{E04FF536-15B0-4467-8EB8-D0A227239F82}" dt="2025-03-06T18:48:49.709" v="10012" actId="20577"/>
          <ac:spMkLst>
            <pc:docMk/>
            <pc:sldMk cId="1592870929" sldId="2286"/>
            <ac:spMk id="9" creationId="{497C4F53-2D9A-6C4A-80BD-799CBEB52EA8}"/>
          </ac:spMkLst>
        </pc:spChg>
        <pc:spChg chg="add mod">
          <ac:chgData name="Jithendra HS" userId="fbed575dba93ca78" providerId="LiveId" clId="{E04FF536-15B0-4467-8EB8-D0A227239F82}" dt="2025-03-06T18:48:22.290" v="10008" actId="1076"/>
          <ac:spMkLst>
            <pc:docMk/>
            <pc:sldMk cId="1592870929" sldId="2286"/>
            <ac:spMk id="10" creationId="{5F7C123F-A466-06DC-C462-B438712D7051}"/>
          </ac:spMkLst>
        </pc:spChg>
        <pc:picChg chg="add mod">
          <ac:chgData name="Jithendra HS" userId="fbed575dba93ca78" providerId="LiveId" clId="{E04FF536-15B0-4467-8EB8-D0A227239F82}" dt="2025-03-06T18:45:30.453" v="9963" actId="1076"/>
          <ac:picMkLst>
            <pc:docMk/>
            <pc:sldMk cId="1592870929" sldId="2286"/>
            <ac:picMk id="5" creationId="{F3EB3414-C017-EC7D-B625-EE3AC40AF9D8}"/>
          </ac:picMkLst>
        </pc:picChg>
        <pc:picChg chg="add mod">
          <ac:chgData name="Jithendra HS" userId="fbed575dba93ca78" providerId="LiveId" clId="{E04FF536-15B0-4467-8EB8-D0A227239F82}" dt="2025-03-06T18:45:39.968" v="9966" actId="1076"/>
          <ac:picMkLst>
            <pc:docMk/>
            <pc:sldMk cId="1592870929" sldId="2286"/>
            <ac:picMk id="11" creationId="{A60787E6-5BD3-DD28-2A01-649A0573FFDA}"/>
          </ac:picMkLst>
        </pc:picChg>
      </pc:sldChg>
      <pc:sldChg chg="addSp delSp modSp add del mod">
        <pc:chgData name="Jithendra HS" userId="fbed575dba93ca78" providerId="LiveId" clId="{E04FF536-15B0-4467-8EB8-D0A227239F82}" dt="2025-03-20T18:23:12.379" v="15053" actId="47"/>
        <pc:sldMkLst>
          <pc:docMk/>
          <pc:sldMk cId="1412936029" sldId="2287"/>
        </pc:sldMkLst>
      </pc:sldChg>
      <pc:sldChg chg="addSp delSp modSp new mod">
        <pc:chgData name="Jithendra HS" userId="fbed575dba93ca78" providerId="LiveId" clId="{E04FF536-15B0-4467-8EB8-D0A227239F82}" dt="2025-03-06T19:03:41.023" v="10059" actId="1076"/>
        <pc:sldMkLst>
          <pc:docMk/>
          <pc:sldMk cId="1769310028" sldId="2288"/>
        </pc:sldMkLst>
        <pc:spChg chg="mod">
          <ac:chgData name="Jithendra HS" userId="fbed575dba93ca78" providerId="LiveId" clId="{E04FF536-15B0-4467-8EB8-D0A227239F82}" dt="2025-03-06T19:02:57.676" v="10050" actId="20577"/>
          <ac:spMkLst>
            <pc:docMk/>
            <pc:sldMk cId="1769310028" sldId="2288"/>
            <ac:spMk id="2" creationId="{86118920-C57B-5625-636E-AFA5487F79B1}"/>
          </ac:spMkLst>
        </pc:spChg>
        <pc:picChg chg="add mod">
          <ac:chgData name="Jithendra HS" userId="fbed575dba93ca78" providerId="LiveId" clId="{E04FF536-15B0-4467-8EB8-D0A227239F82}" dt="2025-03-06T19:03:34.856" v="10057" actId="14100"/>
          <ac:picMkLst>
            <pc:docMk/>
            <pc:sldMk cId="1769310028" sldId="2288"/>
            <ac:picMk id="6" creationId="{BEA2DB45-26AE-FDAD-7FBB-54E83F3BCAEA}"/>
          </ac:picMkLst>
        </pc:picChg>
        <pc:picChg chg="add mod">
          <ac:chgData name="Jithendra HS" userId="fbed575dba93ca78" providerId="LiveId" clId="{E04FF536-15B0-4467-8EB8-D0A227239F82}" dt="2025-03-06T19:03:41.023" v="10059" actId="1076"/>
          <ac:picMkLst>
            <pc:docMk/>
            <pc:sldMk cId="1769310028" sldId="2288"/>
            <ac:picMk id="8" creationId="{24123A94-91B4-59F1-CE6C-7E534287E716}"/>
          </ac:picMkLst>
        </pc:picChg>
      </pc:sldChg>
      <pc:sldChg chg="add del ord">
        <pc:chgData name="Jithendra HS" userId="fbed575dba93ca78" providerId="LiveId" clId="{E04FF536-15B0-4467-8EB8-D0A227239F82}" dt="2025-03-09T05:23:37.706" v="12454" actId="47"/>
        <pc:sldMkLst>
          <pc:docMk/>
          <pc:sldMk cId="4110917715" sldId="2289"/>
        </pc:sldMkLst>
      </pc:sldChg>
      <pc:sldChg chg="modSp new del mod ord">
        <pc:chgData name="Jithendra HS" userId="fbed575dba93ca78" providerId="LiveId" clId="{E04FF536-15B0-4467-8EB8-D0A227239F82}" dt="2025-03-09T05:23:41.687" v="12455" actId="47"/>
        <pc:sldMkLst>
          <pc:docMk/>
          <pc:sldMk cId="545273930" sldId="2290"/>
        </pc:sldMkLst>
      </pc:sldChg>
      <pc:sldChg chg="addSp delSp modSp new mod">
        <pc:chgData name="Jithendra HS" userId="fbed575dba93ca78" providerId="LiveId" clId="{E04FF536-15B0-4467-8EB8-D0A227239F82}" dt="2025-03-09T04:59:03.823" v="11915" actId="20577"/>
        <pc:sldMkLst>
          <pc:docMk/>
          <pc:sldMk cId="3870900276" sldId="2291"/>
        </pc:sldMkLst>
        <pc:spChg chg="mod">
          <ac:chgData name="Jithendra HS" userId="fbed575dba93ca78" providerId="LiveId" clId="{E04FF536-15B0-4467-8EB8-D0A227239F82}" dt="2025-03-09T04:44:21.789" v="11638" actId="20577"/>
          <ac:spMkLst>
            <pc:docMk/>
            <pc:sldMk cId="3870900276" sldId="2291"/>
            <ac:spMk id="2" creationId="{3F623912-DD6A-795A-5416-68826B175363}"/>
          </ac:spMkLst>
        </pc:spChg>
        <pc:spChg chg="add mod">
          <ac:chgData name="Jithendra HS" userId="fbed575dba93ca78" providerId="LiveId" clId="{E04FF536-15B0-4467-8EB8-D0A227239F82}" dt="2025-03-09T04:59:03.823" v="11915" actId="20577"/>
          <ac:spMkLst>
            <pc:docMk/>
            <pc:sldMk cId="3870900276" sldId="2291"/>
            <ac:spMk id="14" creationId="{8FF5FECE-20D8-6FE3-A599-AC0522C32E82}"/>
          </ac:spMkLst>
        </pc:spChg>
        <pc:picChg chg="add mod">
          <ac:chgData name="Jithendra HS" userId="fbed575dba93ca78" providerId="LiveId" clId="{E04FF536-15B0-4467-8EB8-D0A227239F82}" dt="2025-03-06T20:24:46.578" v="10966" actId="1076"/>
          <ac:picMkLst>
            <pc:docMk/>
            <pc:sldMk cId="3870900276" sldId="2291"/>
            <ac:picMk id="6" creationId="{AE1FD6EB-3C59-6A68-6F50-A20E54A6E202}"/>
          </ac:picMkLst>
        </pc:picChg>
        <pc:picChg chg="add mod ord">
          <ac:chgData name="Jithendra HS" userId="fbed575dba93ca78" providerId="LiveId" clId="{E04FF536-15B0-4467-8EB8-D0A227239F82}" dt="2025-03-09T04:47:12.009" v="11644" actId="166"/>
          <ac:picMkLst>
            <pc:docMk/>
            <pc:sldMk cId="3870900276" sldId="2291"/>
            <ac:picMk id="9" creationId="{E13832A1-C0B3-71D4-10EC-7F11869D9964}"/>
          </ac:picMkLst>
        </pc:picChg>
        <pc:picChg chg="add mod">
          <ac:chgData name="Jithendra HS" userId="fbed575dba93ca78" providerId="LiveId" clId="{E04FF536-15B0-4467-8EB8-D0A227239F82}" dt="2025-03-09T04:47:28.138" v="11649" actId="14100"/>
          <ac:picMkLst>
            <pc:docMk/>
            <pc:sldMk cId="3870900276" sldId="2291"/>
            <ac:picMk id="16" creationId="{1131D987-39FD-E77E-BAF7-CFEE27E3FD62}"/>
          </ac:picMkLst>
        </pc:picChg>
      </pc:sldChg>
      <pc:sldChg chg="addSp delSp modSp new mod ord">
        <pc:chgData name="Jithendra HS" userId="fbed575dba93ca78" providerId="LiveId" clId="{E04FF536-15B0-4467-8EB8-D0A227239F82}" dt="2025-03-20T18:22:34.192" v="15047" actId="1076"/>
        <pc:sldMkLst>
          <pc:docMk/>
          <pc:sldMk cId="2028018145" sldId="2292"/>
        </pc:sldMkLst>
        <pc:spChg chg="mod">
          <ac:chgData name="Jithendra HS" userId="fbed575dba93ca78" providerId="LiveId" clId="{E04FF536-15B0-4467-8EB8-D0A227239F82}" dt="2025-03-20T18:22:28.463" v="15045" actId="20577"/>
          <ac:spMkLst>
            <pc:docMk/>
            <pc:sldMk cId="2028018145" sldId="2292"/>
            <ac:spMk id="2" creationId="{FDB4AC8C-2EF5-480D-3068-3CFBF8F48752}"/>
          </ac:spMkLst>
        </pc:spChg>
        <pc:picChg chg="add mod">
          <ac:chgData name="Jithendra HS" userId="fbed575dba93ca78" providerId="LiveId" clId="{E04FF536-15B0-4467-8EB8-D0A227239F82}" dt="2025-03-20T18:22:34.192" v="15047" actId="1076"/>
          <ac:picMkLst>
            <pc:docMk/>
            <pc:sldMk cId="2028018145" sldId="2292"/>
            <ac:picMk id="5" creationId="{D2DB05CB-FB12-D1A3-0AF4-F1E0BB5F9F05}"/>
          </ac:picMkLst>
        </pc:picChg>
      </pc:sldChg>
      <pc:sldChg chg="addSp delSp modSp new mod">
        <pc:chgData name="Jithendra HS" userId="fbed575dba93ca78" providerId="LiveId" clId="{E04FF536-15B0-4467-8EB8-D0A227239F82}" dt="2025-03-09T04:25:43.369" v="11296" actId="1076"/>
        <pc:sldMkLst>
          <pc:docMk/>
          <pc:sldMk cId="4055649390" sldId="2293"/>
        </pc:sldMkLst>
        <pc:spChg chg="mod">
          <ac:chgData name="Jithendra HS" userId="fbed575dba93ca78" providerId="LiveId" clId="{E04FF536-15B0-4467-8EB8-D0A227239F82}" dt="2025-03-09T04:20:31.272" v="11149" actId="20577"/>
          <ac:spMkLst>
            <pc:docMk/>
            <pc:sldMk cId="4055649390" sldId="2293"/>
            <ac:spMk id="2" creationId="{AE95E048-437A-1A96-A240-881040BF7F67}"/>
          </ac:spMkLst>
        </pc:spChg>
        <pc:spChg chg="add mod">
          <ac:chgData name="Jithendra HS" userId="fbed575dba93ca78" providerId="LiveId" clId="{E04FF536-15B0-4467-8EB8-D0A227239F82}" dt="2025-03-09T04:25:09.905" v="11293" actId="20577"/>
          <ac:spMkLst>
            <pc:docMk/>
            <pc:sldMk cId="4055649390" sldId="2293"/>
            <ac:spMk id="8" creationId="{1061ECA6-4778-373F-7F52-356DC0C09F87}"/>
          </ac:spMkLst>
        </pc:spChg>
        <pc:picChg chg="add mod">
          <ac:chgData name="Jithendra HS" userId="fbed575dba93ca78" providerId="LiveId" clId="{E04FF536-15B0-4467-8EB8-D0A227239F82}" dt="2025-03-09T04:20:55.474" v="11157" actId="1076"/>
          <ac:picMkLst>
            <pc:docMk/>
            <pc:sldMk cId="4055649390" sldId="2293"/>
            <ac:picMk id="6" creationId="{C74ED763-E78B-CC93-D430-2324A2E2E7C3}"/>
          </ac:picMkLst>
        </pc:picChg>
        <pc:picChg chg="add mod">
          <ac:chgData name="Jithendra HS" userId="fbed575dba93ca78" providerId="LiveId" clId="{E04FF536-15B0-4467-8EB8-D0A227239F82}" dt="2025-03-09T04:25:40.555" v="11295" actId="1076"/>
          <ac:picMkLst>
            <pc:docMk/>
            <pc:sldMk cId="4055649390" sldId="2293"/>
            <ac:picMk id="7" creationId="{3B0428AA-94C2-1D01-795A-4BCE7EDB50DB}"/>
          </ac:picMkLst>
        </pc:picChg>
        <pc:picChg chg="add mod">
          <ac:chgData name="Jithendra HS" userId="fbed575dba93ca78" providerId="LiveId" clId="{E04FF536-15B0-4467-8EB8-D0A227239F82}" dt="2025-03-09T04:25:43.369" v="11296" actId="1076"/>
          <ac:picMkLst>
            <pc:docMk/>
            <pc:sldMk cId="4055649390" sldId="2293"/>
            <ac:picMk id="9" creationId="{0F0A329C-3853-D35F-87BA-4B4954BACB30}"/>
          </ac:picMkLst>
        </pc:picChg>
      </pc:sldChg>
      <pc:sldChg chg="addSp delSp modSp new mod">
        <pc:chgData name="Jithendra HS" userId="fbed575dba93ca78" providerId="LiveId" clId="{E04FF536-15B0-4467-8EB8-D0A227239F82}" dt="2025-03-09T05:16:18.501" v="12254" actId="6549"/>
        <pc:sldMkLst>
          <pc:docMk/>
          <pc:sldMk cId="2648287911" sldId="2294"/>
        </pc:sldMkLst>
        <pc:spChg chg="mod">
          <ac:chgData name="Jithendra HS" userId="fbed575dba93ca78" providerId="LiveId" clId="{E04FF536-15B0-4467-8EB8-D0A227239F82}" dt="2025-03-09T04:56:32.453" v="11876" actId="20577"/>
          <ac:spMkLst>
            <pc:docMk/>
            <pc:sldMk cId="2648287911" sldId="2294"/>
            <ac:spMk id="2" creationId="{2DC7FBDD-7788-F6D9-B22B-BC4D3A25FCAA}"/>
          </ac:spMkLst>
        </pc:spChg>
        <pc:spChg chg="add mod">
          <ac:chgData name="Jithendra HS" userId="fbed575dba93ca78" providerId="LiveId" clId="{E04FF536-15B0-4467-8EB8-D0A227239F82}" dt="2025-03-09T05:00:05.420" v="11943" actId="20577"/>
          <ac:spMkLst>
            <pc:docMk/>
            <pc:sldMk cId="2648287911" sldId="2294"/>
            <ac:spMk id="7" creationId="{9D69519F-C686-C1ED-2303-A17C5CCFB6B1}"/>
          </ac:spMkLst>
        </pc:spChg>
        <pc:spChg chg="add mod">
          <ac:chgData name="Jithendra HS" userId="fbed575dba93ca78" providerId="LiveId" clId="{E04FF536-15B0-4467-8EB8-D0A227239F82}" dt="2025-03-09T05:16:18.501" v="12254" actId="6549"/>
          <ac:spMkLst>
            <pc:docMk/>
            <pc:sldMk cId="2648287911" sldId="2294"/>
            <ac:spMk id="8" creationId="{C8ECAEDB-7DB9-B372-BB53-219C934CB1DB}"/>
          </ac:spMkLst>
        </pc:spChg>
        <pc:picChg chg="add mod ord">
          <ac:chgData name="Jithendra HS" userId="fbed575dba93ca78" providerId="LiveId" clId="{E04FF536-15B0-4467-8EB8-D0A227239F82}" dt="2025-03-09T04:53:58.945" v="11831" actId="1076"/>
          <ac:picMkLst>
            <pc:docMk/>
            <pc:sldMk cId="2648287911" sldId="2294"/>
            <ac:picMk id="6" creationId="{E1B1969A-0883-D90E-122F-420500304269}"/>
          </ac:picMkLst>
        </pc:picChg>
      </pc:sldChg>
      <pc:sldChg chg="addSp delSp modSp new mod">
        <pc:chgData name="Jithendra HS" userId="fbed575dba93ca78" providerId="LiveId" clId="{E04FF536-15B0-4467-8EB8-D0A227239F82}" dt="2025-03-09T05:12:36.404" v="12114" actId="113"/>
        <pc:sldMkLst>
          <pc:docMk/>
          <pc:sldMk cId="1708613927" sldId="2295"/>
        </pc:sldMkLst>
        <pc:spChg chg="mod">
          <ac:chgData name="Jithendra HS" userId="fbed575dba93ca78" providerId="LiveId" clId="{E04FF536-15B0-4467-8EB8-D0A227239F82}" dt="2025-03-09T04:56:37.379" v="11878" actId="20577"/>
          <ac:spMkLst>
            <pc:docMk/>
            <pc:sldMk cId="1708613927" sldId="2295"/>
            <ac:spMk id="2" creationId="{3F88F56B-8A08-DE30-BB7F-59B34814E8F3}"/>
          </ac:spMkLst>
        </pc:spChg>
        <pc:spChg chg="add mod">
          <ac:chgData name="Jithendra HS" userId="fbed575dba93ca78" providerId="LiveId" clId="{E04FF536-15B0-4467-8EB8-D0A227239F82}" dt="2025-03-09T05:12:36.404" v="12114" actId="113"/>
          <ac:spMkLst>
            <pc:docMk/>
            <pc:sldMk cId="1708613927" sldId="2295"/>
            <ac:spMk id="11" creationId="{3E95F997-7E25-2CA1-6814-53BDFD64A3A1}"/>
          </ac:spMkLst>
        </pc:spChg>
        <pc:picChg chg="add mod">
          <ac:chgData name="Jithendra HS" userId="fbed575dba93ca78" providerId="LiveId" clId="{E04FF536-15B0-4467-8EB8-D0A227239F82}" dt="2025-03-09T05:05:12.661" v="11992" actId="1076"/>
          <ac:picMkLst>
            <pc:docMk/>
            <pc:sldMk cId="1708613927" sldId="2295"/>
            <ac:picMk id="8" creationId="{D8807B3E-0A47-02CB-80B2-19C174B06F84}"/>
          </ac:picMkLst>
        </pc:picChg>
        <pc:picChg chg="add mod">
          <ac:chgData name="Jithendra HS" userId="fbed575dba93ca78" providerId="LiveId" clId="{E04FF536-15B0-4467-8EB8-D0A227239F82}" dt="2025-03-09T05:05:12.197" v="11991" actId="1076"/>
          <ac:picMkLst>
            <pc:docMk/>
            <pc:sldMk cId="1708613927" sldId="2295"/>
            <ac:picMk id="10" creationId="{86F1F93B-7AA1-C24B-D0EC-1C78FB8A97DA}"/>
          </ac:picMkLst>
        </pc:picChg>
      </pc:sldChg>
      <pc:sldChg chg="addSp delSp modSp add mod">
        <pc:chgData name="Jithendra HS" userId="fbed575dba93ca78" providerId="LiveId" clId="{E04FF536-15B0-4467-8EB8-D0A227239F82}" dt="2025-03-09T05:19:45.178" v="12436" actId="1076"/>
        <pc:sldMkLst>
          <pc:docMk/>
          <pc:sldMk cId="1444096063" sldId="2296"/>
        </pc:sldMkLst>
        <pc:spChg chg="mod">
          <ac:chgData name="Jithendra HS" userId="fbed575dba93ca78" providerId="LiveId" clId="{E04FF536-15B0-4467-8EB8-D0A227239F82}" dt="2025-03-09T05:19:19.337" v="12435" actId="20577"/>
          <ac:spMkLst>
            <pc:docMk/>
            <pc:sldMk cId="1444096063" sldId="2296"/>
            <ac:spMk id="11" creationId="{952485C1-07D9-220E-3404-40D4F01A808E}"/>
          </ac:spMkLst>
        </pc:spChg>
        <pc:picChg chg="add mod">
          <ac:chgData name="Jithendra HS" userId="fbed575dba93ca78" providerId="LiveId" clId="{E04FF536-15B0-4467-8EB8-D0A227239F82}" dt="2025-03-09T05:18:14.364" v="12367" actId="1076"/>
          <ac:picMkLst>
            <pc:docMk/>
            <pc:sldMk cId="1444096063" sldId="2296"/>
            <ac:picMk id="5" creationId="{94B5A5FD-2842-9685-55FE-5F8A835C62AD}"/>
          </ac:picMkLst>
        </pc:picChg>
        <pc:picChg chg="add mod">
          <ac:chgData name="Jithendra HS" userId="fbed575dba93ca78" providerId="LiveId" clId="{E04FF536-15B0-4467-8EB8-D0A227239F82}" dt="2025-03-09T05:19:45.178" v="12436" actId="1076"/>
          <ac:picMkLst>
            <pc:docMk/>
            <pc:sldMk cId="1444096063" sldId="2296"/>
            <ac:picMk id="7" creationId="{FDB4872E-1B9D-C5DC-EA68-50A8475BCA5D}"/>
          </ac:picMkLst>
        </pc:picChg>
      </pc:sldChg>
      <pc:sldChg chg="modSp new mod">
        <pc:chgData name="Jithendra HS" userId="fbed575dba93ca78" providerId="LiveId" clId="{E04FF536-15B0-4467-8EB8-D0A227239F82}" dt="2025-03-23T04:04:00.729" v="15804" actId="20577"/>
        <pc:sldMkLst>
          <pc:docMk/>
          <pc:sldMk cId="3029859844" sldId="2297"/>
        </pc:sldMkLst>
        <pc:spChg chg="mod">
          <ac:chgData name="Jithendra HS" userId="fbed575dba93ca78" providerId="LiveId" clId="{E04FF536-15B0-4467-8EB8-D0A227239F82}" dt="2025-03-23T04:04:00.729" v="15804" actId="20577"/>
          <ac:spMkLst>
            <pc:docMk/>
            <pc:sldMk cId="3029859844" sldId="2297"/>
            <ac:spMk id="2" creationId="{DCCD4AE7-9E0C-67C8-FF85-FC38C8C43D2E}"/>
          </ac:spMkLst>
        </pc:spChg>
        <pc:spChg chg="mod">
          <ac:chgData name="Jithendra HS" userId="fbed575dba93ca78" providerId="LiveId" clId="{E04FF536-15B0-4467-8EB8-D0A227239F82}" dt="2025-03-16T05:12:04.527" v="12964" actId="20577"/>
          <ac:spMkLst>
            <pc:docMk/>
            <pc:sldMk cId="3029859844" sldId="2297"/>
            <ac:spMk id="3" creationId="{AB74F724-971B-B121-F8C0-B490251DB399}"/>
          </ac:spMkLst>
        </pc:spChg>
      </pc:sldChg>
      <pc:sldChg chg="modSp add mod">
        <pc:chgData name="Jithendra HS" userId="fbed575dba93ca78" providerId="LiveId" clId="{E04FF536-15B0-4467-8EB8-D0A227239F82}" dt="2025-03-18T21:29:31.248" v="12984" actId="20577"/>
        <pc:sldMkLst>
          <pc:docMk/>
          <pc:sldMk cId="750888488" sldId="2298"/>
        </pc:sldMkLst>
        <pc:spChg chg="mod">
          <ac:chgData name="Jithendra HS" userId="fbed575dba93ca78" providerId="LiveId" clId="{E04FF536-15B0-4467-8EB8-D0A227239F82}" dt="2025-03-18T21:29:31.248" v="12984" actId="20577"/>
          <ac:spMkLst>
            <pc:docMk/>
            <pc:sldMk cId="750888488" sldId="2298"/>
            <ac:spMk id="2" creationId="{1D9045C4-EBBC-4BEF-EDD4-D97F8D87C05D}"/>
          </ac:spMkLst>
        </pc:spChg>
      </pc:sldChg>
      <pc:sldChg chg="modSp new del mod">
        <pc:chgData name="Jithendra HS" userId="fbed575dba93ca78" providerId="LiveId" clId="{E04FF536-15B0-4467-8EB8-D0A227239F82}" dt="2025-03-18T21:39:38.390" v="13007" actId="47"/>
        <pc:sldMkLst>
          <pc:docMk/>
          <pc:sldMk cId="1092064517" sldId="2299"/>
        </pc:sldMkLst>
      </pc:sldChg>
      <pc:sldChg chg="addSp delSp modSp new mod ord">
        <pc:chgData name="Jithendra HS" userId="fbed575dba93ca78" providerId="LiveId" clId="{E04FF536-15B0-4467-8EB8-D0A227239F82}" dt="2025-03-28T20:39:03.206" v="15973" actId="20577"/>
        <pc:sldMkLst>
          <pc:docMk/>
          <pc:sldMk cId="2408266316" sldId="2299"/>
        </pc:sldMkLst>
        <pc:spChg chg="mod">
          <ac:chgData name="Jithendra HS" userId="fbed575dba93ca78" providerId="LiveId" clId="{E04FF536-15B0-4467-8EB8-D0A227239F82}" dt="2025-03-18T22:02:33.287" v="13178" actId="20577"/>
          <ac:spMkLst>
            <pc:docMk/>
            <pc:sldMk cId="2408266316" sldId="2299"/>
            <ac:spMk id="2" creationId="{19157DB8-AB85-029B-BDF4-863EAD892A32}"/>
          </ac:spMkLst>
        </pc:spChg>
        <pc:spChg chg="add mod">
          <ac:chgData name="Jithendra HS" userId="fbed575dba93ca78" providerId="LiveId" clId="{E04FF536-15B0-4467-8EB8-D0A227239F82}" dt="2025-03-20T19:50:26.426" v="15783" actId="13926"/>
          <ac:spMkLst>
            <pc:docMk/>
            <pc:sldMk cId="2408266316" sldId="2299"/>
            <ac:spMk id="3" creationId="{2DF6DA47-681C-E638-D6EC-250635805F82}"/>
          </ac:spMkLst>
        </pc:spChg>
        <pc:spChg chg="add mod">
          <ac:chgData name="Jithendra HS" userId="fbed575dba93ca78" providerId="LiveId" clId="{E04FF536-15B0-4467-8EB8-D0A227239F82}" dt="2025-03-20T19:50:08.386" v="15779" actId="13926"/>
          <ac:spMkLst>
            <pc:docMk/>
            <pc:sldMk cId="2408266316" sldId="2299"/>
            <ac:spMk id="5" creationId="{BBC1402B-7C80-767D-8413-AFADFB31D21C}"/>
          </ac:spMkLst>
        </pc:spChg>
        <pc:spChg chg="add mod">
          <ac:chgData name="Jithendra HS" userId="fbed575dba93ca78" providerId="LiveId" clId="{E04FF536-15B0-4467-8EB8-D0A227239F82}" dt="2025-03-18T22:39:33.168" v="13368" actId="255"/>
          <ac:spMkLst>
            <pc:docMk/>
            <pc:sldMk cId="2408266316" sldId="2299"/>
            <ac:spMk id="12" creationId="{A4EE2A5A-4E14-36D7-824F-5C018E1EB375}"/>
          </ac:spMkLst>
        </pc:spChg>
        <pc:spChg chg="add mod">
          <ac:chgData name="Jithendra HS" userId="fbed575dba93ca78" providerId="LiveId" clId="{E04FF536-15B0-4467-8EB8-D0A227239F82}" dt="2025-03-18T22:39:56.068" v="13371" actId="255"/>
          <ac:spMkLst>
            <pc:docMk/>
            <pc:sldMk cId="2408266316" sldId="2299"/>
            <ac:spMk id="13" creationId="{E1B34FCE-4831-D50D-BAF6-B38670D4AAC7}"/>
          </ac:spMkLst>
        </pc:spChg>
        <pc:spChg chg="add mod">
          <ac:chgData name="Jithendra HS" userId="fbed575dba93ca78" providerId="LiveId" clId="{E04FF536-15B0-4467-8EB8-D0A227239F82}" dt="2025-03-28T20:39:03.206" v="15973" actId="20577"/>
          <ac:spMkLst>
            <pc:docMk/>
            <pc:sldMk cId="2408266316" sldId="2299"/>
            <ac:spMk id="14" creationId="{3EDC22DF-7DFD-7603-4F10-E7869C43DBD7}"/>
          </ac:spMkLst>
        </pc:spChg>
        <pc:spChg chg="add mod">
          <ac:chgData name="Jithendra HS" userId="fbed575dba93ca78" providerId="LiveId" clId="{E04FF536-15B0-4467-8EB8-D0A227239F82}" dt="2025-03-28T20:23:21.300" v="15955" actId="20577"/>
          <ac:spMkLst>
            <pc:docMk/>
            <pc:sldMk cId="2408266316" sldId="2299"/>
            <ac:spMk id="15" creationId="{E02402DC-A686-7613-8912-94348EEE2ECA}"/>
          </ac:spMkLst>
        </pc:spChg>
        <pc:spChg chg="add mod">
          <ac:chgData name="Jithendra HS" userId="fbed575dba93ca78" providerId="LiveId" clId="{E04FF536-15B0-4467-8EB8-D0A227239F82}" dt="2025-03-28T20:22:30.596" v="15945" actId="20577"/>
          <ac:spMkLst>
            <pc:docMk/>
            <pc:sldMk cId="2408266316" sldId="2299"/>
            <ac:spMk id="16" creationId="{7C22FE48-6CF8-8B5B-0C1C-44EE4333C3E5}"/>
          </ac:spMkLst>
        </pc:spChg>
        <pc:spChg chg="add mod">
          <ac:chgData name="Jithendra HS" userId="fbed575dba93ca78" providerId="LiveId" clId="{E04FF536-15B0-4467-8EB8-D0A227239F82}" dt="2025-03-28T20:22:54.997" v="15951" actId="20577"/>
          <ac:spMkLst>
            <pc:docMk/>
            <pc:sldMk cId="2408266316" sldId="2299"/>
            <ac:spMk id="17" creationId="{4ED4B959-FBC8-9D99-ADE5-31D702F74DA7}"/>
          </ac:spMkLst>
        </pc:spChg>
        <pc:picChg chg="add mod">
          <ac:chgData name="Jithendra HS" userId="fbed575dba93ca78" providerId="LiveId" clId="{E04FF536-15B0-4467-8EB8-D0A227239F82}" dt="2025-03-18T22:36:54.242" v="13345" actId="1076"/>
          <ac:picMkLst>
            <pc:docMk/>
            <pc:sldMk cId="2408266316" sldId="2299"/>
            <ac:picMk id="6" creationId="{22C2773D-5F56-B332-8863-EA5061FF942F}"/>
          </ac:picMkLst>
        </pc:picChg>
        <pc:picChg chg="add mod">
          <ac:chgData name="Jithendra HS" userId="fbed575dba93ca78" providerId="LiveId" clId="{E04FF536-15B0-4467-8EB8-D0A227239F82}" dt="2025-03-18T22:31:19.634" v="13339" actId="14100"/>
          <ac:picMkLst>
            <pc:docMk/>
            <pc:sldMk cId="2408266316" sldId="2299"/>
            <ac:picMk id="8" creationId="{2F6E6030-A659-5F6A-4B54-DEF68C96CE8A}"/>
          </ac:picMkLst>
        </pc:picChg>
        <pc:picChg chg="add mod">
          <ac:chgData name="Jithendra HS" userId="fbed575dba93ca78" providerId="LiveId" clId="{E04FF536-15B0-4467-8EB8-D0A227239F82}" dt="2025-03-20T19:50:36.327" v="15784" actId="1076"/>
          <ac:picMkLst>
            <pc:docMk/>
            <pc:sldMk cId="2408266316" sldId="2299"/>
            <ac:picMk id="9" creationId="{881D3359-23C3-DB8D-1817-F2673FB34534}"/>
          </ac:picMkLst>
        </pc:picChg>
        <pc:picChg chg="add mod">
          <ac:chgData name="Jithendra HS" userId="fbed575dba93ca78" providerId="LiveId" clId="{E04FF536-15B0-4467-8EB8-D0A227239F82}" dt="2025-03-18T22:37:58.138" v="13355" actId="14100"/>
          <ac:picMkLst>
            <pc:docMk/>
            <pc:sldMk cId="2408266316" sldId="2299"/>
            <ac:picMk id="10" creationId="{49EE28A6-7D3E-46A8-4E69-C5EDF0B8DB6E}"/>
          </ac:picMkLst>
        </pc:picChg>
      </pc:sldChg>
      <pc:sldChg chg="modSp add mod">
        <pc:chgData name="Jithendra HS" userId="fbed575dba93ca78" providerId="LiveId" clId="{E04FF536-15B0-4467-8EB8-D0A227239F82}" dt="2025-04-10T02:53:20.537" v="16263" actId="20577"/>
        <pc:sldMkLst>
          <pc:docMk/>
          <pc:sldMk cId="2587879767" sldId="2300"/>
        </pc:sldMkLst>
        <pc:spChg chg="mod">
          <ac:chgData name="Jithendra HS" userId="fbed575dba93ca78" providerId="LiveId" clId="{E04FF536-15B0-4467-8EB8-D0A227239F82}" dt="2025-03-18T21:44:03.005" v="13077" actId="13926"/>
          <ac:spMkLst>
            <pc:docMk/>
            <pc:sldMk cId="2587879767" sldId="2300"/>
            <ac:spMk id="5" creationId="{BBDFBB07-D450-D0BD-8F16-50108F992C86}"/>
          </ac:spMkLst>
        </pc:spChg>
        <pc:spChg chg="mod">
          <ac:chgData name="Jithendra HS" userId="fbed575dba93ca78" providerId="LiveId" clId="{E04FF536-15B0-4467-8EB8-D0A227239F82}" dt="2025-04-10T02:53:20.537" v="16263" actId="20577"/>
          <ac:spMkLst>
            <pc:docMk/>
            <pc:sldMk cId="2587879767" sldId="2300"/>
            <ac:spMk id="6" creationId="{82A8FF57-3263-7284-5A0E-872EC7C1384F}"/>
          </ac:spMkLst>
        </pc:spChg>
      </pc:sldChg>
      <pc:sldChg chg="addSp delSp modSp new mod">
        <pc:chgData name="Jithendra HS" userId="fbed575dba93ca78" providerId="LiveId" clId="{E04FF536-15B0-4467-8EB8-D0A227239F82}" dt="2025-03-28T19:53:30.024" v="15943" actId="1076"/>
        <pc:sldMkLst>
          <pc:docMk/>
          <pc:sldMk cId="261291801" sldId="2301"/>
        </pc:sldMkLst>
        <pc:spChg chg="mod">
          <ac:chgData name="Jithendra HS" userId="fbed575dba93ca78" providerId="LiveId" clId="{E04FF536-15B0-4467-8EB8-D0A227239F82}" dt="2025-03-20T19:34:28.631" v="15699" actId="20577"/>
          <ac:spMkLst>
            <pc:docMk/>
            <pc:sldMk cId="261291801" sldId="2301"/>
            <ac:spMk id="2" creationId="{3144E780-FDDE-5F21-872A-27C51E0AF225}"/>
          </ac:spMkLst>
        </pc:spChg>
        <pc:spChg chg="add mod">
          <ac:chgData name="Jithendra HS" userId="fbed575dba93ca78" providerId="LiveId" clId="{E04FF536-15B0-4467-8EB8-D0A227239F82}" dt="2025-03-28T19:53:30.024" v="15943" actId="1076"/>
          <ac:spMkLst>
            <pc:docMk/>
            <pc:sldMk cId="261291801" sldId="2301"/>
            <ac:spMk id="7" creationId="{F82E10BA-63B8-9BD6-6E86-E580DD353B9F}"/>
          </ac:spMkLst>
        </pc:spChg>
        <pc:spChg chg="add mod">
          <ac:chgData name="Jithendra HS" userId="fbed575dba93ca78" providerId="LiveId" clId="{E04FF536-15B0-4467-8EB8-D0A227239F82}" dt="2025-03-20T18:11:28.303" v="14989" actId="1076"/>
          <ac:spMkLst>
            <pc:docMk/>
            <pc:sldMk cId="261291801" sldId="2301"/>
            <ac:spMk id="8" creationId="{63168C29-44AD-1DF6-495B-78EFA3EBF384}"/>
          </ac:spMkLst>
        </pc:spChg>
        <pc:spChg chg="add mod">
          <ac:chgData name="Jithendra HS" userId="fbed575dba93ca78" providerId="LiveId" clId="{E04FF536-15B0-4467-8EB8-D0A227239F82}" dt="2025-03-20T18:11:25.312" v="14988" actId="1076"/>
          <ac:spMkLst>
            <pc:docMk/>
            <pc:sldMk cId="261291801" sldId="2301"/>
            <ac:spMk id="9" creationId="{BF21E117-5146-3636-3187-D0DF0681FEB6}"/>
          </ac:spMkLst>
        </pc:spChg>
        <pc:spChg chg="add mod">
          <ac:chgData name="Jithendra HS" userId="fbed575dba93ca78" providerId="LiveId" clId="{E04FF536-15B0-4467-8EB8-D0A227239F82}" dt="2025-03-18T22:19:20.325" v="13276" actId="20577"/>
          <ac:spMkLst>
            <pc:docMk/>
            <pc:sldMk cId="261291801" sldId="2301"/>
            <ac:spMk id="10" creationId="{3612229B-289D-2CC1-9B4F-F946E7598B2D}"/>
          </ac:spMkLst>
        </pc:spChg>
        <pc:spChg chg="add mod">
          <ac:chgData name="Jithendra HS" userId="fbed575dba93ca78" providerId="LiveId" clId="{E04FF536-15B0-4467-8EB8-D0A227239F82}" dt="2025-03-20T20:48:37.864" v="15800" actId="20577"/>
          <ac:spMkLst>
            <pc:docMk/>
            <pc:sldMk cId="261291801" sldId="2301"/>
            <ac:spMk id="11" creationId="{2641D69D-4A7B-D75F-8726-6CA8C7D8F417}"/>
          </ac:spMkLst>
        </pc:spChg>
        <pc:spChg chg="add mod">
          <ac:chgData name="Jithendra HS" userId="fbed575dba93ca78" providerId="LiveId" clId="{E04FF536-15B0-4467-8EB8-D0A227239F82}" dt="2025-03-20T18:12:04.367" v="14993" actId="20577"/>
          <ac:spMkLst>
            <pc:docMk/>
            <pc:sldMk cId="261291801" sldId="2301"/>
            <ac:spMk id="12" creationId="{12C8EAEA-B7D9-C584-2BBC-529E09DD44A7}"/>
          </ac:spMkLst>
        </pc:spChg>
        <pc:picChg chg="add mod">
          <ac:chgData name="Jithendra HS" userId="fbed575dba93ca78" providerId="LiveId" clId="{E04FF536-15B0-4467-8EB8-D0A227239F82}" dt="2025-03-20T19:35:55.926" v="15767" actId="1076"/>
          <ac:picMkLst>
            <pc:docMk/>
            <pc:sldMk cId="261291801" sldId="2301"/>
            <ac:picMk id="3" creationId="{924D0FEC-90C5-3088-8380-133CE5D0F9EA}"/>
          </ac:picMkLst>
        </pc:picChg>
        <pc:picChg chg="add mod">
          <ac:chgData name="Jithendra HS" userId="fbed575dba93ca78" providerId="LiveId" clId="{E04FF536-15B0-4467-8EB8-D0A227239F82}" dt="2025-03-20T19:36:00.432" v="15769" actId="1076"/>
          <ac:picMkLst>
            <pc:docMk/>
            <pc:sldMk cId="261291801" sldId="2301"/>
            <ac:picMk id="5" creationId="{52D0A9B7-B8B7-9113-17DF-1DE21CE4FEFA}"/>
          </ac:picMkLst>
        </pc:picChg>
        <pc:picChg chg="add mod ord">
          <ac:chgData name="Jithendra HS" userId="fbed575dba93ca78" providerId="LiveId" clId="{E04FF536-15B0-4467-8EB8-D0A227239F82}" dt="2025-03-20T13:43:42.029" v="13726" actId="1076"/>
          <ac:picMkLst>
            <pc:docMk/>
            <pc:sldMk cId="261291801" sldId="2301"/>
            <ac:picMk id="6" creationId="{B32DF115-B7DE-05E5-A631-8A0DAADED3DC}"/>
          </ac:picMkLst>
        </pc:picChg>
      </pc:sldChg>
      <pc:sldChg chg="addSp delSp modSp new mod">
        <pc:chgData name="Jithendra HS" userId="fbed575dba93ca78" providerId="LiveId" clId="{E04FF536-15B0-4467-8EB8-D0A227239F82}" dt="2025-03-20T19:33:48.494" v="15686" actId="14100"/>
        <pc:sldMkLst>
          <pc:docMk/>
          <pc:sldMk cId="2626059165" sldId="2302"/>
        </pc:sldMkLst>
        <pc:spChg chg="mod">
          <ac:chgData name="Jithendra HS" userId="fbed575dba93ca78" providerId="LiveId" clId="{E04FF536-15B0-4467-8EB8-D0A227239F82}" dt="2025-03-18T23:31:01.021" v="13443" actId="20577"/>
          <ac:spMkLst>
            <pc:docMk/>
            <pc:sldMk cId="2626059165" sldId="2302"/>
            <ac:spMk id="2" creationId="{DFF9CCA9-5840-CAAF-DA54-A3AF311BDA0E}"/>
          </ac:spMkLst>
        </pc:spChg>
        <pc:spChg chg="add mod ord">
          <ac:chgData name="Jithendra HS" userId="fbed575dba93ca78" providerId="LiveId" clId="{E04FF536-15B0-4467-8EB8-D0A227239F82}" dt="2025-03-20T18:20:24.536" v="15003" actId="1076"/>
          <ac:spMkLst>
            <pc:docMk/>
            <pc:sldMk cId="2626059165" sldId="2302"/>
            <ac:spMk id="7" creationId="{9C41F918-6918-482B-C531-E8CA6DDFF917}"/>
          </ac:spMkLst>
        </pc:spChg>
        <pc:spChg chg="add mod ord">
          <ac:chgData name="Jithendra HS" userId="fbed575dba93ca78" providerId="LiveId" clId="{E04FF536-15B0-4467-8EB8-D0A227239F82}" dt="2025-03-20T18:20:19.471" v="15002" actId="1076"/>
          <ac:spMkLst>
            <pc:docMk/>
            <pc:sldMk cId="2626059165" sldId="2302"/>
            <ac:spMk id="8" creationId="{FFCBF5B0-51EA-FC23-9C8A-C72476B57292}"/>
          </ac:spMkLst>
        </pc:spChg>
        <pc:spChg chg="add mod">
          <ac:chgData name="Jithendra HS" userId="fbed575dba93ca78" providerId="LiveId" clId="{E04FF536-15B0-4467-8EB8-D0A227239F82}" dt="2025-03-20T18:20:02.542" v="14998" actId="1076"/>
          <ac:spMkLst>
            <pc:docMk/>
            <pc:sldMk cId="2626059165" sldId="2302"/>
            <ac:spMk id="9" creationId="{1666241B-3AB3-23E4-2DD3-6259F511942A}"/>
          </ac:spMkLst>
        </pc:spChg>
        <pc:spChg chg="add mod">
          <ac:chgData name="Jithendra HS" userId="fbed575dba93ca78" providerId="LiveId" clId="{E04FF536-15B0-4467-8EB8-D0A227239F82}" dt="2025-03-20T18:21:01.959" v="15008" actId="1076"/>
          <ac:spMkLst>
            <pc:docMk/>
            <pc:sldMk cId="2626059165" sldId="2302"/>
            <ac:spMk id="12" creationId="{4BB6FF76-8D10-20D1-AE5E-BCA8A4965CCF}"/>
          </ac:spMkLst>
        </pc:spChg>
        <pc:spChg chg="add mod">
          <ac:chgData name="Jithendra HS" userId="fbed575dba93ca78" providerId="LiveId" clId="{E04FF536-15B0-4467-8EB8-D0A227239F82}" dt="2025-03-20T18:21:10.690" v="15010" actId="1076"/>
          <ac:spMkLst>
            <pc:docMk/>
            <pc:sldMk cId="2626059165" sldId="2302"/>
            <ac:spMk id="13" creationId="{DA6D5C87-714F-2A5D-813F-2D48150B10A3}"/>
          </ac:spMkLst>
        </pc:spChg>
        <pc:spChg chg="add mod">
          <ac:chgData name="Jithendra HS" userId="fbed575dba93ca78" providerId="LiveId" clId="{E04FF536-15B0-4467-8EB8-D0A227239F82}" dt="2025-03-20T19:33:48.494" v="15686" actId="14100"/>
          <ac:spMkLst>
            <pc:docMk/>
            <pc:sldMk cId="2626059165" sldId="2302"/>
            <ac:spMk id="14" creationId="{91900151-1462-93BD-8373-A7556DF8F688}"/>
          </ac:spMkLst>
        </pc:spChg>
        <pc:picChg chg="add mod">
          <ac:chgData name="Jithendra HS" userId="fbed575dba93ca78" providerId="LiveId" clId="{E04FF536-15B0-4467-8EB8-D0A227239F82}" dt="2025-03-20T18:20:05.591" v="14999" actId="1076"/>
          <ac:picMkLst>
            <pc:docMk/>
            <pc:sldMk cId="2626059165" sldId="2302"/>
            <ac:picMk id="5" creationId="{B4EE3155-AEC4-F1D2-E296-8511C36DCEB9}"/>
          </ac:picMkLst>
        </pc:picChg>
        <pc:picChg chg="add mod">
          <ac:chgData name="Jithendra HS" userId="fbed575dba93ca78" providerId="LiveId" clId="{E04FF536-15B0-4467-8EB8-D0A227239F82}" dt="2025-03-20T19:33:33.286" v="15682" actId="1076"/>
          <ac:picMkLst>
            <pc:docMk/>
            <pc:sldMk cId="2626059165" sldId="2302"/>
            <ac:picMk id="11" creationId="{44B6B8C0-E2C2-FE9A-920E-01F99E0A7495}"/>
          </ac:picMkLst>
        </pc:picChg>
      </pc:sldChg>
      <pc:sldChg chg="modSp add mod">
        <pc:chgData name="Jithendra HS" userId="fbed575dba93ca78" providerId="LiveId" clId="{E04FF536-15B0-4467-8EB8-D0A227239F82}" dt="2025-03-20T18:43:38.450" v="15267" actId="255"/>
        <pc:sldMkLst>
          <pc:docMk/>
          <pc:sldMk cId="3244238620" sldId="2303"/>
        </pc:sldMkLst>
        <pc:spChg chg="mod">
          <ac:chgData name="Jithendra HS" userId="fbed575dba93ca78" providerId="LiveId" clId="{E04FF536-15B0-4467-8EB8-D0A227239F82}" dt="2025-03-20T18:43:38.450" v="15267" actId="255"/>
          <ac:spMkLst>
            <pc:docMk/>
            <pc:sldMk cId="3244238620" sldId="2303"/>
            <ac:spMk id="3" creationId="{621FF30E-9DEE-55FF-7D4C-1ED487EC2A2A}"/>
          </ac:spMkLst>
        </pc:spChg>
      </pc:sldChg>
      <pc:sldChg chg="add">
        <pc:chgData name="Jithendra HS" userId="fbed575dba93ca78" providerId="LiveId" clId="{E04FF536-15B0-4467-8EB8-D0A227239F82}" dt="2025-03-18T23:35:16.816" v="13498"/>
        <pc:sldMkLst>
          <pc:docMk/>
          <pc:sldMk cId="535805595" sldId="2304"/>
        </pc:sldMkLst>
      </pc:sldChg>
      <pc:sldChg chg="addSp delSp modSp new mod">
        <pc:chgData name="Jithendra HS" userId="fbed575dba93ca78" providerId="LiveId" clId="{E04FF536-15B0-4467-8EB8-D0A227239F82}" dt="2025-04-10T02:51:27.354" v="16237" actId="20577"/>
        <pc:sldMkLst>
          <pc:docMk/>
          <pc:sldMk cId="28659772" sldId="2305"/>
        </pc:sldMkLst>
        <pc:spChg chg="mod">
          <ac:chgData name="Jithendra HS" userId="fbed575dba93ca78" providerId="LiveId" clId="{E04FF536-15B0-4467-8EB8-D0A227239F82}" dt="2025-04-10T02:51:27.354" v="16237" actId="20577"/>
          <ac:spMkLst>
            <pc:docMk/>
            <pc:sldMk cId="28659772" sldId="2305"/>
            <ac:spMk id="2" creationId="{B510E467-A750-27C2-357F-35FE19356120}"/>
          </ac:spMkLst>
        </pc:spChg>
        <pc:spChg chg="add mod ord">
          <ac:chgData name="Jithendra HS" userId="fbed575dba93ca78" providerId="LiveId" clId="{E04FF536-15B0-4467-8EB8-D0A227239F82}" dt="2025-03-20T13:38:14.926" v="13660" actId="1076"/>
          <ac:spMkLst>
            <pc:docMk/>
            <pc:sldMk cId="28659772" sldId="2305"/>
            <ac:spMk id="7" creationId="{C952CAB4-79CB-86D0-3D54-FA5528321BE7}"/>
          </ac:spMkLst>
        </pc:spChg>
        <pc:spChg chg="add mod">
          <ac:chgData name="Jithendra HS" userId="fbed575dba93ca78" providerId="LiveId" clId="{E04FF536-15B0-4467-8EB8-D0A227239F82}" dt="2025-03-20T16:33:21.301" v="14587" actId="1076"/>
          <ac:spMkLst>
            <pc:docMk/>
            <pc:sldMk cId="28659772" sldId="2305"/>
            <ac:spMk id="8" creationId="{0A3EB05B-6FCC-6070-C34F-998FACE02C36}"/>
          </ac:spMkLst>
        </pc:spChg>
        <pc:spChg chg="add mod ord">
          <ac:chgData name="Jithendra HS" userId="fbed575dba93ca78" providerId="LiveId" clId="{E04FF536-15B0-4467-8EB8-D0A227239F82}" dt="2025-03-20T13:38:09.407" v="13659" actId="1076"/>
          <ac:spMkLst>
            <pc:docMk/>
            <pc:sldMk cId="28659772" sldId="2305"/>
            <ac:spMk id="9" creationId="{7B2D8B36-9638-A1FE-6CE9-EC3C86B7965B}"/>
          </ac:spMkLst>
        </pc:spChg>
        <pc:spChg chg="add mod ord">
          <ac:chgData name="Jithendra HS" userId="fbed575dba93ca78" providerId="LiveId" clId="{E04FF536-15B0-4467-8EB8-D0A227239F82}" dt="2025-03-20T13:37:27.066" v="13654" actId="1076"/>
          <ac:spMkLst>
            <pc:docMk/>
            <pc:sldMk cId="28659772" sldId="2305"/>
            <ac:spMk id="10" creationId="{73381275-2E8E-FF17-CD28-A5A632F5D1BC}"/>
          </ac:spMkLst>
        </pc:spChg>
        <pc:spChg chg="add mod ord">
          <ac:chgData name="Jithendra HS" userId="fbed575dba93ca78" providerId="LiveId" clId="{E04FF536-15B0-4467-8EB8-D0A227239F82}" dt="2025-03-20T13:38:27.575" v="13662" actId="1076"/>
          <ac:spMkLst>
            <pc:docMk/>
            <pc:sldMk cId="28659772" sldId="2305"/>
            <ac:spMk id="11" creationId="{61C3CFBB-8F68-CD52-4564-5E8890CD8ACE}"/>
          </ac:spMkLst>
        </pc:spChg>
        <pc:picChg chg="add mod">
          <ac:chgData name="Jithendra HS" userId="fbed575dba93ca78" providerId="LiveId" clId="{E04FF536-15B0-4467-8EB8-D0A227239F82}" dt="2025-03-20T13:37:05.979" v="13649" actId="1076"/>
          <ac:picMkLst>
            <pc:docMk/>
            <pc:sldMk cId="28659772" sldId="2305"/>
            <ac:picMk id="5" creationId="{E4F67A7C-D1FB-B5C3-5FC8-2E099575874D}"/>
          </ac:picMkLst>
        </pc:picChg>
      </pc:sldChg>
      <pc:sldChg chg="addSp delSp modSp new mod">
        <pc:chgData name="Jithendra HS" userId="fbed575dba93ca78" providerId="LiveId" clId="{E04FF536-15B0-4467-8EB8-D0A227239F82}" dt="2025-03-20T19:29:10.155" v="15590" actId="13926"/>
        <pc:sldMkLst>
          <pc:docMk/>
          <pc:sldMk cId="3025447822" sldId="2306"/>
        </pc:sldMkLst>
        <pc:spChg chg="mod">
          <ac:chgData name="Jithendra HS" userId="fbed575dba93ca78" providerId="LiveId" clId="{E04FF536-15B0-4467-8EB8-D0A227239F82}" dt="2025-03-20T18:44:21.798" v="15280" actId="20577"/>
          <ac:spMkLst>
            <pc:docMk/>
            <pc:sldMk cId="3025447822" sldId="2306"/>
            <ac:spMk id="2" creationId="{0E1EBD82-E4B9-815F-611E-AB5A02EB4EEC}"/>
          </ac:spMkLst>
        </pc:spChg>
        <pc:graphicFrameChg chg="add mod modGraphic">
          <ac:chgData name="Jithendra HS" userId="fbed575dba93ca78" providerId="LiveId" clId="{E04FF536-15B0-4467-8EB8-D0A227239F82}" dt="2025-03-20T19:29:10.155" v="15590" actId="13926"/>
          <ac:graphicFrameMkLst>
            <pc:docMk/>
            <pc:sldMk cId="3025447822" sldId="2306"/>
            <ac:graphicFrameMk id="5" creationId="{9A03E089-7656-33F2-4AB5-DC4F8425F348}"/>
          </ac:graphicFrameMkLst>
        </pc:graphicFrameChg>
      </pc:sldChg>
      <pc:sldChg chg="addSp delSp modSp new mod ord">
        <pc:chgData name="Jithendra HS" userId="fbed575dba93ca78" providerId="LiveId" clId="{E04FF536-15B0-4467-8EB8-D0A227239F82}" dt="2025-03-29T02:46:47.446" v="15986" actId="1076"/>
        <pc:sldMkLst>
          <pc:docMk/>
          <pc:sldMk cId="375802101" sldId="2307"/>
        </pc:sldMkLst>
        <pc:spChg chg="mod">
          <ac:chgData name="Jithendra HS" userId="fbed575dba93ca78" providerId="LiveId" clId="{E04FF536-15B0-4467-8EB8-D0A227239F82}" dt="2025-03-20T15:58:49.972" v="14248" actId="20577"/>
          <ac:spMkLst>
            <pc:docMk/>
            <pc:sldMk cId="375802101" sldId="2307"/>
            <ac:spMk id="2" creationId="{D580A042-7E4C-CDC2-E553-B8B7E391B22D}"/>
          </ac:spMkLst>
        </pc:spChg>
        <pc:spChg chg="add mod">
          <ac:chgData name="Jithendra HS" userId="fbed575dba93ca78" providerId="LiveId" clId="{E04FF536-15B0-4467-8EB8-D0A227239F82}" dt="2025-03-20T16:03:42.651" v="14259" actId="1582"/>
          <ac:spMkLst>
            <pc:docMk/>
            <pc:sldMk cId="375802101" sldId="2307"/>
            <ac:spMk id="7" creationId="{22236890-3A43-17F0-E439-23D9C6DBB8D3}"/>
          </ac:spMkLst>
        </pc:spChg>
        <pc:spChg chg="add mod">
          <ac:chgData name="Jithendra HS" userId="fbed575dba93ca78" providerId="LiveId" clId="{E04FF536-15B0-4467-8EB8-D0A227239F82}" dt="2025-03-20T16:04:55.565" v="14270" actId="208"/>
          <ac:spMkLst>
            <pc:docMk/>
            <pc:sldMk cId="375802101" sldId="2307"/>
            <ac:spMk id="9" creationId="{2847F069-8053-F169-7BCB-E2858B86D2DD}"/>
          </ac:spMkLst>
        </pc:spChg>
        <pc:spChg chg="add mod">
          <ac:chgData name="Jithendra HS" userId="fbed575dba93ca78" providerId="LiveId" clId="{E04FF536-15B0-4467-8EB8-D0A227239F82}" dt="2025-03-20T16:05:02.680" v="14271" actId="208"/>
          <ac:spMkLst>
            <pc:docMk/>
            <pc:sldMk cId="375802101" sldId="2307"/>
            <ac:spMk id="10" creationId="{A27835D6-7286-708F-E4D6-EBB92D181B1E}"/>
          </ac:spMkLst>
        </pc:spChg>
        <pc:spChg chg="add mod">
          <ac:chgData name="Jithendra HS" userId="fbed575dba93ca78" providerId="LiveId" clId="{E04FF536-15B0-4467-8EB8-D0A227239F82}" dt="2025-03-20T16:05:08.410" v="14272" actId="208"/>
          <ac:spMkLst>
            <pc:docMk/>
            <pc:sldMk cId="375802101" sldId="2307"/>
            <ac:spMk id="11" creationId="{21967FAA-6FF4-2BA0-5F83-EF61780F0C52}"/>
          </ac:spMkLst>
        </pc:spChg>
        <pc:spChg chg="add mod">
          <ac:chgData name="Jithendra HS" userId="fbed575dba93ca78" providerId="LiveId" clId="{E04FF536-15B0-4467-8EB8-D0A227239F82}" dt="2025-03-29T02:46:47.446" v="15986" actId="1076"/>
          <ac:spMkLst>
            <pc:docMk/>
            <pc:sldMk cId="375802101" sldId="2307"/>
            <ac:spMk id="12" creationId="{FAEFA383-5C67-16B3-88F8-F85423942838}"/>
          </ac:spMkLst>
        </pc:spChg>
        <pc:spChg chg="add mod">
          <ac:chgData name="Jithendra HS" userId="fbed575dba93ca78" providerId="LiveId" clId="{E04FF536-15B0-4467-8EB8-D0A227239F82}" dt="2025-03-20T16:06:21.415" v="14312" actId="1076"/>
          <ac:spMkLst>
            <pc:docMk/>
            <pc:sldMk cId="375802101" sldId="2307"/>
            <ac:spMk id="13" creationId="{1E90D944-D753-C7B8-6050-D75975F41E3F}"/>
          </ac:spMkLst>
        </pc:spChg>
        <pc:spChg chg="add mod">
          <ac:chgData name="Jithendra HS" userId="fbed575dba93ca78" providerId="LiveId" clId="{E04FF536-15B0-4467-8EB8-D0A227239F82}" dt="2025-03-20T16:06:50.035" v="14317" actId="13926"/>
          <ac:spMkLst>
            <pc:docMk/>
            <pc:sldMk cId="375802101" sldId="2307"/>
            <ac:spMk id="16" creationId="{DEC423F8-A7F6-D97F-A6CD-7982E1BC139A}"/>
          </ac:spMkLst>
        </pc:spChg>
        <pc:spChg chg="add mod">
          <ac:chgData name="Jithendra HS" userId="fbed575dba93ca78" providerId="LiveId" clId="{E04FF536-15B0-4467-8EB8-D0A227239F82}" dt="2025-03-20T16:07:21.394" v="14329" actId="1076"/>
          <ac:spMkLst>
            <pc:docMk/>
            <pc:sldMk cId="375802101" sldId="2307"/>
            <ac:spMk id="17" creationId="{FF53F3EC-ED14-2EDB-C980-C482EED49F6D}"/>
          </ac:spMkLst>
        </pc:spChg>
        <pc:spChg chg="add mod">
          <ac:chgData name="Jithendra HS" userId="fbed575dba93ca78" providerId="LiveId" clId="{E04FF536-15B0-4467-8EB8-D0A227239F82}" dt="2025-03-20T16:08:11.551" v="14344" actId="20577"/>
          <ac:spMkLst>
            <pc:docMk/>
            <pc:sldMk cId="375802101" sldId="2307"/>
            <ac:spMk id="18" creationId="{6399C7E5-9FF3-68AB-B780-6AC91E236A1E}"/>
          </ac:spMkLst>
        </pc:spChg>
        <pc:spChg chg="add mod">
          <ac:chgData name="Jithendra HS" userId="fbed575dba93ca78" providerId="LiveId" clId="{E04FF536-15B0-4467-8EB8-D0A227239F82}" dt="2025-03-20T16:07:54.894" v="14334" actId="207"/>
          <ac:spMkLst>
            <pc:docMk/>
            <pc:sldMk cId="375802101" sldId="2307"/>
            <ac:spMk id="19" creationId="{F570435F-81A8-3AE3-76DE-605FD5EA5668}"/>
          </ac:spMkLst>
        </pc:spChg>
        <pc:spChg chg="add mod">
          <ac:chgData name="Jithendra HS" userId="fbed575dba93ca78" providerId="LiveId" clId="{E04FF536-15B0-4467-8EB8-D0A227239F82}" dt="2025-03-20T16:08:08.662" v="14340" actId="20577"/>
          <ac:spMkLst>
            <pc:docMk/>
            <pc:sldMk cId="375802101" sldId="2307"/>
            <ac:spMk id="20" creationId="{A10514E3-8BAF-AEB0-0D87-171331EE10D1}"/>
          </ac:spMkLst>
        </pc:spChg>
        <pc:spChg chg="add mod">
          <ac:chgData name="Jithendra HS" userId="fbed575dba93ca78" providerId="LiveId" clId="{E04FF536-15B0-4467-8EB8-D0A227239F82}" dt="2025-03-20T16:08:49.958" v="14361" actId="207"/>
          <ac:spMkLst>
            <pc:docMk/>
            <pc:sldMk cId="375802101" sldId="2307"/>
            <ac:spMk id="21" creationId="{330EF89B-A712-9824-62CC-341490D4E4F2}"/>
          </ac:spMkLst>
        </pc:spChg>
        <pc:spChg chg="add mod">
          <ac:chgData name="Jithendra HS" userId="fbed575dba93ca78" providerId="LiveId" clId="{E04FF536-15B0-4467-8EB8-D0A227239F82}" dt="2025-03-20T16:09:41.549" v="14364" actId="208"/>
          <ac:spMkLst>
            <pc:docMk/>
            <pc:sldMk cId="375802101" sldId="2307"/>
            <ac:spMk id="22" creationId="{502561BA-733E-3C7D-0DA2-DD06018DC0B0}"/>
          </ac:spMkLst>
        </pc:spChg>
        <pc:spChg chg="add mod">
          <ac:chgData name="Jithendra HS" userId="fbed575dba93ca78" providerId="LiveId" clId="{E04FF536-15B0-4467-8EB8-D0A227239F82}" dt="2025-03-20T16:11:51.114" v="14377"/>
          <ac:spMkLst>
            <pc:docMk/>
            <pc:sldMk cId="375802101" sldId="2307"/>
            <ac:spMk id="23" creationId="{4C582C37-56F2-9256-CB44-3EAAACAECEED}"/>
          </ac:spMkLst>
        </pc:spChg>
        <pc:picChg chg="add mod">
          <ac:chgData name="Jithendra HS" userId="fbed575dba93ca78" providerId="LiveId" clId="{E04FF536-15B0-4467-8EB8-D0A227239F82}" dt="2025-03-29T02:46:01.394" v="15985" actId="1076"/>
          <ac:picMkLst>
            <pc:docMk/>
            <pc:sldMk cId="375802101" sldId="2307"/>
            <ac:picMk id="6" creationId="{B6F89E2B-D7BC-2F2A-7796-FEA08DBE3143}"/>
          </ac:picMkLst>
        </pc:picChg>
      </pc:sldChg>
      <pc:sldChg chg="addSp delSp modSp new mod">
        <pc:chgData name="Jithendra HS" userId="fbed575dba93ca78" providerId="LiveId" clId="{E04FF536-15B0-4467-8EB8-D0A227239F82}" dt="2025-03-29T02:47:03.952" v="15987" actId="1076"/>
        <pc:sldMkLst>
          <pc:docMk/>
          <pc:sldMk cId="675893496" sldId="2308"/>
        </pc:sldMkLst>
        <pc:spChg chg="mod">
          <ac:chgData name="Jithendra HS" userId="fbed575dba93ca78" providerId="LiveId" clId="{E04FF536-15B0-4467-8EB8-D0A227239F82}" dt="2025-03-20T14:09:28.499" v="13914" actId="20577"/>
          <ac:spMkLst>
            <pc:docMk/>
            <pc:sldMk cId="675893496" sldId="2308"/>
            <ac:spMk id="2" creationId="{F7225263-D8F6-D622-102B-B0AB1BA52AFB}"/>
          </ac:spMkLst>
        </pc:spChg>
        <pc:spChg chg="add mod">
          <ac:chgData name="Jithendra HS" userId="fbed575dba93ca78" providerId="LiveId" clId="{E04FF536-15B0-4467-8EB8-D0A227239F82}" dt="2025-03-29T02:47:03.952" v="15987" actId="1076"/>
          <ac:spMkLst>
            <pc:docMk/>
            <pc:sldMk cId="675893496" sldId="2308"/>
            <ac:spMk id="7" creationId="{15C3CE57-F8F8-8614-8FA7-49D4A37F5E82}"/>
          </ac:spMkLst>
        </pc:spChg>
        <pc:spChg chg="add mod">
          <ac:chgData name="Jithendra HS" userId="fbed575dba93ca78" providerId="LiveId" clId="{E04FF536-15B0-4467-8EB8-D0A227239F82}" dt="2025-03-20T18:24:16.191" v="15058" actId="1076"/>
          <ac:spMkLst>
            <pc:docMk/>
            <pc:sldMk cId="675893496" sldId="2308"/>
            <ac:spMk id="8" creationId="{8994E0A4-E780-E2D6-3456-C5C850C273B0}"/>
          </ac:spMkLst>
        </pc:spChg>
        <pc:spChg chg="add mod">
          <ac:chgData name="Jithendra HS" userId="fbed575dba93ca78" providerId="LiveId" clId="{E04FF536-15B0-4467-8EB8-D0A227239F82}" dt="2025-03-20T18:24:20.055" v="15059" actId="1076"/>
          <ac:spMkLst>
            <pc:docMk/>
            <pc:sldMk cId="675893496" sldId="2308"/>
            <ac:spMk id="9" creationId="{49AA6C7D-20B5-C682-EF37-4BAFDF0B4EA0}"/>
          </ac:spMkLst>
        </pc:spChg>
        <pc:spChg chg="add mod">
          <ac:chgData name="Jithendra HS" userId="fbed575dba93ca78" providerId="LiveId" clId="{E04FF536-15B0-4467-8EB8-D0A227239F82}" dt="2025-03-20T18:24:23.976" v="15060" actId="1076"/>
          <ac:spMkLst>
            <pc:docMk/>
            <pc:sldMk cId="675893496" sldId="2308"/>
            <ac:spMk id="10" creationId="{5C16D215-C914-43BA-3444-1139B60482DC}"/>
          </ac:spMkLst>
        </pc:spChg>
        <pc:picChg chg="add mod">
          <ac:chgData name="Jithendra HS" userId="fbed575dba93ca78" providerId="LiveId" clId="{E04FF536-15B0-4467-8EB8-D0A227239F82}" dt="2025-03-20T18:24:12.998" v="15057" actId="1076"/>
          <ac:picMkLst>
            <pc:docMk/>
            <pc:sldMk cId="675893496" sldId="2308"/>
            <ac:picMk id="6" creationId="{24D8F971-54D0-59BA-D448-1DA4DD11AB01}"/>
          </ac:picMkLst>
        </pc:picChg>
      </pc:sldChg>
      <pc:sldChg chg="addSp delSp modSp new mod">
        <pc:chgData name="Jithendra HS" userId="fbed575dba93ca78" providerId="LiveId" clId="{E04FF536-15B0-4467-8EB8-D0A227239F82}" dt="2025-03-28T22:56:23.496" v="15977" actId="1076"/>
        <pc:sldMkLst>
          <pc:docMk/>
          <pc:sldMk cId="4288647116" sldId="2309"/>
        </pc:sldMkLst>
        <pc:spChg chg="mod">
          <ac:chgData name="Jithendra HS" userId="fbed575dba93ca78" providerId="LiveId" clId="{E04FF536-15B0-4467-8EB8-D0A227239F82}" dt="2025-03-20T14:18:46.593" v="13994" actId="20577"/>
          <ac:spMkLst>
            <pc:docMk/>
            <pc:sldMk cId="4288647116" sldId="2309"/>
            <ac:spMk id="2" creationId="{0C7E3600-098C-2946-79DD-D6141516AE6F}"/>
          </ac:spMkLst>
        </pc:spChg>
        <pc:spChg chg="add del mod">
          <ac:chgData name="Jithendra HS" userId="fbed575dba93ca78" providerId="LiveId" clId="{E04FF536-15B0-4467-8EB8-D0A227239F82}" dt="2025-03-20T16:15:44.294" v="14382" actId="1076"/>
          <ac:spMkLst>
            <pc:docMk/>
            <pc:sldMk cId="4288647116" sldId="2309"/>
            <ac:spMk id="7" creationId="{A8EB8E04-9F02-E42E-4D74-0C3CCFAC52EE}"/>
          </ac:spMkLst>
        </pc:spChg>
        <pc:spChg chg="add mod">
          <ac:chgData name="Jithendra HS" userId="fbed575dba93ca78" providerId="LiveId" clId="{E04FF536-15B0-4467-8EB8-D0A227239F82}" dt="2025-03-20T18:25:04.719" v="15064" actId="1076"/>
          <ac:spMkLst>
            <pc:docMk/>
            <pc:sldMk cId="4288647116" sldId="2309"/>
            <ac:spMk id="10" creationId="{AA01E59D-62C0-BED7-35A4-44DBCAC96FAA}"/>
          </ac:spMkLst>
        </pc:spChg>
        <pc:spChg chg="add mod">
          <ac:chgData name="Jithendra HS" userId="fbed575dba93ca78" providerId="LiveId" clId="{E04FF536-15B0-4467-8EB8-D0A227239F82}" dt="2025-03-28T22:56:23.496" v="15977" actId="1076"/>
          <ac:spMkLst>
            <pc:docMk/>
            <pc:sldMk cId="4288647116" sldId="2309"/>
            <ac:spMk id="11" creationId="{DE1D9759-F616-1144-548D-96D2652AD90C}"/>
          </ac:spMkLst>
        </pc:spChg>
        <pc:picChg chg="add mod">
          <ac:chgData name="Jithendra HS" userId="fbed575dba93ca78" providerId="LiveId" clId="{E04FF536-15B0-4467-8EB8-D0A227239F82}" dt="2025-03-20T14:19:38.758" v="14001" actId="14100"/>
          <ac:picMkLst>
            <pc:docMk/>
            <pc:sldMk cId="4288647116" sldId="2309"/>
            <ac:picMk id="6" creationId="{A8F091C6-B9C3-8648-DC81-D40DAD717140}"/>
          </ac:picMkLst>
        </pc:picChg>
      </pc:sldChg>
      <pc:sldChg chg="addSp delSp modSp new mod">
        <pc:chgData name="Jithendra HS" userId="fbed575dba93ca78" providerId="LiveId" clId="{E04FF536-15B0-4467-8EB8-D0A227239F82}" dt="2025-03-20T16:26:52.750" v="14516" actId="20577"/>
        <pc:sldMkLst>
          <pc:docMk/>
          <pc:sldMk cId="4094725960" sldId="2310"/>
        </pc:sldMkLst>
        <pc:spChg chg="mod">
          <ac:chgData name="Jithendra HS" userId="fbed575dba93ca78" providerId="LiveId" clId="{E04FF536-15B0-4467-8EB8-D0A227239F82}" dt="2025-03-20T16:16:14.370" v="14414" actId="20577"/>
          <ac:spMkLst>
            <pc:docMk/>
            <pc:sldMk cId="4094725960" sldId="2310"/>
            <ac:spMk id="2" creationId="{C73DCA11-C15A-DD6D-EC58-D5F5F1D12276}"/>
          </ac:spMkLst>
        </pc:spChg>
        <pc:spChg chg="add mod">
          <ac:chgData name="Jithendra HS" userId="fbed575dba93ca78" providerId="LiveId" clId="{E04FF536-15B0-4467-8EB8-D0A227239F82}" dt="2025-03-20T16:16:32.692" v="14417" actId="1076"/>
          <ac:spMkLst>
            <pc:docMk/>
            <pc:sldMk cId="4094725960" sldId="2310"/>
            <ac:spMk id="7" creationId="{1E255234-9559-4A2A-C56B-B60D4110A0FE}"/>
          </ac:spMkLst>
        </pc:spChg>
        <pc:spChg chg="add mod">
          <ac:chgData name="Jithendra HS" userId="fbed575dba93ca78" providerId="LiveId" clId="{E04FF536-15B0-4467-8EB8-D0A227239F82}" dt="2025-03-20T16:16:37.920" v="14418" actId="1076"/>
          <ac:spMkLst>
            <pc:docMk/>
            <pc:sldMk cId="4094725960" sldId="2310"/>
            <ac:spMk id="9" creationId="{56A220C6-94CB-C6B4-8EDB-D3E357F4AA53}"/>
          </ac:spMkLst>
        </pc:spChg>
        <pc:spChg chg="add mod">
          <ac:chgData name="Jithendra HS" userId="fbed575dba93ca78" providerId="LiveId" clId="{E04FF536-15B0-4467-8EB8-D0A227239F82}" dt="2025-03-20T16:16:47.665" v="14420" actId="1076"/>
          <ac:spMkLst>
            <pc:docMk/>
            <pc:sldMk cId="4094725960" sldId="2310"/>
            <ac:spMk id="10" creationId="{D1CC3C11-EF21-8BD7-C7C2-9A115AA9B0E2}"/>
          </ac:spMkLst>
        </pc:spChg>
        <pc:spChg chg="add mod">
          <ac:chgData name="Jithendra HS" userId="fbed575dba93ca78" providerId="LiveId" clId="{E04FF536-15B0-4467-8EB8-D0A227239F82}" dt="2025-03-20T16:16:43.158" v="14419" actId="1076"/>
          <ac:spMkLst>
            <pc:docMk/>
            <pc:sldMk cId="4094725960" sldId="2310"/>
            <ac:spMk id="11" creationId="{43F54089-D466-D672-CAF8-51B96BDC08FF}"/>
          </ac:spMkLst>
        </pc:spChg>
        <pc:spChg chg="add mod">
          <ac:chgData name="Jithendra HS" userId="fbed575dba93ca78" providerId="LiveId" clId="{E04FF536-15B0-4467-8EB8-D0A227239F82}" dt="2025-03-20T16:26:52.750" v="14516" actId="20577"/>
          <ac:spMkLst>
            <pc:docMk/>
            <pc:sldMk cId="4094725960" sldId="2310"/>
            <ac:spMk id="13" creationId="{EF411CA6-2D9B-24EB-8131-BAF6621F6983}"/>
          </ac:spMkLst>
        </pc:spChg>
        <pc:picChg chg="add mod">
          <ac:chgData name="Jithendra HS" userId="fbed575dba93ca78" providerId="LiveId" clId="{E04FF536-15B0-4467-8EB8-D0A227239F82}" dt="2025-03-20T16:16:26.374" v="14415" actId="1076"/>
          <ac:picMkLst>
            <pc:docMk/>
            <pc:sldMk cId="4094725960" sldId="2310"/>
            <ac:picMk id="6" creationId="{067980C5-65A6-FC03-229D-F3DF8CBAFFB3}"/>
          </ac:picMkLst>
        </pc:picChg>
      </pc:sldChg>
      <pc:sldChg chg="addSp delSp modSp new mod">
        <pc:chgData name="Jithendra HS" userId="fbed575dba93ca78" providerId="LiveId" clId="{E04FF536-15B0-4467-8EB8-D0A227239F82}" dt="2025-03-20T15:48:42.987" v="14189" actId="1076"/>
        <pc:sldMkLst>
          <pc:docMk/>
          <pc:sldMk cId="1030726455" sldId="2311"/>
        </pc:sldMkLst>
        <pc:spChg chg="mod">
          <ac:chgData name="Jithendra HS" userId="fbed575dba93ca78" providerId="LiveId" clId="{E04FF536-15B0-4467-8EB8-D0A227239F82}" dt="2025-03-20T15:41:48.329" v="14122" actId="20577"/>
          <ac:spMkLst>
            <pc:docMk/>
            <pc:sldMk cId="1030726455" sldId="2311"/>
            <ac:spMk id="2" creationId="{7F130FF9-345C-E7CA-BCDE-6B8BC9895C1A}"/>
          </ac:spMkLst>
        </pc:spChg>
        <pc:spChg chg="add mod">
          <ac:chgData name="Jithendra HS" userId="fbed575dba93ca78" providerId="LiveId" clId="{E04FF536-15B0-4467-8EB8-D0A227239F82}" dt="2025-03-20T15:43:04.415" v="14130" actId="14100"/>
          <ac:spMkLst>
            <pc:docMk/>
            <pc:sldMk cId="1030726455" sldId="2311"/>
            <ac:spMk id="7" creationId="{BBBF58B0-E564-C9B1-83BB-7D84E17AFEF9}"/>
          </ac:spMkLst>
        </pc:spChg>
        <pc:spChg chg="add mod">
          <ac:chgData name="Jithendra HS" userId="fbed575dba93ca78" providerId="LiveId" clId="{E04FF536-15B0-4467-8EB8-D0A227239F82}" dt="2025-03-20T15:42:57.127" v="14129" actId="14100"/>
          <ac:spMkLst>
            <pc:docMk/>
            <pc:sldMk cId="1030726455" sldId="2311"/>
            <ac:spMk id="8" creationId="{F76D376D-29B2-5FC4-04E0-26DC6FD0999C}"/>
          </ac:spMkLst>
        </pc:spChg>
        <pc:spChg chg="add mod">
          <ac:chgData name="Jithendra HS" userId="fbed575dba93ca78" providerId="LiveId" clId="{E04FF536-15B0-4467-8EB8-D0A227239F82}" dt="2025-03-20T15:44:12.118" v="14133" actId="14100"/>
          <ac:spMkLst>
            <pc:docMk/>
            <pc:sldMk cId="1030726455" sldId="2311"/>
            <ac:spMk id="9" creationId="{B8416CDE-001D-08FF-0854-27443DB4F463}"/>
          </ac:spMkLst>
        </pc:spChg>
        <pc:spChg chg="add mod">
          <ac:chgData name="Jithendra HS" userId="fbed575dba93ca78" providerId="LiveId" clId="{E04FF536-15B0-4467-8EB8-D0A227239F82}" dt="2025-03-20T15:48:36.124" v="14188" actId="1076"/>
          <ac:spMkLst>
            <pc:docMk/>
            <pc:sldMk cId="1030726455" sldId="2311"/>
            <ac:spMk id="10" creationId="{69A2E583-7A51-6E67-10BC-0BC164F08AE6}"/>
          </ac:spMkLst>
        </pc:spChg>
        <pc:spChg chg="add mod">
          <ac:chgData name="Jithendra HS" userId="fbed575dba93ca78" providerId="LiveId" clId="{E04FF536-15B0-4467-8EB8-D0A227239F82}" dt="2025-03-20T15:48:42.987" v="14189" actId="1076"/>
          <ac:spMkLst>
            <pc:docMk/>
            <pc:sldMk cId="1030726455" sldId="2311"/>
            <ac:spMk id="11" creationId="{123ABCE2-869D-27AD-217B-1DBC00CA6E8B}"/>
          </ac:spMkLst>
        </pc:spChg>
        <pc:spChg chg="add mod">
          <ac:chgData name="Jithendra HS" userId="fbed575dba93ca78" providerId="LiveId" clId="{E04FF536-15B0-4467-8EB8-D0A227239F82}" dt="2025-03-20T15:46:17.395" v="14154" actId="1076"/>
          <ac:spMkLst>
            <pc:docMk/>
            <pc:sldMk cId="1030726455" sldId="2311"/>
            <ac:spMk id="12" creationId="{7DEF2378-7014-2DCA-CBCD-5103539BC336}"/>
          </ac:spMkLst>
        </pc:spChg>
        <pc:spChg chg="add mod">
          <ac:chgData name="Jithendra HS" userId="fbed575dba93ca78" providerId="LiveId" clId="{E04FF536-15B0-4467-8EB8-D0A227239F82}" dt="2025-03-20T15:46:02.858" v="14151" actId="1076"/>
          <ac:spMkLst>
            <pc:docMk/>
            <pc:sldMk cId="1030726455" sldId="2311"/>
            <ac:spMk id="13" creationId="{11251DC9-08EB-5637-AEE4-DC24031EEE58}"/>
          </ac:spMkLst>
        </pc:spChg>
        <pc:spChg chg="add mod">
          <ac:chgData name="Jithendra HS" userId="fbed575dba93ca78" providerId="LiveId" clId="{E04FF536-15B0-4467-8EB8-D0A227239F82}" dt="2025-03-20T15:46:10.996" v="14153" actId="1076"/>
          <ac:spMkLst>
            <pc:docMk/>
            <pc:sldMk cId="1030726455" sldId="2311"/>
            <ac:spMk id="14" creationId="{23FD8742-6AC9-C5D9-3CC3-558B8F4D3D4D}"/>
          </ac:spMkLst>
        </pc:spChg>
        <pc:spChg chg="add mod">
          <ac:chgData name="Jithendra HS" userId="fbed575dba93ca78" providerId="LiveId" clId="{E04FF536-15B0-4467-8EB8-D0A227239F82}" dt="2025-03-20T15:46:24.900" v="14156" actId="1076"/>
          <ac:spMkLst>
            <pc:docMk/>
            <pc:sldMk cId="1030726455" sldId="2311"/>
            <ac:spMk id="15" creationId="{6AC04DAD-B483-E5E7-5BBD-D394A5391014}"/>
          </ac:spMkLst>
        </pc:spChg>
        <pc:spChg chg="add mod">
          <ac:chgData name="Jithendra HS" userId="fbed575dba93ca78" providerId="LiveId" clId="{E04FF536-15B0-4467-8EB8-D0A227239F82}" dt="2025-03-20T15:46:34.070" v="14159" actId="14100"/>
          <ac:spMkLst>
            <pc:docMk/>
            <pc:sldMk cId="1030726455" sldId="2311"/>
            <ac:spMk id="16" creationId="{F7EBC399-9887-902E-634D-837E20D8F5CF}"/>
          </ac:spMkLst>
        </pc:spChg>
        <pc:spChg chg="add mod">
          <ac:chgData name="Jithendra HS" userId="fbed575dba93ca78" providerId="LiveId" clId="{E04FF536-15B0-4467-8EB8-D0A227239F82}" dt="2025-03-20T15:47:58.059" v="14176" actId="20577"/>
          <ac:spMkLst>
            <pc:docMk/>
            <pc:sldMk cId="1030726455" sldId="2311"/>
            <ac:spMk id="18" creationId="{2E925D84-35E1-AB3D-6EAF-507D27497773}"/>
          </ac:spMkLst>
        </pc:spChg>
        <pc:spChg chg="add mod">
          <ac:chgData name="Jithendra HS" userId="fbed575dba93ca78" providerId="LiveId" clId="{E04FF536-15B0-4467-8EB8-D0A227239F82}" dt="2025-03-20T15:48:00.809" v="14178" actId="20577"/>
          <ac:spMkLst>
            <pc:docMk/>
            <pc:sldMk cId="1030726455" sldId="2311"/>
            <ac:spMk id="19" creationId="{A9C58AF0-55FA-99F7-BDAB-0E1AA89F5EF0}"/>
          </ac:spMkLst>
        </pc:spChg>
        <pc:spChg chg="add mod">
          <ac:chgData name="Jithendra HS" userId="fbed575dba93ca78" providerId="LiveId" clId="{E04FF536-15B0-4467-8EB8-D0A227239F82}" dt="2025-03-20T15:48:05.276" v="14181" actId="20577"/>
          <ac:spMkLst>
            <pc:docMk/>
            <pc:sldMk cId="1030726455" sldId="2311"/>
            <ac:spMk id="20" creationId="{9579DCAC-FAE6-41A0-B4DB-927BE939B296}"/>
          </ac:spMkLst>
        </pc:spChg>
        <pc:spChg chg="add mod">
          <ac:chgData name="Jithendra HS" userId="fbed575dba93ca78" providerId="LiveId" clId="{E04FF536-15B0-4467-8EB8-D0A227239F82}" dt="2025-03-20T15:48:07.268" v="14182" actId="20577"/>
          <ac:spMkLst>
            <pc:docMk/>
            <pc:sldMk cId="1030726455" sldId="2311"/>
            <ac:spMk id="21" creationId="{94EC3874-B7E7-812F-0BA9-B519E972D6D6}"/>
          </ac:spMkLst>
        </pc:spChg>
        <pc:spChg chg="add mod">
          <ac:chgData name="Jithendra HS" userId="fbed575dba93ca78" providerId="LiveId" clId="{E04FF536-15B0-4467-8EB8-D0A227239F82}" dt="2025-03-20T15:48:09.646" v="14185" actId="20577"/>
          <ac:spMkLst>
            <pc:docMk/>
            <pc:sldMk cId="1030726455" sldId="2311"/>
            <ac:spMk id="22" creationId="{C6245031-9B63-ECCE-1BA9-E666ED28B1E7}"/>
          </ac:spMkLst>
        </pc:spChg>
        <pc:picChg chg="add mod">
          <ac:chgData name="Jithendra HS" userId="fbed575dba93ca78" providerId="LiveId" clId="{E04FF536-15B0-4467-8EB8-D0A227239F82}" dt="2025-03-20T15:45:33.180" v="14145" actId="1076"/>
          <ac:picMkLst>
            <pc:docMk/>
            <pc:sldMk cId="1030726455" sldId="2311"/>
            <ac:picMk id="6" creationId="{0010C121-CD0A-6C4F-45DD-29B32689EA4B}"/>
          </ac:picMkLst>
        </pc:picChg>
      </pc:sldChg>
      <pc:sldChg chg="modSp new del mod">
        <pc:chgData name="Jithendra HS" userId="fbed575dba93ca78" providerId="LiveId" clId="{E04FF536-15B0-4467-8EB8-D0A227239F82}" dt="2025-03-20T16:26:37.966" v="14513" actId="47"/>
        <pc:sldMkLst>
          <pc:docMk/>
          <pc:sldMk cId="2306330467" sldId="2312"/>
        </pc:sldMkLst>
      </pc:sldChg>
      <pc:sldChg chg="addSp delSp modSp new mod">
        <pc:chgData name="Jithendra HS" userId="fbed575dba93ca78" providerId="LiveId" clId="{E04FF536-15B0-4467-8EB8-D0A227239F82}" dt="2025-03-28T23:19:42.870" v="15979" actId="1076"/>
        <pc:sldMkLst>
          <pc:docMk/>
          <pc:sldMk cId="2340591214" sldId="2312"/>
        </pc:sldMkLst>
        <pc:spChg chg="mod">
          <ac:chgData name="Jithendra HS" userId="fbed575dba93ca78" providerId="LiveId" clId="{E04FF536-15B0-4467-8EB8-D0A227239F82}" dt="2025-03-20T16:57:32.289" v="14676" actId="20577"/>
          <ac:spMkLst>
            <pc:docMk/>
            <pc:sldMk cId="2340591214" sldId="2312"/>
            <ac:spMk id="2" creationId="{157DBBCB-5E66-3B43-9810-5E490AC3C880}"/>
          </ac:spMkLst>
        </pc:spChg>
        <pc:spChg chg="add mod">
          <ac:chgData name="Jithendra HS" userId="fbed575dba93ca78" providerId="LiveId" clId="{E04FF536-15B0-4467-8EB8-D0A227239F82}" dt="2025-03-20T17:08:15.990" v="14746" actId="13926"/>
          <ac:spMkLst>
            <pc:docMk/>
            <pc:sldMk cId="2340591214" sldId="2312"/>
            <ac:spMk id="18" creationId="{1F48EBB6-9A42-C622-E851-34097B9140BB}"/>
          </ac:spMkLst>
        </pc:spChg>
        <pc:spChg chg="add mod">
          <ac:chgData name="Jithendra HS" userId="fbed575dba93ca78" providerId="LiveId" clId="{E04FF536-15B0-4467-8EB8-D0A227239F82}" dt="2025-03-20T17:50:56.911" v="14876" actId="207"/>
          <ac:spMkLst>
            <pc:docMk/>
            <pc:sldMk cId="2340591214" sldId="2312"/>
            <ac:spMk id="20" creationId="{EBD21625-98D5-0AAA-5C34-DD3D3CF96889}"/>
          </ac:spMkLst>
        </pc:spChg>
        <pc:spChg chg="add del mod">
          <ac:chgData name="Jithendra HS" userId="fbed575dba93ca78" providerId="LiveId" clId="{E04FF536-15B0-4467-8EB8-D0A227239F82}" dt="2025-03-28T23:19:42.870" v="15979" actId="1076"/>
          <ac:spMkLst>
            <pc:docMk/>
            <pc:sldMk cId="2340591214" sldId="2312"/>
            <ac:spMk id="22" creationId="{CF9722ED-CCA7-3355-A115-48BFDF8DB2D6}"/>
          </ac:spMkLst>
        </pc:spChg>
        <pc:spChg chg="add mod">
          <ac:chgData name="Jithendra HS" userId="fbed575dba93ca78" providerId="LiveId" clId="{E04FF536-15B0-4467-8EB8-D0A227239F82}" dt="2025-03-20T17:14:21.391" v="14792" actId="1076"/>
          <ac:spMkLst>
            <pc:docMk/>
            <pc:sldMk cId="2340591214" sldId="2312"/>
            <ac:spMk id="23" creationId="{CD72D41B-CDA9-C3FE-D58F-FCBA6D1B16EE}"/>
          </ac:spMkLst>
        </pc:spChg>
        <pc:spChg chg="add mod">
          <ac:chgData name="Jithendra HS" userId="fbed575dba93ca78" providerId="LiveId" clId="{E04FF536-15B0-4467-8EB8-D0A227239F82}" dt="2025-03-28T23:19:34.855" v="15978" actId="1076"/>
          <ac:spMkLst>
            <pc:docMk/>
            <pc:sldMk cId="2340591214" sldId="2312"/>
            <ac:spMk id="25" creationId="{C1883DAA-01B0-FE4D-9A9E-0D64A9B5308E}"/>
          </ac:spMkLst>
        </pc:spChg>
        <pc:spChg chg="add mod">
          <ac:chgData name="Jithendra HS" userId="fbed575dba93ca78" providerId="LiveId" clId="{E04FF536-15B0-4467-8EB8-D0A227239F82}" dt="2025-03-20T17:54:45.784" v="14908" actId="1076"/>
          <ac:spMkLst>
            <pc:docMk/>
            <pc:sldMk cId="2340591214" sldId="2312"/>
            <ac:spMk id="26" creationId="{DE8AB653-A049-8BD6-120B-215FF40B6260}"/>
          </ac:spMkLst>
        </pc:spChg>
        <pc:spChg chg="add mod">
          <ac:chgData name="Jithendra HS" userId="fbed575dba93ca78" providerId="LiveId" clId="{E04FF536-15B0-4467-8EB8-D0A227239F82}" dt="2025-03-20T17:41:18.367" v="14861" actId="1582"/>
          <ac:spMkLst>
            <pc:docMk/>
            <pc:sldMk cId="2340591214" sldId="2312"/>
            <ac:spMk id="27" creationId="{722FC851-A18A-3A98-05F8-868DBA59851F}"/>
          </ac:spMkLst>
        </pc:spChg>
        <pc:picChg chg="add mod">
          <ac:chgData name="Jithendra HS" userId="fbed575dba93ca78" providerId="LiveId" clId="{E04FF536-15B0-4467-8EB8-D0A227239F82}" dt="2025-03-20T17:03:03.687" v="14717" actId="1076"/>
          <ac:picMkLst>
            <pc:docMk/>
            <pc:sldMk cId="2340591214" sldId="2312"/>
            <ac:picMk id="10" creationId="{081C81CB-4A9A-18F3-DC9C-8D3C90859A96}"/>
          </ac:picMkLst>
        </pc:picChg>
        <pc:picChg chg="add mod">
          <ac:chgData name="Jithendra HS" userId="fbed575dba93ca78" providerId="LiveId" clId="{E04FF536-15B0-4467-8EB8-D0A227239F82}" dt="2025-03-20T17:03:07.257" v="14718" actId="14100"/>
          <ac:picMkLst>
            <pc:docMk/>
            <pc:sldMk cId="2340591214" sldId="2312"/>
            <ac:picMk id="16" creationId="{BCDD2858-CC31-D7FF-6B60-9DBB092D6AF7}"/>
          </ac:picMkLst>
        </pc:picChg>
      </pc:sldChg>
      <pc:sldChg chg="addSp delSp modSp new mod ord">
        <pc:chgData name="Jithendra HS" userId="fbed575dba93ca78" providerId="LiveId" clId="{E04FF536-15B0-4467-8EB8-D0A227239F82}" dt="2025-03-20T17:54:36.852" v="14903" actId="20577"/>
        <pc:sldMkLst>
          <pc:docMk/>
          <pc:sldMk cId="284749946" sldId="2313"/>
        </pc:sldMkLst>
        <pc:spChg chg="mod">
          <ac:chgData name="Jithendra HS" userId="fbed575dba93ca78" providerId="LiveId" clId="{E04FF536-15B0-4467-8EB8-D0A227239F82}" dt="2025-03-20T16:59:05.519" v="14706" actId="20577"/>
          <ac:spMkLst>
            <pc:docMk/>
            <pc:sldMk cId="284749946" sldId="2313"/>
            <ac:spMk id="2" creationId="{325010E5-5118-1EC2-7344-7BFB0D29C176}"/>
          </ac:spMkLst>
        </pc:spChg>
        <pc:spChg chg="add mod">
          <ac:chgData name="Jithendra HS" userId="fbed575dba93ca78" providerId="LiveId" clId="{E04FF536-15B0-4467-8EB8-D0A227239F82}" dt="2025-03-20T17:50:44.203" v="14875" actId="20577"/>
          <ac:spMkLst>
            <pc:docMk/>
            <pc:sldMk cId="284749946" sldId="2313"/>
            <ac:spMk id="9" creationId="{FECE6AEF-D050-5860-7FC9-D1D63D5FAABE}"/>
          </ac:spMkLst>
        </pc:spChg>
        <pc:spChg chg="add mod">
          <ac:chgData name="Jithendra HS" userId="fbed575dba93ca78" providerId="LiveId" clId="{E04FF536-15B0-4467-8EB8-D0A227239F82}" dt="2025-03-20T17:51:13.673" v="14881" actId="20577"/>
          <ac:spMkLst>
            <pc:docMk/>
            <pc:sldMk cId="284749946" sldId="2313"/>
            <ac:spMk id="10" creationId="{B73F7960-19E0-17A2-9A37-3F868E1F7018}"/>
          </ac:spMkLst>
        </pc:spChg>
        <pc:spChg chg="add mod">
          <ac:chgData name="Jithendra HS" userId="fbed575dba93ca78" providerId="LiveId" clId="{E04FF536-15B0-4467-8EB8-D0A227239F82}" dt="2025-03-20T17:52:48.785" v="14883" actId="1076"/>
          <ac:spMkLst>
            <pc:docMk/>
            <pc:sldMk cId="284749946" sldId="2313"/>
            <ac:spMk id="11" creationId="{ABEC662D-A9F0-7B1A-28ED-7198F9C6A488}"/>
          </ac:spMkLst>
        </pc:spChg>
        <pc:spChg chg="add mod">
          <ac:chgData name="Jithendra HS" userId="fbed575dba93ca78" providerId="LiveId" clId="{E04FF536-15B0-4467-8EB8-D0A227239F82}" dt="2025-03-20T17:53:25.111" v="14889" actId="20577"/>
          <ac:spMkLst>
            <pc:docMk/>
            <pc:sldMk cId="284749946" sldId="2313"/>
            <ac:spMk id="12" creationId="{CB42C27B-DDAC-409C-DF1B-3EC1D247942C}"/>
          </ac:spMkLst>
        </pc:spChg>
        <pc:spChg chg="add mod">
          <ac:chgData name="Jithendra HS" userId="fbed575dba93ca78" providerId="LiveId" clId="{E04FF536-15B0-4467-8EB8-D0A227239F82}" dt="2025-03-20T17:54:03.819" v="14895" actId="13926"/>
          <ac:spMkLst>
            <pc:docMk/>
            <pc:sldMk cId="284749946" sldId="2313"/>
            <ac:spMk id="14" creationId="{866CFA27-FA39-ADB5-F4FE-966D4A683FC6}"/>
          </ac:spMkLst>
        </pc:spChg>
        <pc:spChg chg="add mod">
          <ac:chgData name="Jithendra HS" userId="fbed575dba93ca78" providerId="LiveId" clId="{E04FF536-15B0-4467-8EB8-D0A227239F82}" dt="2025-03-20T17:54:36.852" v="14903" actId="20577"/>
          <ac:spMkLst>
            <pc:docMk/>
            <pc:sldMk cId="284749946" sldId="2313"/>
            <ac:spMk id="15" creationId="{88B7F36D-9672-F0BF-3678-44D405F5AFD2}"/>
          </ac:spMkLst>
        </pc:spChg>
        <pc:picChg chg="add mod">
          <ac:chgData name="Jithendra HS" userId="fbed575dba93ca78" providerId="LiveId" clId="{E04FF536-15B0-4467-8EB8-D0A227239F82}" dt="2025-03-20T17:40:39.752" v="14856" actId="14100"/>
          <ac:picMkLst>
            <pc:docMk/>
            <pc:sldMk cId="284749946" sldId="2313"/>
            <ac:picMk id="6" creationId="{6794A25A-0414-1AAA-354D-6D32FCC256A0}"/>
          </ac:picMkLst>
        </pc:picChg>
        <pc:picChg chg="add mod">
          <ac:chgData name="Jithendra HS" userId="fbed575dba93ca78" providerId="LiveId" clId="{E04FF536-15B0-4467-8EB8-D0A227239F82}" dt="2025-03-20T17:49:48.367" v="14868" actId="14100"/>
          <ac:picMkLst>
            <pc:docMk/>
            <pc:sldMk cId="284749946" sldId="2313"/>
            <ac:picMk id="8" creationId="{0D6B835C-6C80-7A4F-EEC7-C4F6951B8F06}"/>
          </ac:picMkLst>
        </pc:picChg>
      </pc:sldChg>
      <pc:sldChg chg="addSp delSp modSp new mod">
        <pc:chgData name="Jithendra HS" userId="fbed575dba93ca78" providerId="LiveId" clId="{E04FF536-15B0-4467-8EB8-D0A227239F82}" dt="2025-03-20T18:08:58.472" v="14977" actId="207"/>
        <pc:sldMkLst>
          <pc:docMk/>
          <pc:sldMk cId="1324380039" sldId="2314"/>
        </pc:sldMkLst>
        <pc:spChg chg="mod">
          <ac:chgData name="Jithendra HS" userId="fbed575dba93ca78" providerId="LiveId" clId="{E04FF536-15B0-4467-8EB8-D0A227239F82}" dt="2025-03-20T17:55:13.849" v="14922" actId="20577"/>
          <ac:spMkLst>
            <pc:docMk/>
            <pc:sldMk cId="1324380039" sldId="2314"/>
            <ac:spMk id="2" creationId="{F9B2F7F7-D613-5F18-526D-D3DC16778031}"/>
          </ac:spMkLst>
        </pc:spChg>
        <pc:spChg chg="add mod">
          <ac:chgData name="Jithendra HS" userId="fbed575dba93ca78" providerId="LiveId" clId="{E04FF536-15B0-4467-8EB8-D0A227239F82}" dt="2025-03-20T18:02:58.497" v="14962" actId="1076"/>
          <ac:spMkLst>
            <pc:docMk/>
            <pc:sldMk cId="1324380039" sldId="2314"/>
            <ac:spMk id="11" creationId="{D537B755-A3C1-8C9B-3DE1-C67DE31F2221}"/>
          </ac:spMkLst>
        </pc:spChg>
        <pc:spChg chg="add mod">
          <ac:chgData name="Jithendra HS" userId="fbed575dba93ca78" providerId="LiveId" clId="{E04FF536-15B0-4467-8EB8-D0A227239F82}" dt="2025-03-20T18:06:58.504" v="14972" actId="1076"/>
          <ac:spMkLst>
            <pc:docMk/>
            <pc:sldMk cId="1324380039" sldId="2314"/>
            <ac:spMk id="12" creationId="{827A2C43-C4DF-698F-58F6-D4C76838529E}"/>
          </ac:spMkLst>
        </pc:spChg>
        <pc:picChg chg="add mod">
          <ac:chgData name="Jithendra HS" userId="fbed575dba93ca78" providerId="LiveId" clId="{E04FF536-15B0-4467-8EB8-D0A227239F82}" dt="2025-03-20T17:57:41.279" v="14929" actId="14100"/>
          <ac:picMkLst>
            <pc:docMk/>
            <pc:sldMk cId="1324380039" sldId="2314"/>
            <ac:picMk id="6" creationId="{154E14BD-DBA4-4913-2005-865A41BC9BDB}"/>
          </ac:picMkLst>
        </pc:picChg>
        <pc:picChg chg="add mod">
          <ac:chgData name="Jithendra HS" userId="fbed575dba93ca78" providerId="LiveId" clId="{E04FF536-15B0-4467-8EB8-D0A227239F82}" dt="2025-03-20T18:00:53.704" v="14934" actId="1076"/>
          <ac:picMkLst>
            <pc:docMk/>
            <pc:sldMk cId="1324380039" sldId="2314"/>
            <ac:picMk id="8" creationId="{45153799-E51C-EE94-403B-1CA2B666FC2A}"/>
          </ac:picMkLst>
        </pc:picChg>
        <pc:picChg chg="add mod">
          <ac:chgData name="Jithendra HS" userId="fbed575dba93ca78" providerId="LiveId" clId="{E04FF536-15B0-4467-8EB8-D0A227239F82}" dt="2025-03-20T18:01:45.920" v="14938" actId="1076"/>
          <ac:picMkLst>
            <pc:docMk/>
            <pc:sldMk cId="1324380039" sldId="2314"/>
            <ac:picMk id="10" creationId="{197D8455-D6E6-97C9-F0CE-3E49A7B39059}"/>
          </ac:picMkLst>
        </pc:picChg>
        <pc:picChg chg="add mod">
          <ac:chgData name="Jithendra HS" userId="fbed575dba93ca78" providerId="LiveId" clId="{E04FF536-15B0-4467-8EB8-D0A227239F82}" dt="2025-03-20T18:08:58.472" v="14977" actId="207"/>
          <ac:picMkLst>
            <pc:docMk/>
            <pc:sldMk cId="1324380039" sldId="2314"/>
            <ac:picMk id="14" creationId="{EBC820D2-3696-9B76-6C32-F4D29D20F9D9}"/>
          </ac:picMkLst>
        </pc:picChg>
      </pc:sldChg>
      <pc:sldChg chg="modSp new mod">
        <pc:chgData name="Jithendra HS" userId="fbed575dba93ca78" providerId="LiveId" clId="{E04FF536-15B0-4467-8EB8-D0A227239F82}" dt="2025-03-20T19:35:11.377" v="15765" actId="20577"/>
        <pc:sldMkLst>
          <pc:docMk/>
          <pc:sldMk cId="3283730006" sldId="2315"/>
        </pc:sldMkLst>
        <pc:spChg chg="mod">
          <ac:chgData name="Jithendra HS" userId="fbed575dba93ca78" providerId="LiveId" clId="{E04FF536-15B0-4467-8EB8-D0A227239F82}" dt="2025-03-20T19:32:11.717" v="15607" actId="20577"/>
          <ac:spMkLst>
            <pc:docMk/>
            <pc:sldMk cId="3283730006" sldId="2315"/>
            <ac:spMk id="2" creationId="{FCFEB41D-F13F-5A4B-EB56-D16DE515283C}"/>
          </ac:spMkLst>
        </pc:spChg>
        <pc:spChg chg="mod">
          <ac:chgData name="Jithendra HS" userId="fbed575dba93ca78" providerId="LiveId" clId="{E04FF536-15B0-4467-8EB8-D0A227239F82}" dt="2025-03-20T19:35:11.377" v="15765" actId="20577"/>
          <ac:spMkLst>
            <pc:docMk/>
            <pc:sldMk cId="3283730006" sldId="2315"/>
            <ac:spMk id="3" creationId="{CE3CE68D-6211-DC75-3FCF-8F5259993B5E}"/>
          </ac:spMkLst>
        </pc:spChg>
      </pc:sldChg>
      <pc:sldChg chg="modSp new mod">
        <pc:chgData name="Jithendra HS" userId="fbed575dba93ca78" providerId="LiveId" clId="{E04FF536-15B0-4467-8EB8-D0A227239F82}" dt="2025-03-20T19:55:04.898" v="15790" actId="20577"/>
        <pc:sldMkLst>
          <pc:docMk/>
          <pc:sldMk cId="2307685924" sldId="2316"/>
        </pc:sldMkLst>
        <pc:spChg chg="mod">
          <ac:chgData name="Jithendra HS" userId="fbed575dba93ca78" providerId="LiveId" clId="{E04FF536-15B0-4467-8EB8-D0A227239F82}" dt="2025-03-20T19:55:04.898" v="15790" actId="20577"/>
          <ac:spMkLst>
            <pc:docMk/>
            <pc:sldMk cId="2307685924" sldId="2316"/>
            <ac:spMk id="2" creationId="{8D9157EB-059D-0EB7-E585-24667EA8E9D7}"/>
          </ac:spMkLst>
        </pc:spChg>
      </pc:sldChg>
      <pc:sldChg chg="modSp new mod">
        <pc:chgData name="Jithendra HS" userId="fbed575dba93ca78" providerId="LiveId" clId="{E04FF536-15B0-4467-8EB8-D0A227239F82}" dt="2025-03-20T19:57:28.723" v="15796" actId="20577"/>
        <pc:sldMkLst>
          <pc:docMk/>
          <pc:sldMk cId="1445213091" sldId="2317"/>
        </pc:sldMkLst>
        <pc:spChg chg="mod">
          <ac:chgData name="Jithendra HS" userId="fbed575dba93ca78" providerId="LiveId" clId="{E04FF536-15B0-4467-8EB8-D0A227239F82}" dt="2025-03-20T19:57:28.723" v="15796" actId="20577"/>
          <ac:spMkLst>
            <pc:docMk/>
            <pc:sldMk cId="1445213091" sldId="2317"/>
            <ac:spMk id="2" creationId="{5198BA1C-6D70-045A-1C1B-3EE8F7F59A64}"/>
          </ac:spMkLst>
        </pc:spChg>
      </pc:sldChg>
      <pc:sldChg chg="modSp add mod">
        <pc:chgData name="Jithendra HS" userId="fbed575dba93ca78" providerId="LiveId" clId="{E04FF536-15B0-4467-8EB8-D0A227239F82}" dt="2025-03-23T04:12:03.811" v="15942" actId="20577"/>
        <pc:sldMkLst>
          <pc:docMk/>
          <pc:sldMk cId="2365843947" sldId="2318"/>
        </pc:sldMkLst>
        <pc:spChg chg="mod">
          <ac:chgData name="Jithendra HS" userId="fbed575dba93ca78" providerId="LiveId" clId="{E04FF536-15B0-4467-8EB8-D0A227239F82}" dt="2025-03-23T04:06:31.671" v="15810" actId="20577"/>
          <ac:spMkLst>
            <pc:docMk/>
            <pc:sldMk cId="2365843947" sldId="2318"/>
            <ac:spMk id="2" creationId="{8A4AF657-BCAB-A10B-24AD-6C30D8790B10}"/>
          </ac:spMkLst>
        </pc:spChg>
        <pc:spChg chg="mod">
          <ac:chgData name="Jithendra HS" userId="fbed575dba93ca78" providerId="LiveId" clId="{E04FF536-15B0-4467-8EB8-D0A227239F82}" dt="2025-03-23T04:12:03.811" v="15942" actId="20577"/>
          <ac:spMkLst>
            <pc:docMk/>
            <pc:sldMk cId="2365843947" sldId="2318"/>
            <ac:spMk id="3" creationId="{4CBF1BE3-DC83-129F-0D0C-C897BC9437E8}"/>
          </ac:spMkLst>
        </pc:spChg>
      </pc:sldChg>
      <pc:sldChg chg="addSp delSp modSp new del mod">
        <pc:chgData name="Jithendra HS" userId="fbed575dba93ca78" providerId="LiveId" clId="{E04FF536-15B0-4467-8EB8-D0A227239F82}" dt="2025-04-10T02:48:36.721" v="16208" actId="47"/>
        <pc:sldMkLst>
          <pc:docMk/>
          <pc:sldMk cId="480093676" sldId="2319"/>
        </pc:sldMkLst>
      </pc:sldChg>
      <pc:sldChg chg="new del">
        <pc:chgData name="Jithendra HS" userId="fbed575dba93ca78" providerId="LiveId" clId="{E04FF536-15B0-4467-8EB8-D0A227239F82}" dt="2025-04-06T05:03:28.922" v="15994" actId="47"/>
        <pc:sldMkLst>
          <pc:docMk/>
          <pc:sldMk cId="1784417582" sldId="2320"/>
        </pc:sldMkLst>
      </pc:sldChg>
      <pc:sldChg chg="modSp add mod">
        <pc:chgData name="Jithendra HS" userId="fbed575dba93ca78" providerId="LiveId" clId="{E04FF536-15B0-4467-8EB8-D0A227239F82}" dt="2025-04-06T05:12:36.141" v="16207" actId="20577"/>
        <pc:sldMkLst>
          <pc:docMk/>
          <pc:sldMk cId="3277876271" sldId="2320"/>
        </pc:sldMkLst>
        <pc:spChg chg="mod">
          <ac:chgData name="Jithendra HS" userId="fbed575dba93ca78" providerId="LiveId" clId="{E04FF536-15B0-4467-8EB8-D0A227239F82}" dt="2025-04-06T05:05:31.861" v="15999" actId="20577"/>
          <ac:spMkLst>
            <pc:docMk/>
            <pc:sldMk cId="3277876271" sldId="2320"/>
            <ac:spMk id="2" creationId="{6EF560F2-D7A9-5F30-DA38-B1205E93E58A}"/>
          </ac:spMkLst>
        </pc:spChg>
        <pc:spChg chg="mod">
          <ac:chgData name="Jithendra HS" userId="fbed575dba93ca78" providerId="LiveId" clId="{E04FF536-15B0-4467-8EB8-D0A227239F82}" dt="2025-04-06T05:12:36.141" v="16207" actId="20577"/>
          <ac:spMkLst>
            <pc:docMk/>
            <pc:sldMk cId="3277876271" sldId="2320"/>
            <ac:spMk id="3" creationId="{21B056BF-DE24-046E-6B67-34E96C247AF8}"/>
          </ac:spMkLst>
        </pc:spChg>
      </pc:sldChg>
      <pc:sldChg chg="modSp add mod">
        <pc:chgData name="Jithendra HS" userId="fbed575dba93ca78" providerId="LiveId" clId="{E04FF536-15B0-4467-8EB8-D0A227239F82}" dt="2025-04-10T02:52:58.975" v="16253" actId="20577"/>
        <pc:sldMkLst>
          <pc:docMk/>
          <pc:sldMk cId="1777851334" sldId="2321"/>
        </pc:sldMkLst>
        <pc:spChg chg="mod">
          <ac:chgData name="Jithendra HS" userId="fbed575dba93ca78" providerId="LiveId" clId="{E04FF536-15B0-4467-8EB8-D0A227239F82}" dt="2025-04-10T02:52:58.975" v="16253" actId="20577"/>
          <ac:spMkLst>
            <pc:docMk/>
            <pc:sldMk cId="1777851334" sldId="2321"/>
            <ac:spMk id="6" creationId="{801346EF-E8F5-2351-55E8-DACC8E8F92C1}"/>
          </ac:spMkLst>
        </pc:spChg>
      </pc:sldChg>
      <pc:sldChg chg="add del">
        <pc:chgData name="Jithendra HS" userId="fbed575dba93ca78" providerId="LiveId" clId="{E04FF536-15B0-4467-8EB8-D0A227239F82}" dt="2025-04-10T02:51:28.584" v="16238"/>
        <pc:sldMkLst>
          <pc:docMk/>
          <pc:sldMk cId="3459306686" sldId="2321"/>
        </pc:sldMkLst>
      </pc:sldChg>
      <pc:sldChg chg="modSp add mod">
        <pc:chgData name="Jithendra HS" userId="fbed575dba93ca78" providerId="LiveId" clId="{E04FF536-15B0-4467-8EB8-D0A227239F82}" dt="2025-04-10T17:03:23.639" v="17371" actId="20577"/>
        <pc:sldMkLst>
          <pc:docMk/>
          <pc:sldMk cId="2013329229" sldId="2322"/>
        </pc:sldMkLst>
        <pc:spChg chg="mod">
          <ac:chgData name="Jithendra HS" userId="fbed575dba93ca78" providerId="LiveId" clId="{E04FF536-15B0-4467-8EB8-D0A227239F82}" dt="2025-04-10T17:03:23.639" v="17371" actId="20577"/>
          <ac:spMkLst>
            <pc:docMk/>
            <pc:sldMk cId="2013329229" sldId="2322"/>
            <ac:spMk id="3" creationId="{CE2E0963-3293-066B-D659-B12DAA8F647B}"/>
          </ac:spMkLst>
        </pc:spChg>
      </pc:sldChg>
      <pc:sldChg chg="modSp add mod">
        <pc:chgData name="Jithendra HS" userId="fbed575dba93ca78" providerId="LiveId" clId="{E04FF536-15B0-4467-8EB8-D0A227239F82}" dt="2025-04-10T17:03:32.205" v="17383" actId="20577"/>
        <pc:sldMkLst>
          <pc:docMk/>
          <pc:sldMk cId="981738682" sldId="2323"/>
        </pc:sldMkLst>
        <pc:spChg chg="mod">
          <ac:chgData name="Jithendra HS" userId="fbed575dba93ca78" providerId="LiveId" clId="{E04FF536-15B0-4467-8EB8-D0A227239F82}" dt="2025-04-10T17:03:32.205" v="17383" actId="20577"/>
          <ac:spMkLst>
            <pc:docMk/>
            <pc:sldMk cId="981738682" sldId="2323"/>
            <ac:spMk id="2" creationId="{C4400738-F338-D906-1BAA-E1BCC753F67E}"/>
          </ac:spMkLst>
        </pc:spChg>
      </pc:sldChg>
      <pc:sldChg chg="addSp delSp modSp add mod">
        <pc:chgData name="Jithendra HS" userId="fbed575dba93ca78" providerId="LiveId" clId="{E04FF536-15B0-4467-8EB8-D0A227239F82}" dt="2025-04-10T17:06:22.463" v="17398" actId="1076"/>
        <pc:sldMkLst>
          <pc:docMk/>
          <pc:sldMk cId="138462744" sldId="2324"/>
        </pc:sldMkLst>
        <pc:picChg chg="add mod">
          <ac:chgData name="Jithendra HS" userId="fbed575dba93ca78" providerId="LiveId" clId="{E04FF536-15B0-4467-8EB8-D0A227239F82}" dt="2025-04-10T17:04:52.126" v="17389" actId="1076"/>
          <ac:picMkLst>
            <pc:docMk/>
            <pc:sldMk cId="138462744" sldId="2324"/>
            <ac:picMk id="11" creationId="{F5D19B9E-8A67-5E76-7B37-CC6548660542}"/>
          </ac:picMkLst>
        </pc:picChg>
        <pc:picChg chg="add mod">
          <ac:chgData name="Jithendra HS" userId="fbed575dba93ca78" providerId="LiveId" clId="{E04FF536-15B0-4467-8EB8-D0A227239F82}" dt="2025-04-10T17:05:43.526" v="17393" actId="14100"/>
          <ac:picMkLst>
            <pc:docMk/>
            <pc:sldMk cId="138462744" sldId="2324"/>
            <ac:picMk id="19" creationId="{E099A3F0-5F66-8D48-42C6-86A13CFF00C0}"/>
          </ac:picMkLst>
        </pc:picChg>
        <pc:picChg chg="add mod">
          <ac:chgData name="Jithendra HS" userId="fbed575dba93ca78" providerId="LiveId" clId="{E04FF536-15B0-4467-8EB8-D0A227239F82}" dt="2025-04-10T17:06:22.463" v="17398" actId="1076"/>
          <ac:picMkLst>
            <pc:docMk/>
            <pc:sldMk cId="138462744" sldId="2324"/>
            <ac:picMk id="21" creationId="{45B8700F-86D2-FCE6-46D4-64A8A1FB605A}"/>
          </ac:picMkLst>
        </pc:picChg>
      </pc:sldChg>
      <pc:sldChg chg="add">
        <pc:chgData name="Jithendra HS" userId="fbed575dba93ca78" providerId="LiveId" clId="{E04FF536-15B0-4467-8EB8-D0A227239F82}" dt="2025-04-10T02:52:22.399" v="16239"/>
        <pc:sldMkLst>
          <pc:docMk/>
          <pc:sldMk cId="1780462401" sldId="2325"/>
        </pc:sldMkLst>
      </pc:sldChg>
      <pc:sldChg chg="addSp delSp modSp add mod">
        <pc:chgData name="Jithendra HS" userId="fbed575dba93ca78" providerId="LiveId" clId="{E04FF536-15B0-4467-8EB8-D0A227239F82}" dt="2025-04-10T02:58:34.583" v="16397" actId="1076"/>
        <pc:sldMkLst>
          <pc:docMk/>
          <pc:sldMk cId="1502345996" sldId="2326"/>
        </pc:sldMkLst>
        <pc:picChg chg="add mod">
          <ac:chgData name="Jithendra HS" userId="fbed575dba93ca78" providerId="LiveId" clId="{E04FF536-15B0-4467-8EB8-D0A227239F82}" dt="2025-04-10T02:58:03.222" v="16393" actId="1076"/>
          <ac:picMkLst>
            <pc:docMk/>
            <pc:sldMk cId="1502345996" sldId="2326"/>
            <ac:picMk id="6" creationId="{9E57B9B8-CCE3-37F0-D557-2AD70BEFD9D6}"/>
          </ac:picMkLst>
        </pc:picChg>
        <pc:picChg chg="add mod">
          <ac:chgData name="Jithendra HS" userId="fbed575dba93ca78" providerId="LiveId" clId="{E04FF536-15B0-4467-8EB8-D0A227239F82}" dt="2025-04-10T02:58:34.583" v="16397" actId="1076"/>
          <ac:picMkLst>
            <pc:docMk/>
            <pc:sldMk cId="1502345996" sldId="2326"/>
            <ac:picMk id="13" creationId="{F0C0FD19-8B97-8BDE-FAA9-0A62E778EE12}"/>
          </ac:picMkLst>
        </pc:picChg>
      </pc:sldChg>
      <pc:sldChg chg="add">
        <pc:chgData name="Jithendra HS" userId="fbed575dba93ca78" providerId="LiveId" clId="{E04FF536-15B0-4467-8EB8-D0A227239F82}" dt="2025-04-10T02:52:22.399" v="16239"/>
        <pc:sldMkLst>
          <pc:docMk/>
          <pc:sldMk cId="758716097" sldId="2327"/>
        </pc:sldMkLst>
      </pc:sldChg>
      <pc:sldChg chg="add">
        <pc:chgData name="Jithendra HS" userId="fbed575dba93ca78" providerId="LiveId" clId="{E04FF536-15B0-4467-8EB8-D0A227239F82}" dt="2025-04-10T02:52:22.399" v="16239"/>
        <pc:sldMkLst>
          <pc:docMk/>
          <pc:sldMk cId="33060153" sldId="2328"/>
        </pc:sldMkLst>
      </pc:sldChg>
      <pc:sldChg chg="addSp delSp modSp add mod">
        <pc:chgData name="Jithendra HS" userId="fbed575dba93ca78" providerId="LiveId" clId="{E04FF536-15B0-4467-8EB8-D0A227239F82}" dt="2025-04-10T19:23:45.807" v="18243" actId="20577"/>
        <pc:sldMkLst>
          <pc:docMk/>
          <pc:sldMk cId="728816564" sldId="2329"/>
        </pc:sldMkLst>
        <pc:spChg chg="mod">
          <ac:chgData name="Jithendra HS" userId="fbed575dba93ca78" providerId="LiveId" clId="{E04FF536-15B0-4467-8EB8-D0A227239F82}" dt="2025-04-10T03:06:12.254" v="16465" actId="20577"/>
          <ac:spMkLst>
            <pc:docMk/>
            <pc:sldMk cId="728816564" sldId="2329"/>
            <ac:spMk id="2" creationId="{6C25E22E-B74C-2602-A868-E0D0FE19C2C0}"/>
          </ac:spMkLst>
        </pc:spChg>
        <pc:spChg chg="add mod">
          <ac:chgData name="Jithendra HS" userId="fbed575dba93ca78" providerId="LiveId" clId="{E04FF536-15B0-4467-8EB8-D0A227239F82}" dt="2025-04-10T19:23:06.933" v="18232" actId="20577"/>
          <ac:spMkLst>
            <pc:docMk/>
            <pc:sldMk cId="728816564" sldId="2329"/>
            <ac:spMk id="7" creationId="{BA91349F-F1BF-952C-DC47-038AD11B410E}"/>
          </ac:spMkLst>
        </pc:spChg>
        <pc:spChg chg="add mod">
          <ac:chgData name="Jithendra HS" userId="fbed575dba93ca78" providerId="LiveId" clId="{E04FF536-15B0-4467-8EB8-D0A227239F82}" dt="2025-04-10T19:23:33.493" v="18239" actId="1076"/>
          <ac:spMkLst>
            <pc:docMk/>
            <pc:sldMk cId="728816564" sldId="2329"/>
            <ac:spMk id="8" creationId="{1182BB7E-EEF2-D944-5B2F-D28C28DA56C6}"/>
          </ac:spMkLst>
        </pc:spChg>
        <pc:spChg chg="add mod">
          <ac:chgData name="Jithendra HS" userId="fbed575dba93ca78" providerId="LiveId" clId="{E04FF536-15B0-4467-8EB8-D0A227239F82}" dt="2025-04-10T19:23:45.807" v="18243" actId="20577"/>
          <ac:spMkLst>
            <pc:docMk/>
            <pc:sldMk cId="728816564" sldId="2329"/>
            <ac:spMk id="9" creationId="{49BB104F-5D69-BF02-433C-52B2953FF7C7}"/>
          </ac:spMkLst>
        </pc:spChg>
        <pc:picChg chg="add mod">
          <ac:chgData name="Jithendra HS" userId="fbed575dba93ca78" providerId="LiveId" clId="{E04FF536-15B0-4467-8EB8-D0A227239F82}" dt="2025-04-10T03:04:10.886" v="16409" actId="14100"/>
          <ac:picMkLst>
            <pc:docMk/>
            <pc:sldMk cId="728816564" sldId="2329"/>
            <ac:picMk id="5" creationId="{073BE640-C831-9E48-A9CE-B4D0484BF1F3}"/>
          </ac:picMkLst>
        </pc:picChg>
        <pc:picChg chg="add mod">
          <ac:chgData name="Jithendra HS" userId="fbed575dba93ca78" providerId="LiveId" clId="{E04FF536-15B0-4467-8EB8-D0A227239F82}" dt="2025-04-10T17:45:17.285" v="17779" actId="1076"/>
          <ac:picMkLst>
            <pc:docMk/>
            <pc:sldMk cId="728816564" sldId="2329"/>
            <ac:picMk id="6" creationId="{08906DD8-9154-D37E-3531-B77BA66E304F}"/>
          </ac:picMkLst>
        </pc:picChg>
      </pc:sldChg>
      <pc:sldChg chg="add del">
        <pc:chgData name="Jithendra HS" userId="fbed575dba93ca78" providerId="LiveId" clId="{E04FF536-15B0-4467-8EB8-D0A227239F82}" dt="2025-04-10T03:00:08.191" v="16400" actId="47"/>
        <pc:sldMkLst>
          <pc:docMk/>
          <pc:sldMk cId="1382211870" sldId="2330"/>
        </pc:sldMkLst>
      </pc:sldChg>
      <pc:sldChg chg="add del">
        <pc:chgData name="Jithendra HS" userId="fbed575dba93ca78" providerId="LiveId" clId="{E04FF536-15B0-4467-8EB8-D0A227239F82}" dt="2025-04-10T03:00:12.521" v="16401" actId="47"/>
        <pc:sldMkLst>
          <pc:docMk/>
          <pc:sldMk cId="79873531" sldId="2331"/>
        </pc:sldMkLst>
      </pc:sldChg>
      <pc:sldChg chg="add del">
        <pc:chgData name="Jithendra HS" userId="fbed575dba93ca78" providerId="LiveId" clId="{E04FF536-15B0-4467-8EB8-D0A227239F82}" dt="2025-04-10T03:00:15.272" v="16402" actId="47"/>
        <pc:sldMkLst>
          <pc:docMk/>
          <pc:sldMk cId="3621189304" sldId="2332"/>
        </pc:sldMkLst>
      </pc:sldChg>
      <pc:sldChg chg="addSp delSp modSp add mod">
        <pc:chgData name="Jithendra HS" userId="fbed575dba93ca78" providerId="LiveId" clId="{E04FF536-15B0-4467-8EB8-D0A227239F82}" dt="2025-04-10T20:34:18.828" v="18425" actId="20577"/>
        <pc:sldMkLst>
          <pc:docMk/>
          <pc:sldMk cId="4103132114" sldId="2333"/>
        </pc:sldMkLst>
        <pc:spChg chg="add mod">
          <ac:chgData name="Jithendra HS" userId="fbed575dba93ca78" providerId="LiveId" clId="{E04FF536-15B0-4467-8EB8-D0A227239F82}" dt="2025-04-10T20:34:18.828" v="18425" actId="20577"/>
          <ac:spMkLst>
            <pc:docMk/>
            <pc:sldMk cId="4103132114" sldId="2333"/>
            <ac:spMk id="5" creationId="{36997706-3BB7-A19F-A89A-ED260F2FDF47}"/>
          </ac:spMkLst>
        </pc:spChg>
        <pc:spChg chg="mod ord">
          <ac:chgData name="Jithendra HS" userId="fbed575dba93ca78" providerId="LiveId" clId="{E04FF536-15B0-4467-8EB8-D0A227239F82}" dt="2025-04-10T19:06:33.367" v="18064" actId="1076"/>
          <ac:spMkLst>
            <pc:docMk/>
            <pc:sldMk cId="4103132114" sldId="2333"/>
            <ac:spMk id="11" creationId="{BC127892-AA6C-6AB1-3066-7AB0BDFEC493}"/>
          </ac:spMkLst>
        </pc:spChg>
        <pc:spChg chg="mod">
          <ac:chgData name="Jithendra HS" userId="fbed575dba93ca78" providerId="LiveId" clId="{E04FF536-15B0-4467-8EB8-D0A227239F82}" dt="2025-04-10T19:08:41.807" v="18097" actId="20577"/>
          <ac:spMkLst>
            <pc:docMk/>
            <pc:sldMk cId="4103132114" sldId="2333"/>
            <ac:spMk id="12" creationId="{1FCD919D-212D-67F5-685B-D31CF13B0618}"/>
          </ac:spMkLst>
        </pc:spChg>
        <pc:spChg chg="mod">
          <ac:chgData name="Jithendra HS" userId="fbed575dba93ca78" providerId="LiveId" clId="{E04FF536-15B0-4467-8EB8-D0A227239F82}" dt="2025-04-10T19:10:52.163" v="18125" actId="20577"/>
          <ac:spMkLst>
            <pc:docMk/>
            <pc:sldMk cId="4103132114" sldId="2333"/>
            <ac:spMk id="14" creationId="{D5401781-4B29-B765-27F0-E2CAF038559D}"/>
          </ac:spMkLst>
        </pc:spChg>
        <pc:spChg chg="add mod ord">
          <ac:chgData name="Jithendra HS" userId="fbed575dba93ca78" providerId="LiveId" clId="{E04FF536-15B0-4467-8EB8-D0A227239F82}" dt="2025-04-10T19:12:55.989" v="18143" actId="1076"/>
          <ac:spMkLst>
            <pc:docMk/>
            <pc:sldMk cId="4103132114" sldId="2333"/>
            <ac:spMk id="16" creationId="{CC1B8924-5DF1-46FA-DA1F-0C5D271E4D54}"/>
          </ac:spMkLst>
        </pc:spChg>
        <pc:spChg chg="add mod ord">
          <ac:chgData name="Jithendra HS" userId="fbed575dba93ca78" providerId="LiveId" clId="{E04FF536-15B0-4467-8EB8-D0A227239F82}" dt="2025-04-10T19:13:11.638" v="18145" actId="1076"/>
          <ac:spMkLst>
            <pc:docMk/>
            <pc:sldMk cId="4103132114" sldId="2333"/>
            <ac:spMk id="17" creationId="{18CEEBB5-8C26-B5FF-40E0-1C546A4D9D4A}"/>
          </ac:spMkLst>
        </pc:spChg>
        <pc:spChg chg="add mod ord">
          <ac:chgData name="Jithendra HS" userId="fbed575dba93ca78" providerId="LiveId" clId="{E04FF536-15B0-4467-8EB8-D0A227239F82}" dt="2025-04-10T19:12:47.742" v="18141" actId="1076"/>
          <ac:spMkLst>
            <pc:docMk/>
            <pc:sldMk cId="4103132114" sldId="2333"/>
            <ac:spMk id="18" creationId="{2E555914-D3E1-3F4B-81BD-3830740245CB}"/>
          </ac:spMkLst>
        </pc:spChg>
        <pc:picChg chg="add mod">
          <ac:chgData name="Jithendra HS" userId="fbed575dba93ca78" providerId="LiveId" clId="{E04FF536-15B0-4467-8EB8-D0A227239F82}" dt="2025-04-10T19:06:19.364" v="18061" actId="1076"/>
          <ac:picMkLst>
            <pc:docMk/>
            <pc:sldMk cId="4103132114" sldId="2333"/>
            <ac:picMk id="6" creationId="{A28F0580-6795-05D4-BC2C-CAFFCAB42373}"/>
          </ac:picMkLst>
        </pc:picChg>
        <pc:picChg chg="add mod">
          <ac:chgData name="Jithendra HS" userId="fbed575dba93ca78" providerId="LiveId" clId="{E04FF536-15B0-4467-8EB8-D0A227239F82}" dt="2025-04-10T19:07:17.814" v="18071" actId="14100"/>
          <ac:picMkLst>
            <pc:docMk/>
            <pc:sldMk cId="4103132114" sldId="2333"/>
            <ac:picMk id="8" creationId="{D27E2744-AF33-E68F-3FAE-0A3F090916F5}"/>
          </ac:picMkLst>
        </pc:picChg>
        <pc:picChg chg="add mod">
          <ac:chgData name="Jithendra HS" userId="fbed575dba93ca78" providerId="LiveId" clId="{E04FF536-15B0-4467-8EB8-D0A227239F82}" dt="2025-04-10T19:13:45.540" v="18146" actId="1076"/>
          <ac:picMkLst>
            <pc:docMk/>
            <pc:sldMk cId="4103132114" sldId="2333"/>
            <ac:picMk id="10" creationId="{F5652632-AE07-F5F8-4F37-AB1343DBA98F}"/>
          </ac:picMkLst>
        </pc:picChg>
      </pc:sldChg>
      <pc:sldChg chg="addSp delSp modSp add mod">
        <pc:chgData name="Jithendra HS" userId="fbed575dba93ca78" providerId="LiveId" clId="{E04FF536-15B0-4467-8EB8-D0A227239F82}" dt="2025-04-10T20:34:25.600" v="18426" actId="6549"/>
        <pc:sldMkLst>
          <pc:docMk/>
          <pc:sldMk cId="782181442" sldId="2334"/>
        </pc:sldMkLst>
        <pc:spChg chg="add mod">
          <ac:chgData name="Jithendra HS" userId="fbed575dba93ca78" providerId="LiveId" clId="{E04FF536-15B0-4467-8EB8-D0A227239F82}" dt="2025-04-10T20:34:25.600" v="18426" actId="6549"/>
          <ac:spMkLst>
            <pc:docMk/>
            <pc:sldMk cId="782181442" sldId="2334"/>
            <ac:spMk id="3" creationId="{98E0E680-EB69-E20A-69E2-4110EA6AA223}"/>
          </ac:spMkLst>
        </pc:spChg>
        <pc:spChg chg="add mod ord">
          <ac:chgData name="Jithendra HS" userId="fbed575dba93ca78" providerId="LiveId" clId="{E04FF536-15B0-4467-8EB8-D0A227239F82}" dt="2025-04-10T19:19:47.825" v="18220" actId="20577"/>
          <ac:spMkLst>
            <pc:docMk/>
            <pc:sldMk cId="782181442" sldId="2334"/>
            <ac:spMk id="14" creationId="{FA9C631F-B6A6-D174-E0E3-4AA142A06855}"/>
          </ac:spMkLst>
        </pc:spChg>
        <pc:spChg chg="add mod ord">
          <ac:chgData name="Jithendra HS" userId="fbed575dba93ca78" providerId="LiveId" clId="{E04FF536-15B0-4467-8EB8-D0A227239F82}" dt="2025-04-10T19:22:24.067" v="18229" actId="20577"/>
          <ac:spMkLst>
            <pc:docMk/>
            <pc:sldMk cId="782181442" sldId="2334"/>
            <ac:spMk id="15" creationId="{A122FF74-B47F-E2AD-65B5-51F21164B6DF}"/>
          </ac:spMkLst>
        </pc:spChg>
        <pc:spChg chg="add mod ord">
          <ac:chgData name="Jithendra HS" userId="fbed575dba93ca78" providerId="LiveId" clId="{E04FF536-15B0-4467-8EB8-D0A227239F82}" dt="2025-04-10T19:20:29.014" v="18225" actId="1076"/>
          <ac:spMkLst>
            <pc:docMk/>
            <pc:sldMk cId="782181442" sldId="2334"/>
            <ac:spMk id="17" creationId="{DD334744-E001-BFB5-CD19-20C099ECFA41}"/>
          </ac:spMkLst>
        </pc:spChg>
        <pc:spChg chg="mod">
          <ac:chgData name="Jithendra HS" userId="fbed575dba93ca78" providerId="LiveId" clId="{E04FF536-15B0-4467-8EB8-D0A227239F82}" dt="2025-04-10T19:15:19.556" v="18178" actId="20577"/>
          <ac:spMkLst>
            <pc:docMk/>
            <pc:sldMk cId="782181442" sldId="2334"/>
            <ac:spMk id="22" creationId="{1FB96C28-BE97-D59D-D92A-1CB86FB92D6E}"/>
          </ac:spMkLst>
        </pc:spChg>
        <pc:spChg chg="mod">
          <ac:chgData name="Jithendra HS" userId="fbed575dba93ca78" providerId="LiveId" clId="{E04FF536-15B0-4467-8EB8-D0A227239F82}" dt="2025-04-10T19:16:38.070" v="18198" actId="20577"/>
          <ac:spMkLst>
            <pc:docMk/>
            <pc:sldMk cId="782181442" sldId="2334"/>
            <ac:spMk id="23" creationId="{0B8D27BE-371E-E7EF-DF1F-D7A3241DEF45}"/>
          </ac:spMkLst>
        </pc:spChg>
        <pc:spChg chg="mod ord">
          <ac:chgData name="Jithendra HS" userId="fbed575dba93ca78" providerId="LiveId" clId="{E04FF536-15B0-4467-8EB8-D0A227239F82}" dt="2025-04-10T19:14:33.117" v="18154" actId="1076"/>
          <ac:spMkLst>
            <pc:docMk/>
            <pc:sldMk cId="782181442" sldId="2334"/>
            <ac:spMk id="27" creationId="{F25860C4-698F-2949-BEB1-0D3FCB517505}"/>
          </ac:spMkLst>
        </pc:spChg>
        <pc:picChg chg="add mod">
          <ac:chgData name="Jithendra HS" userId="fbed575dba93ca78" providerId="LiveId" clId="{E04FF536-15B0-4467-8EB8-D0A227239F82}" dt="2025-04-10T19:14:23.589" v="18151" actId="1076"/>
          <ac:picMkLst>
            <pc:docMk/>
            <pc:sldMk cId="782181442" sldId="2334"/>
            <ac:picMk id="7" creationId="{24BFD2D6-EB74-A06B-ED13-2F4E1E19682B}"/>
          </ac:picMkLst>
        </pc:picChg>
        <pc:picChg chg="add mod">
          <ac:chgData name="Jithendra HS" userId="fbed575dba93ca78" providerId="LiveId" clId="{E04FF536-15B0-4467-8EB8-D0A227239F82}" dt="2025-04-10T19:19:11.004" v="18211" actId="1076"/>
          <ac:picMkLst>
            <pc:docMk/>
            <pc:sldMk cId="782181442" sldId="2334"/>
            <ac:picMk id="9" creationId="{71898091-314F-0741-748E-A6FB5DAA755A}"/>
          </ac:picMkLst>
        </pc:picChg>
        <pc:picChg chg="add mod">
          <ac:chgData name="Jithendra HS" userId="fbed575dba93ca78" providerId="LiveId" clId="{E04FF536-15B0-4467-8EB8-D0A227239F82}" dt="2025-04-10T19:19:16.564" v="18213" actId="14100"/>
          <ac:picMkLst>
            <pc:docMk/>
            <pc:sldMk cId="782181442" sldId="2334"/>
            <ac:picMk id="16" creationId="{C412426A-F46F-D4A0-2D8C-2D84908455C6}"/>
          </ac:picMkLst>
        </pc:picChg>
      </pc:sldChg>
      <pc:sldChg chg="addSp delSp modSp add mod">
        <pc:chgData name="Jithendra HS" userId="fbed575dba93ca78" providerId="LiveId" clId="{E04FF536-15B0-4467-8EB8-D0A227239F82}" dt="2025-04-10T22:40:13.003" v="18553" actId="20577"/>
        <pc:sldMkLst>
          <pc:docMk/>
          <pc:sldMk cId="3614807651" sldId="2335"/>
        </pc:sldMkLst>
        <pc:spChg chg="mod">
          <ac:chgData name="Jithendra HS" userId="fbed575dba93ca78" providerId="LiveId" clId="{E04FF536-15B0-4467-8EB8-D0A227239F82}" dt="2025-04-10T04:21:23.820" v="16981" actId="20577"/>
          <ac:spMkLst>
            <pc:docMk/>
            <pc:sldMk cId="3614807651" sldId="2335"/>
            <ac:spMk id="2" creationId="{9303CC32-95E8-A38D-FF56-906C149B6FF0}"/>
          </ac:spMkLst>
        </pc:spChg>
        <pc:spChg chg="add mod">
          <ac:chgData name="Jithendra HS" userId="fbed575dba93ca78" providerId="LiveId" clId="{E04FF536-15B0-4467-8EB8-D0A227239F82}" dt="2025-04-10T19:28:02.096" v="18283" actId="1076"/>
          <ac:spMkLst>
            <pc:docMk/>
            <pc:sldMk cId="3614807651" sldId="2335"/>
            <ac:spMk id="3" creationId="{8C1AA2E7-0D2F-577F-8C2C-39015A62773B}"/>
          </ac:spMkLst>
        </pc:spChg>
        <pc:spChg chg="add mod">
          <ac:chgData name="Jithendra HS" userId="fbed575dba93ca78" providerId="LiveId" clId="{E04FF536-15B0-4467-8EB8-D0A227239F82}" dt="2025-04-10T04:22:33.893" v="16993" actId="13926"/>
          <ac:spMkLst>
            <pc:docMk/>
            <pc:sldMk cId="3614807651" sldId="2335"/>
            <ac:spMk id="7" creationId="{324C9905-D4E8-7540-DB1C-DAB8B39718CB}"/>
          </ac:spMkLst>
        </pc:spChg>
        <pc:spChg chg="add mod">
          <ac:chgData name="Jithendra HS" userId="fbed575dba93ca78" providerId="LiveId" clId="{E04FF536-15B0-4467-8EB8-D0A227239F82}" dt="2025-04-10T04:22:38.627" v="16994" actId="13926"/>
          <ac:spMkLst>
            <pc:docMk/>
            <pc:sldMk cId="3614807651" sldId="2335"/>
            <ac:spMk id="8" creationId="{341A1FD8-5733-9938-813F-CE7252EA2DBC}"/>
          </ac:spMkLst>
        </pc:spChg>
        <pc:spChg chg="add mod">
          <ac:chgData name="Jithendra HS" userId="fbed575dba93ca78" providerId="LiveId" clId="{E04FF536-15B0-4467-8EB8-D0A227239F82}" dt="2025-04-10T04:22:42.595" v="16995" actId="13926"/>
          <ac:spMkLst>
            <pc:docMk/>
            <pc:sldMk cId="3614807651" sldId="2335"/>
            <ac:spMk id="9" creationId="{565D4B40-5C51-5C75-D168-50878BEDCE55}"/>
          </ac:spMkLst>
        </pc:spChg>
        <pc:spChg chg="add mod">
          <ac:chgData name="Jithendra HS" userId="fbed575dba93ca78" providerId="LiveId" clId="{E04FF536-15B0-4467-8EB8-D0A227239F82}" dt="2025-04-10T04:22:47.054" v="16996" actId="13926"/>
          <ac:spMkLst>
            <pc:docMk/>
            <pc:sldMk cId="3614807651" sldId="2335"/>
            <ac:spMk id="10" creationId="{E7EC5DD8-2808-C877-4424-D9BF37F4E7FF}"/>
          </ac:spMkLst>
        </pc:spChg>
        <pc:spChg chg="add mod">
          <ac:chgData name="Jithendra HS" userId="fbed575dba93ca78" providerId="LiveId" clId="{E04FF536-15B0-4467-8EB8-D0A227239F82}" dt="2025-04-10T04:23:02.869" v="16997" actId="13926"/>
          <ac:spMkLst>
            <pc:docMk/>
            <pc:sldMk cId="3614807651" sldId="2335"/>
            <ac:spMk id="11" creationId="{30D55F47-0B94-F458-07D6-769BBD5B36B6}"/>
          </ac:spMkLst>
        </pc:spChg>
        <pc:spChg chg="add mod">
          <ac:chgData name="Jithendra HS" userId="fbed575dba93ca78" providerId="LiveId" clId="{E04FF536-15B0-4467-8EB8-D0A227239F82}" dt="2025-04-10T22:40:13.003" v="18553" actId="20577"/>
          <ac:spMkLst>
            <pc:docMk/>
            <pc:sldMk cId="3614807651" sldId="2335"/>
            <ac:spMk id="13" creationId="{449D7A01-8E8E-0EF7-F281-7DB3AD4C90D9}"/>
          </ac:spMkLst>
        </pc:spChg>
        <pc:picChg chg="add mod">
          <ac:chgData name="Jithendra HS" userId="fbed575dba93ca78" providerId="LiveId" clId="{E04FF536-15B0-4467-8EB8-D0A227239F82}" dt="2025-04-10T04:19:40.794" v="16939" actId="1076"/>
          <ac:picMkLst>
            <pc:docMk/>
            <pc:sldMk cId="3614807651" sldId="2335"/>
            <ac:picMk id="6" creationId="{8A62546A-019E-A5F7-B521-F77BDB9EA52E}"/>
          </ac:picMkLst>
        </pc:picChg>
      </pc:sldChg>
      <pc:sldChg chg="modSp add del mod">
        <pc:chgData name="Jithendra HS" userId="fbed575dba93ca78" providerId="LiveId" clId="{E04FF536-15B0-4467-8EB8-D0A227239F82}" dt="2025-04-10T04:23:59.192" v="17007" actId="47"/>
        <pc:sldMkLst>
          <pc:docMk/>
          <pc:sldMk cId="1744566376" sldId="2336"/>
        </pc:sldMkLst>
      </pc:sldChg>
      <pc:sldChg chg="add">
        <pc:chgData name="Jithendra HS" userId="fbed575dba93ca78" providerId="LiveId" clId="{E04FF536-15B0-4467-8EB8-D0A227239F82}" dt="2025-04-10T02:52:22.399" v="16239"/>
        <pc:sldMkLst>
          <pc:docMk/>
          <pc:sldMk cId="1874800639" sldId="2337"/>
        </pc:sldMkLst>
      </pc:sldChg>
      <pc:sldChg chg="addSp delSp modSp new mod">
        <pc:chgData name="Jithendra HS" userId="fbed575dba93ca78" providerId="LiveId" clId="{E04FF536-15B0-4467-8EB8-D0A227239F82}" dt="2025-04-10T17:29:51.208" v="17503" actId="207"/>
        <pc:sldMkLst>
          <pc:docMk/>
          <pc:sldMk cId="2745520122" sldId="2338"/>
        </pc:sldMkLst>
        <pc:spChg chg="mod">
          <ac:chgData name="Jithendra HS" userId="fbed575dba93ca78" providerId="LiveId" clId="{E04FF536-15B0-4467-8EB8-D0A227239F82}" dt="2025-04-10T05:09:44.539" v="17355" actId="20577"/>
          <ac:spMkLst>
            <pc:docMk/>
            <pc:sldMk cId="2745520122" sldId="2338"/>
            <ac:spMk id="2" creationId="{8B0DB93B-7C11-96F2-2AC0-56141D20E125}"/>
          </ac:spMkLst>
        </pc:spChg>
        <pc:spChg chg="add mod">
          <ac:chgData name="Jithendra HS" userId="fbed575dba93ca78" providerId="LiveId" clId="{E04FF536-15B0-4467-8EB8-D0A227239F82}" dt="2025-04-10T17:29:51.208" v="17503" actId="207"/>
          <ac:spMkLst>
            <pc:docMk/>
            <pc:sldMk cId="2745520122" sldId="2338"/>
            <ac:spMk id="29" creationId="{7CE60FB8-2DF5-C36B-8CD5-171D21062956}"/>
          </ac:spMkLst>
        </pc:spChg>
        <pc:spChg chg="add mod">
          <ac:chgData name="Jithendra HS" userId="fbed575dba93ca78" providerId="LiveId" clId="{E04FF536-15B0-4467-8EB8-D0A227239F82}" dt="2025-04-10T17:26:20.986" v="17492" actId="20577"/>
          <ac:spMkLst>
            <pc:docMk/>
            <pc:sldMk cId="2745520122" sldId="2338"/>
            <ac:spMk id="32" creationId="{F30FCA4D-1ABD-A7BF-4D31-070C2EECB885}"/>
          </ac:spMkLst>
        </pc:spChg>
        <pc:spChg chg="add mod">
          <ac:chgData name="Jithendra HS" userId="fbed575dba93ca78" providerId="LiveId" clId="{E04FF536-15B0-4467-8EB8-D0A227239F82}" dt="2025-04-10T17:29:35.710" v="17502" actId="207"/>
          <ac:spMkLst>
            <pc:docMk/>
            <pc:sldMk cId="2745520122" sldId="2338"/>
            <ac:spMk id="35" creationId="{5AB7224C-E93E-B151-CF17-8070AC09EA87}"/>
          </ac:spMkLst>
        </pc:spChg>
        <pc:picChg chg="add mod">
          <ac:chgData name="Jithendra HS" userId="fbed575dba93ca78" providerId="LiveId" clId="{E04FF536-15B0-4467-8EB8-D0A227239F82}" dt="2025-04-10T17:23:32.621" v="17443" actId="1076"/>
          <ac:picMkLst>
            <pc:docMk/>
            <pc:sldMk cId="2745520122" sldId="2338"/>
            <ac:picMk id="5" creationId="{2F98C84D-0A2A-3881-52D2-593ABC933555}"/>
          </ac:picMkLst>
        </pc:picChg>
        <pc:picChg chg="add mod">
          <ac:chgData name="Jithendra HS" userId="fbed575dba93ca78" providerId="LiveId" clId="{E04FF536-15B0-4467-8EB8-D0A227239F82}" dt="2025-04-10T17:11:37.702" v="17432" actId="1076"/>
          <ac:picMkLst>
            <pc:docMk/>
            <pc:sldMk cId="2745520122" sldId="2338"/>
            <ac:picMk id="6" creationId="{393A5D96-8CC2-8B46-6376-D4F25F079D39}"/>
          </ac:picMkLst>
        </pc:picChg>
        <pc:picChg chg="add mod">
          <ac:chgData name="Jithendra HS" userId="fbed575dba93ca78" providerId="LiveId" clId="{E04FF536-15B0-4467-8EB8-D0A227239F82}" dt="2025-04-10T17:11:34.599" v="17431" actId="1076"/>
          <ac:picMkLst>
            <pc:docMk/>
            <pc:sldMk cId="2745520122" sldId="2338"/>
            <ac:picMk id="8" creationId="{BD5509DA-7403-221F-103D-1BEFB125659C}"/>
          </ac:picMkLst>
        </pc:picChg>
        <pc:picChg chg="add mod">
          <ac:chgData name="Jithendra HS" userId="fbed575dba93ca78" providerId="LiveId" clId="{E04FF536-15B0-4467-8EB8-D0A227239F82}" dt="2025-04-10T17:25:25.255" v="17450" actId="1076"/>
          <ac:picMkLst>
            <pc:docMk/>
            <pc:sldMk cId="2745520122" sldId="2338"/>
            <ac:picMk id="31" creationId="{3C04E20D-1BEC-CA44-E967-C3685DB40611}"/>
          </ac:picMkLst>
        </pc:picChg>
        <pc:picChg chg="add mod">
          <ac:chgData name="Jithendra HS" userId="fbed575dba93ca78" providerId="LiveId" clId="{E04FF536-15B0-4467-8EB8-D0A227239F82}" dt="2025-04-10T17:29:05.223" v="17499" actId="1076"/>
          <ac:picMkLst>
            <pc:docMk/>
            <pc:sldMk cId="2745520122" sldId="2338"/>
            <ac:picMk id="34" creationId="{85EF308E-7AA0-1F93-D80E-99271A8A1D1C}"/>
          </ac:picMkLst>
        </pc:picChg>
        <pc:cxnChg chg="add mod">
          <ac:chgData name="Jithendra HS" userId="fbed575dba93ca78" providerId="LiveId" clId="{E04FF536-15B0-4467-8EB8-D0A227239F82}" dt="2025-04-10T17:09:59.704" v="17426" actId="14100"/>
          <ac:cxnSpMkLst>
            <pc:docMk/>
            <pc:sldMk cId="2745520122" sldId="2338"/>
            <ac:cxnSpMk id="20" creationId="{8735B86A-EBF7-E70C-8D1F-F35507D2FC0D}"/>
          </ac:cxnSpMkLst>
        </pc:cxnChg>
        <pc:cxnChg chg="add mod">
          <ac:chgData name="Jithendra HS" userId="fbed575dba93ca78" providerId="LiveId" clId="{E04FF536-15B0-4467-8EB8-D0A227239F82}" dt="2025-04-10T17:10:15.001" v="17430" actId="14100"/>
          <ac:cxnSpMkLst>
            <pc:docMk/>
            <pc:sldMk cId="2745520122" sldId="2338"/>
            <ac:cxnSpMk id="23" creationId="{BCBC7458-C940-252E-E31F-6FFF81D52931}"/>
          </ac:cxnSpMkLst>
        </pc:cxnChg>
      </pc:sldChg>
      <pc:sldChg chg="addSp delSp modSp new mod">
        <pc:chgData name="Jithendra HS" userId="fbed575dba93ca78" providerId="LiveId" clId="{E04FF536-15B0-4467-8EB8-D0A227239F82}" dt="2025-04-10T17:56:32.221" v="17836" actId="20577"/>
        <pc:sldMkLst>
          <pc:docMk/>
          <pc:sldMk cId="2626740099" sldId="2339"/>
        </pc:sldMkLst>
        <pc:spChg chg="mod">
          <ac:chgData name="Jithendra HS" userId="fbed575dba93ca78" providerId="LiveId" clId="{E04FF536-15B0-4467-8EB8-D0A227239F82}" dt="2025-04-10T03:15:06.920" v="16585" actId="20577"/>
          <ac:spMkLst>
            <pc:docMk/>
            <pc:sldMk cId="2626740099" sldId="2339"/>
            <ac:spMk id="2" creationId="{EE3F98BC-C39B-A292-94A9-79506EC111CD}"/>
          </ac:spMkLst>
        </pc:spChg>
        <pc:spChg chg="add mod">
          <ac:chgData name="Jithendra HS" userId="fbed575dba93ca78" providerId="LiveId" clId="{E04FF536-15B0-4467-8EB8-D0A227239F82}" dt="2025-04-10T17:56:32.221" v="17836" actId="20577"/>
          <ac:spMkLst>
            <pc:docMk/>
            <pc:sldMk cId="2626740099" sldId="2339"/>
            <ac:spMk id="13" creationId="{62820126-1FAB-C0C5-A6C6-1EE6BA2B87A9}"/>
          </ac:spMkLst>
        </pc:spChg>
        <pc:picChg chg="add mod">
          <ac:chgData name="Jithendra HS" userId="fbed575dba93ca78" providerId="LiveId" clId="{E04FF536-15B0-4467-8EB8-D0A227239F82}" dt="2025-04-10T17:50:11.773" v="17786" actId="14100"/>
          <ac:picMkLst>
            <pc:docMk/>
            <pc:sldMk cId="2626740099" sldId="2339"/>
            <ac:picMk id="5" creationId="{10C413D1-EA7D-0E7F-D4A9-7C535B80EEF1}"/>
          </ac:picMkLst>
        </pc:picChg>
        <pc:picChg chg="add mod">
          <ac:chgData name="Jithendra HS" userId="fbed575dba93ca78" providerId="LiveId" clId="{E04FF536-15B0-4467-8EB8-D0A227239F82}" dt="2025-04-10T17:50:41.557" v="17790" actId="14100"/>
          <ac:picMkLst>
            <pc:docMk/>
            <pc:sldMk cId="2626740099" sldId="2339"/>
            <ac:picMk id="8" creationId="{7891FE70-A712-2EAF-9343-C679460CE5A8}"/>
          </ac:picMkLst>
        </pc:picChg>
      </pc:sldChg>
      <pc:sldChg chg="addSp delSp modSp add mod ord">
        <pc:chgData name="Jithendra HS" userId="fbed575dba93ca78" providerId="LiveId" clId="{E04FF536-15B0-4467-8EB8-D0A227239F82}" dt="2025-04-10T19:03:15.474" v="18057" actId="13926"/>
        <pc:sldMkLst>
          <pc:docMk/>
          <pc:sldMk cId="42041326" sldId="2340"/>
        </pc:sldMkLst>
        <pc:spChg chg="mod">
          <ac:chgData name="Jithendra HS" userId="fbed575dba93ca78" providerId="LiveId" clId="{E04FF536-15B0-4467-8EB8-D0A227239F82}" dt="2025-04-10T18:47:59.587" v="17889" actId="20577"/>
          <ac:spMkLst>
            <pc:docMk/>
            <pc:sldMk cId="42041326" sldId="2340"/>
            <ac:spMk id="2" creationId="{95A459DF-4798-8BC9-53A5-9C27D5EF661C}"/>
          </ac:spMkLst>
        </pc:spChg>
        <pc:spChg chg="mod ord">
          <ac:chgData name="Jithendra HS" userId="fbed575dba93ca78" providerId="LiveId" clId="{E04FF536-15B0-4467-8EB8-D0A227239F82}" dt="2025-04-10T18:51:50.750" v="17916" actId="14100"/>
          <ac:spMkLst>
            <pc:docMk/>
            <pc:sldMk cId="42041326" sldId="2340"/>
            <ac:spMk id="11" creationId="{4D40789A-2354-293F-5FC9-3867A53279D7}"/>
          </ac:spMkLst>
        </pc:spChg>
        <pc:spChg chg="add mod">
          <ac:chgData name="Jithendra HS" userId="fbed575dba93ca78" providerId="LiveId" clId="{E04FF536-15B0-4467-8EB8-D0A227239F82}" dt="2025-04-10T18:59:40.566" v="17994" actId="20577"/>
          <ac:spMkLst>
            <pc:docMk/>
            <pc:sldMk cId="42041326" sldId="2340"/>
            <ac:spMk id="22" creationId="{E2666BBE-70C3-77D6-7145-7EAE6CA49D0D}"/>
          </ac:spMkLst>
        </pc:spChg>
        <pc:spChg chg="add mod">
          <ac:chgData name="Jithendra HS" userId="fbed575dba93ca78" providerId="LiveId" clId="{E04FF536-15B0-4467-8EB8-D0A227239F82}" dt="2025-04-10T18:59:57.430" v="17998" actId="20577"/>
          <ac:spMkLst>
            <pc:docMk/>
            <pc:sldMk cId="42041326" sldId="2340"/>
            <ac:spMk id="23" creationId="{8181B023-7791-2DC4-FDA1-480257243BE5}"/>
          </ac:spMkLst>
        </pc:spChg>
        <pc:spChg chg="add mod">
          <ac:chgData name="Jithendra HS" userId="fbed575dba93ca78" providerId="LiveId" clId="{E04FF536-15B0-4467-8EB8-D0A227239F82}" dt="2025-04-10T19:00:19.073" v="18006" actId="20577"/>
          <ac:spMkLst>
            <pc:docMk/>
            <pc:sldMk cId="42041326" sldId="2340"/>
            <ac:spMk id="24" creationId="{1AF1ED0E-7F5D-2EB4-8B45-2EB8F2701328}"/>
          </ac:spMkLst>
        </pc:spChg>
        <pc:spChg chg="add mod">
          <ac:chgData name="Jithendra HS" userId="fbed575dba93ca78" providerId="LiveId" clId="{E04FF536-15B0-4467-8EB8-D0A227239F82}" dt="2025-04-10T19:03:15.474" v="18057" actId="13926"/>
          <ac:spMkLst>
            <pc:docMk/>
            <pc:sldMk cId="42041326" sldId="2340"/>
            <ac:spMk id="25" creationId="{BB1D6A3A-7685-BDA8-B2E3-E2DBDE13C3F6}"/>
          </ac:spMkLst>
        </pc:spChg>
        <pc:picChg chg="add mod">
          <ac:chgData name="Jithendra HS" userId="fbed575dba93ca78" providerId="LiveId" clId="{E04FF536-15B0-4467-8EB8-D0A227239F82}" dt="2025-04-10T18:49:06.887" v="17899" actId="1076"/>
          <ac:picMkLst>
            <pc:docMk/>
            <pc:sldMk cId="42041326" sldId="2340"/>
            <ac:picMk id="6" creationId="{65657847-E7DF-85A9-AD7F-EE5496385942}"/>
          </ac:picMkLst>
        </pc:picChg>
        <pc:picChg chg="add mod">
          <ac:chgData name="Jithendra HS" userId="fbed575dba93ca78" providerId="LiveId" clId="{E04FF536-15B0-4467-8EB8-D0A227239F82}" dt="2025-04-10T18:50:48.510" v="17906" actId="1076"/>
          <ac:picMkLst>
            <pc:docMk/>
            <pc:sldMk cId="42041326" sldId="2340"/>
            <ac:picMk id="8" creationId="{88AF6FD3-6A99-603E-5886-2CED0622F0A1}"/>
          </ac:picMkLst>
        </pc:picChg>
        <pc:picChg chg="add mod">
          <ac:chgData name="Jithendra HS" userId="fbed575dba93ca78" providerId="LiveId" clId="{E04FF536-15B0-4467-8EB8-D0A227239F82}" dt="2025-04-10T19:00:11.099" v="18001" actId="1076"/>
          <ac:picMkLst>
            <pc:docMk/>
            <pc:sldMk cId="42041326" sldId="2340"/>
            <ac:picMk id="10" creationId="{EBDFBBE6-1B4E-F5BA-0538-2BACD5D235DC}"/>
          </ac:picMkLst>
        </pc:picChg>
      </pc:sldChg>
      <pc:sldChg chg="new del">
        <pc:chgData name="Jithendra HS" userId="fbed575dba93ca78" providerId="LiveId" clId="{E04FF536-15B0-4467-8EB8-D0A227239F82}" dt="2025-04-10T18:47:49.525" v="17884" actId="680"/>
        <pc:sldMkLst>
          <pc:docMk/>
          <pc:sldMk cId="3470977236" sldId="2340"/>
        </pc:sldMkLst>
      </pc:sldChg>
      <pc:sldChg chg="modSp add mod">
        <pc:chgData name="Jithendra HS" userId="fbed575dba93ca78" providerId="LiveId" clId="{E04FF536-15B0-4467-8EB8-D0A227239F82}" dt="2025-04-13T03:36:42.944" v="18961" actId="20577"/>
        <pc:sldMkLst>
          <pc:docMk/>
          <pc:sldMk cId="2397238078" sldId="2341"/>
        </pc:sldMkLst>
        <pc:spChg chg="mod">
          <ac:chgData name="Jithendra HS" userId="fbed575dba93ca78" providerId="LiveId" clId="{E04FF536-15B0-4467-8EB8-D0A227239F82}" dt="2025-04-13T03:24:22.332" v="18556" actId="20577"/>
          <ac:spMkLst>
            <pc:docMk/>
            <pc:sldMk cId="2397238078" sldId="2341"/>
            <ac:spMk id="2" creationId="{2EDDB7A0-08A5-4580-8F4A-3FE7351225FD}"/>
          </ac:spMkLst>
        </pc:spChg>
        <pc:spChg chg="mod">
          <ac:chgData name="Jithendra HS" userId="fbed575dba93ca78" providerId="LiveId" clId="{E04FF536-15B0-4467-8EB8-D0A227239F82}" dt="2025-04-13T03:36:42.944" v="18961" actId="20577"/>
          <ac:spMkLst>
            <pc:docMk/>
            <pc:sldMk cId="2397238078" sldId="2341"/>
            <ac:spMk id="3" creationId="{00CCA101-D714-AAF6-DFEF-F2D4DD3663D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9A335D9B-03A2-4803-A9DF-755292C686FE}" type="datetimeFigureOut">
              <a:rPr lang="en-US" smtClean="0"/>
              <a:t>4/12/2025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67DD8FE7-7CBA-450D-BF10-A3F473477CF8}" type="slidenum">
              <a:rPr lang="en-US" smtClean="0"/>
              <a:t>‹#›</a:t>
            </a:fld>
            <a:endParaRPr lang="en-US"/>
          </a:p>
        </p:txBody>
      </p:sp>
    </p:spTree>
    <p:extLst>
      <p:ext uri="{BB962C8B-B14F-4D97-AF65-F5344CB8AC3E}">
        <p14:creationId xmlns:p14="http://schemas.microsoft.com/office/powerpoint/2010/main" val="2325791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DD8FE7-7CBA-450D-BF10-A3F473477CF8}" type="slidenum">
              <a:rPr lang="en-US" smtClean="0"/>
              <a:t>7</a:t>
            </a:fld>
            <a:endParaRPr lang="en-US"/>
          </a:p>
        </p:txBody>
      </p:sp>
    </p:spTree>
    <p:extLst>
      <p:ext uri="{BB962C8B-B14F-4D97-AF65-F5344CB8AC3E}">
        <p14:creationId xmlns:p14="http://schemas.microsoft.com/office/powerpoint/2010/main" val="1862332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DD8FE7-7CBA-450D-BF10-A3F473477CF8}" type="slidenum">
              <a:rPr lang="en-US" smtClean="0"/>
              <a:t>52</a:t>
            </a:fld>
            <a:endParaRPr lang="en-US"/>
          </a:p>
        </p:txBody>
      </p:sp>
    </p:spTree>
    <p:extLst>
      <p:ext uri="{BB962C8B-B14F-4D97-AF65-F5344CB8AC3E}">
        <p14:creationId xmlns:p14="http://schemas.microsoft.com/office/powerpoint/2010/main" val="2180088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B4253-4057-4341-BC1A-1C896BD275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1A1333-FAE3-4D13-8BED-062DACD8C3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DFFE3982-50DE-4850-B59E-DDEFE02F4677}"/>
              </a:ext>
            </a:extLst>
          </p:cNvPr>
          <p:cNvSpPr>
            <a:spLocks noGrp="1"/>
          </p:cNvSpPr>
          <p:nvPr>
            <p:ph type="sldNum" sz="quarter" idx="12"/>
          </p:nvPr>
        </p:nvSpPr>
        <p:spPr>
          <a:xfrm>
            <a:off x="11492916" y="5809333"/>
            <a:ext cx="699083" cy="365125"/>
          </a:xfrm>
          <a:prstGeom prst="rect">
            <a:avLst/>
          </a:prstGeom>
        </p:spPr>
        <p:txBody>
          <a:bodyPr/>
          <a:lstStyle/>
          <a:p>
            <a:fld id="{028CE896-619B-44F9-BE7F-139D1400166E}" type="slidenum">
              <a:rPr lang="en-US" smtClean="0"/>
              <a:t>‹#›</a:t>
            </a:fld>
            <a:endParaRPr lang="en-US"/>
          </a:p>
        </p:txBody>
      </p:sp>
      <p:sp>
        <p:nvSpPr>
          <p:cNvPr id="13" name="Rectangle 12">
            <a:extLst>
              <a:ext uri="{FF2B5EF4-FFF2-40B4-BE49-F238E27FC236}">
                <a16:creationId xmlns:a16="http://schemas.microsoft.com/office/drawing/2014/main" id="{25C5D012-7049-4B4E-ADBE-B9D5B82D3AEE}"/>
              </a:ext>
            </a:extLst>
          </p:cNvPr>
          <p:cNvSpPr/>
          <p:nvPr userDrawn="1"/>
        </p:nvSpPr>
        <p:spPr>
          <a:xfrm>
            <a:off x="25167" y="683543"/>
            <a:ext cx="12164038" cy="214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9034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C6A43-0E84-4732-B711-8D28CD8755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51763F-C6C5-40FB-A2B1-5DCDC3929A5A}"/>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654E343C-F5C5-4CBD-8CE6-D0E2552B28A8}"/>
              </a:ext>
            </a:extLst>
          </p:cNvPr>
          <p:cNvSpPr>
            <a:spLocks noGrp="1"/>
          </p:cNvSpPr>
          <p:nvPr>
            <p:ph type="sldNum" sz="quarter" idx="12"/>
          </p:nvPr>
        </p:nvSpPr>
        <p:spPr>
          <a:xfrm>
            <a:off x="11492916" y="5809333"/>
            <a:ext cx="699083" cy="365125"/>
          </a:xfrm>
          <a:prstGeom prst="rect">
            <a:avLst/>
          </a:prstGeom>
        </p:spPr>
        <p:txBody>
          <a:bodyPr/>
          <a:lstStyle/>
          <a:p>
            <a:fld id="{028CE896-619B-44F9-BE7F-139D1400166E}" type="slidenum">
              <a:rPr lang="en-US" smtClean="0"/>
              <a:t>‹#›</a:t>
            </a:fld>
            <a:endParaRPr lang="en-US"/>
          </a:p>
        </p:txBody>
      </p:sp>
    </p:spTree>
    <p:extLst>
      <p:ext uri="{BB962C8B-B14F-4D97-AF65-F5344CB8AC3E}">
        <p14:creationId xmlns:p14="http://schemas.microsoft.com/office/powerpoint/2010/main" val="3861899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C607E-CFD3-4F38-A55A-42BDB9BC1A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EDBDCE-E32F-4381-96AF-9D93061587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FB75B4E3-2E0D-47C5-ADF5-A4EE9013ECED}"/>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Tree>
    <p:extLst>
      <p:ext uri="{BB962C8B-B14F-4D97-AF65-F5344CB8AC3E}">
        <p14:creationId xmlns:p14="http://schemas.microsoft.com/office/powerpoint/2010/main" val="2031574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C000F-BA9E-4734-ADD7-E5F27F7AA6C2}"/>
              </a:ext>
            </a:extLst>
          </p:cNvPr>
          <p:cNvSpPr>
            <a:spLocks noGrp="1"/>
          </p:cNvSpPr>
          <p:nvPr>
            <p:ph type="title"/>
          </p:nvPr>
        </p:nvSpPr>
        <p:spPr>
          <a:xfrm>
            <a:off x="0" y="60356"/>
            <a:ext cx="12192000" cy="670402"/>
          </a:xfrm>
        </p:spPr>
        <p:txBody>
          <a:bodyPr>
            <a:normAutofit/>
          </a:bodyPr>
          <a:lstStyle>
            <a:lvl1pPr algn="ct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C3C4329-DA73-4E18-918D-E8C2506A304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777BE961-16FF-4DF3-BBB3-00F5FA357DA5}"/>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Tree>
    <p:extLst>
      <p:ext uri="{BB962C8B-B14F-4D97-AF65-F5344CB8AC3E}">
        <p14:creationId xmlns:p14="http://schemas.microsoft.com/office/powerpoint/2010/main" val="1576330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CB6FB-5FC5-4D92-820D-0570B1A551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49A36D-5AA9-40FC-9008-AB67BDD2B6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5FE26C4A-3F1D-4EAD-A3D3-DDE99642288E}"/>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Tree>
    <p:extLst>
      <p:ext uri="{BB962C8B-B14F-4D97-AF65-F5344CB8AC3E}">
        <p14:creationId xmlns:p14="http://schemas.microsoft.com/office/powerpoint/2010/main" val="237323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5510-43DE-4BF0-A87F-71C22584C1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B6A018-A310-4558-805E-C05213813B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CFF5CD-7180-4E59-A463-009AD3E601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7206184-957D-4DFE-9429-40CAF6098C54}"/>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Tree>
    <p:extLst>
      <p:ext uri="{BB962C8B-B14F-4D97-AF65-F5344CB8AC3E}">
        <p14:creationId xmlns:p14="http://schemas.microsoft.com/office/powerpoint/2010/main" val="2276546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D396E-7360-4EE7-A619-5B89FBA37D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D0A5D1-9F26-4B9C-ACBB-3EA6BA5D42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076CB7-A16F-47D9-8D47-98677804A7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E40767-4B25-4F29-80E5-38ADBC5A83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08B0E4-C460-4E5E-A00C-7911C7EFD3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391B2E-4E6E-4AE1-BE1F-67C68E026772}"/>
              </a:ext>
            </a:extLst>
          </p:cNvPr>
          <p:cNvSpPr>
            <a:spLocks noGrp="1"/>
          </p:cNvSpPr>
          <p:nvPr>
            <p:ph type="dt" sz="half" idx="10"/>
          </p:nvPr>
        </p:nvSpPr>
        <p:spPr>
          <a:xfrm>
            <a:off x="10544960" y="5809332"/>
            <a:ext cx="947955"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AC4DA1C9-D632-4E85-BC97-9E0DBEA32E2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109B3A8C-F187-466C-8331-1674B786DA32}"/>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Tree>
    <p:extLst>
      <p:ext uri="{BB962C8B-B14F-4D97-AF65-F5344CB8AC3E}">
        <p14:creationId xmlns:p14="http://schemas.microsoft.com/office/powerpoint/2010/main" val="3688083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C3AA0-D1F3-4D43-99EE-72662B2E1CBC}"/>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E486EF63-7D54-46E3-873A-7066581939F3}"/>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Tree>
    <p:extLst>
      <p:ext uri="{BB962C8B-B14F-4D97-AF65-F5344CB8AC3E}">
        <p14:creationId xmlns:p14="http://schemas.microsoft.com/office/powerpoint/2010/main" val="309841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C99D83-DF43-48E7-B265-34780F4132D5}"/>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
        <p:nvSpPr>
          <p:cNvPr id="11" name="Title 1">
            <a:extLst>
              <a:ext uri="{FF2B5EF4-FFF2-40B4-BE49-F238E27FC236}">
                <a16:creationId xmlns:a16="http://schemas.microsoft.com/office/drawing/2014/main" id="{3925F07A-2E8B-4AB4-8002-8B6DD6591201}"/>
              </a:ext>
            </a:extLst>
          </p:cNvPr>
          <p:cNvSpPr>
            <a:spLocks noGrp="1"/>
          </p:cNvSpPr>
          <p:nvPr>
            <p:ph type="title"/>
          </p:nvPr>
        </p:nvSpPr>
        <p:spPr>
          <a:xfrm>
            <a:off x="838200" y="365125"/>
            <a:ext cx="10515600" cy="1325563"/>
          </a:xfrm>
        </p:spPr>
        <p:txBody>
          <a:bodyPr/>
          <a:lstStyle/>
          <a:p>
            <a:r>
              <a:rPr lang="en-US"/>
              <a:t>Click to edit Master title style</a:t>
            </a:r>
          </a:p>
        </p:txBody>
      </p:sp>
      <p:sp>
        <p:nvSpPr>
          <p:cNvPr id="12" name="Rectangle 11">
            <a:extLst>
              <a:ext uri="{FF2B5EF4-FFF2-40B4-BE49-F238E27FC236}">
                <a16:creationId xmlns:a16="http://schemas.microsoft.com/office/drawing/2014/main" id="{54B2E82A-14A2-4863-889F-77A7E56A2768}"/>
              </a:ext>
            </a:extLst>
          </p:cNvPr>
          <p:cNvSpPr/>
          <p:nvPr userDrawn="1"/>
        </p:nvSpPr>
        <p:spPr>
          <a:xfrm>
            <a:off x="0" y="266921"/>
            <a:ext cx="12192000" cy="85351"/>
          </a:xfrm>
          <a:prstGeom prst="rect">
            <a:avLst/>
          </a:prstGeom>
          <a:solidFill>
            <a:srgbClr val="C1AC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A15AC606-D713-4A40-BCE7-250D6B73D055}"/>
              </a:ext>
            </a:extLst>
          </p:cNvPr>
          <p:cNvSpPr/>
          <p:nvPr userDrawn="1"/>
        </p:nvSpPr>
        <p:spPr>
          <a:xfrm>
            <a:off x="0" y="0"/>
            <a:ext cx="12192000" cy="2988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261661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C6A43-0E84-4732-B711-8D28CD8755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51763F-C6C5-40FB-A2B1-5DCDC3929A5A}"/>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D67589-DD5B-4658-9FBF-06E3C23246D9}"/>
              </a:ext>
            </a:extLst>
          </p:cNvPr>
          <p:cNvSpPr>
            <a:spLocks noGrp="1"/>
          </p:cNvSpPr>
          <p:nvPr>
            <p:ph type="dt" sz="half" idx="10"/>
          </p:nvPr>
        </p:nvSpPr>
        <p:spPr>
          <a:xfrm>
            <a:off x="10544960" y="5809332"/>
            <a:ext cx="947955"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FF985CA-78BB-434C-AFCA-C8F550A483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54E343C-F5C5-4CBD-8CE6-D0E2552B28A8}"/>
              </a:ext>
            </a:extLst>
          </p:cNvPr>
          <p:cNvSpPr>
            <a:spLocks noGrp="1"/>
          </p:cNvSpPr>
          <p:nvPr>
            <p:ph type="sldNum" sz="quarter" idx="12"/>
          </p:nvPr>
        </p:nvSpPr>
        <p:spPr>
          <a:xfrm>
            <a:off x="11492916" y="5809333"/>
            <a:ext cx="699083" cy="365125"/>
          </a:xfrm>
          <a:prstGeom prst="rect">
            <a:avLst/>
          </a:prstGeom>
        </p:spPr>
        <p:txBody>
          <a:bodyPr/>
          <a:lstStyle/>
          <a:p>
            <a:fld id="{028CE896-619B-44F9-BE7F-139D1400166E}" type="slidenum">
              <a:rPr lang="en-US" smtClean="0"/>
              <a:t>‹#›</a:t>
            </a:fld>
            <a:endParaRPr lang="en-US"/>
          </a:p>
        </p:txBody>
      </p:sp>
      <p:sp>
        <p:nvSpPr>
          <p:cNvPr id="7" name="Rectangle 6">
            <a:extLst>
              <a:ext uri="{FF2B5EF4-FFF2-40B4-BE49-F238E27FC236}">
                <a16:creationId xmlns:a16="http://schemas.microsoft.com/office/drawing/2014/main" id="{8EDB7B4B-CBBB-44CF-9F93-95776F14183E}"/>
              </a:ext>
            </a:extLst>
          </p:cNvPr>
          <p:cNvSpPr/>
          <p:nvPr userDrawn="1"/>
        </p:nvSpPr>
        <p:spPr>
          <a:xfrm>
            <a:off x="0" y="6244500"/>
            <a:ext cx="12192000" cy="61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 </a:t>
            </a:r>
          </a:p>
        </p:txBody>
      </p:sp>
      <p:sp>
        <p:nvSpPr>
          <p:cNvPr id="9" name="Rectangle 8">
            <a:extLst>
              <a:ext uri="{FF2B5EF4-FFF2-40B4-BE49-F238E27FC236}">
                <a16:creationId xmlns:a16="http://schemas.microsoft.com/office/drawing/2014/main" id="{8A59F95B-59C9-4320-A8E2-156D39606EA8}"/>
              </a:ext>
            </a:extLst>
          </p:cNvPr>
          <p:cNvSpPr/>
          <p:nvPr userDrawn="1"/>
        </p:nvSpPr>
        <p:spPr>
          <a:xfrm>
            <a:off x="0" y="6188944"/>
            <a:ext cx="12192000" cy="54864"/>
          </a:xfrm>
          <a:prstGeom prst="rect">
            <a:avLst/>
          </a:prstGeom>
          <a:solidFill>
            <a:srgbClr val="C1AC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4" name="Picture 13">
            <a:extLst>
              <a:ext uri="{FF2B5EF4-FFF2-40B4-BE49-F238E27FC236}">
                <a16:creationId xmlns:a16="http://schemas.microsoft.com/office/drawing/2014/main" id="{14BF6547-5DAE-400E-B768-7941B2F5D282}"/>
              </a:ext>
            </a:extLst>
          </p:cNvPr>
          <p:cNvPicPr>
            <a:picLocks noChangeAspect="1"/>
          </p:cNvPicPr>
          <p:nvPr userDrawn="1"/>
        </p:nvPicPr>
        <p:blipFill>
          <a:blip r:embed="rId2"/>
          <a:stretch>
            <a:fillRect/>
          </a:stretch>
        </p:blipFill>
        <p:spPr>
          <a:xfrm>
            <a:off x="18245" y="6270258"/>
            <a:ext cx="649310" cy="600052"/>
          </a:xfrm>
          <a:prstGeom prst="rect">
            <a:avLst/>
          </a:prstGeom>
        </p:spPr>
      </p:pic>
      <p:sp>
        <p:nvSpPr>
          <p:cNvPr id="18" name="TextBox 17">
            <a:extLst>
              <a:ext uri="{FF2B5EF4-FFF2-40B4-BE49-F238E27FC236}">
                <a16:creationId xmlns:a16="http://schemas.microsoft.com/office/drawing/2014/main" id="{9299BB35-C494-47DB-8C5A-E387DA3B5A7E}"/>
              </a:ext>
            </a:extLst>
          </p:cNvPr>
          <p:cNvSpPr txBox="1"/>
          <p:nvPr userDrawn="1"/>
        </p:nvSpPr>
        <p:spPr>
          <a:xfrm>
            <a:off x="7330084" y="6385618"/>
            <a:ext cx="3801041" cy="369332"/>
          </a:xfrm>
          <a:prstGeom prst="rect">
            <a:avLst/>
          </a:prstGeom>
          <a:noFill/>
        </p:spPr>
        <p:txBody>
          <a:bodyPr wrap="none" rtlCol="0">
            <a:spAutoFit/>
          </a:bodyPr>
          <a:lstStyle/>
          <a:p>
            <a:r>
              <a:rPr lang="en-US" dirty="0">
                <a:solidFill>
                  <a:schemeClr val="bg1"/>
                </a:solidFill>
                <a:latin typeface="Times New Roman" panose="02020603050405020304" pitchFamily="18" charset="0"/>
                <a:cs typeface="Times New Roman" panose="02020603050405020304" pitchFamily="18" charset="0"/>
              </a:rPr>
              <a:t>High Speed Digital Engineering Group</a:t>
            </a:r>
          </a:p>
        </p:txBody>
      </p:sp>
      <p:sp>
        <p:nvSpPr>
          <p:cNvPr id="19" name="TextBox 18">
            <a:extLst>
              <a:ext uri="{FF2B5EF4-FFF2-40B4-BE49-F238E27FC236}">
                <a16:creationId xmlns:a16="http://schemas.microsoft.com/office/drawing/2014/main" id="{8BB6FF90-677A-46D7-A841-06FE91137DBD}"/>
              </a:ext>
            </a:extLst>
          </p:cNvPr>
          <p:cNvSpPr txBox="1"/>
          <p:nvPr userDrawn="1"/>
        </p:nvSpPr>
        <p:spPr>
          <a:xfrm>
            <a:off x="693313" y="6266118"/>
            <a:ext cx="3944798" cy="584775"/>
          </a:xfrm>
          <a:prstGeom prst="rect">
            <a:avLst/>
          </a:prstGeom>
          <a:noFill/>
        </p:spPr>
        <p:txBody>
          <a:bodyPr wrap="none" rtlCol="0">
            <a:spAutoFit/>
          </a:bodyPr>
          <a:lstStyle/>
          <a:p>
            <a:r>
              <a:rPr lang="en-US" sz="1600" dirty="0">
                <a:solidFill>
                  <a:schemeClr val="bg1"/>
                </a:solidFill>
                <a:latin typeface="Times New Roman" panose="02020603050405020304" pitchFamily="18" charset="0"/>
                <a:cs typeface="Times New Roman" panose="02020603050405020304" pitchFamily="18" charset="0"/>
              </a:rPr>
              <a:t>E. </a:t>
            </a:r>
            <a:r>
              <a:rPr lang="en-US" sz="1600" dirty="0" err="1">
                <a:solidFill>
                  <a:schemeClr val="bg1"/>
                </a:solidFill>
                <a:latin typeface="Times New Roman" panose="02020603050405020304" pitchFamily="18" charset="0"/>
                <a:cs typeface="Times New Roman" panose="02020603050405020304" pitchFamily="18" charset="0"/>
              </a:rPr>
              <a:t>Bogatin</a:t>
            </a:r>
            <a:r>
              <a:rPr lang="en-US" sz="1600" dirty="0">
                <a:solidFill>
                  <a:schemeClr val="bg1"/>
                </a:solidFill>
                <a:latin typeface="Times New Roman" panose="02020603050405020304" pitchFamily="18" charset="0"/>
                <a:cs typeface="Times New Roman" panose="02020603050405020304" pitchFamily="18" charset="0"/>
              </a:rPr>
              <a:t>, M. Piket-May</a:t>
            </a:r>
          </a:p>
          <a:p>
            <a:r>
              <a:rPr lang="en-US" sz="1600" dirty="0">
                <a:solidFill>
                  <a:schemeClr val="bg1"/>
                </a:solidFill>
                <a:latin typeface="Times New Roman" panose="02020603050405020304" pitchFamily="18" charset="0"/>
                <a:cs typeface="Times New Roman" panose="02020603050405020304" pitchFamily="18" charset="0"/>
              </a:rPr>
              <a:t>Electrical, Computer and Energy Engineering</a:t>
            </a:r>
          </a:p>
        </p:txBody>
      </p:sp>
      <p:pic>
        <p:nvPicPr>
          <p:cNvPr id="20" name="Picture 19">
            <a:extLst>
              <a:ext uri="{FF2B5EF4-FFF2-40B4-BE49-F238E27FC236}">
                <a16:creationId xmlns:a16="http://schemas.microsoft.com/office/drawing/2014/main" id="{51DE7CC1-5885-4924-9B8A-31AB219537BB}"/>
              </a:ext>
            </a:extLst>
          </p:cNvPr>
          <p:cNvPicPr>
            <a:picLocks noChangeAspect="1"/>
          </p:cNvPicPr>
          <p:nvPr userDrawn="1"/>
        </p:nvPicPr>
        <p:blipFill>
          <a:blip r:embed="rId3"/>
          <a:stretch>
            <a:fillRect/>
          </a:stretch>
        </p:blipFill>
        <p:spPr>
          <a:xfrm>
            <a:off x="11170906" y="6284580"/>
            <a:ext cx="955665" cy="547849"/>
          </a:xfrm>
          <a:prstGeom prst="rect">
            <a:avLst/>
          </a:prstGeom>
        </p:spPr>
      </p:pic>
    </p:spTree>
    <p:extLst>
      <p:ext uri="{BB962C8B-B14F-4D97-AF65-F5344CB8AC3E}">
        <p14:creationId xmlns:p14="http://schemas.microsoft.com/office/powerpoint/2010/main" val="2060557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C6A43-0E84-4732-B711-8D28CD8755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51763F-C6C5-40FB-A2B1-5DCDC3929A5A}"/>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D67589-DD5B-4658-9FBF-06E3C23246D9}"/>
              </a:ext>
            </a:extLst>
          </p:cNvPr>
          <p:cNvSpPr>
            <a:spLocks noGrp="1"/>
          </p:cNvSpPr>
          <p:nvPr>
            <p:ph type="dt" sz="half" idx="10"/>
          </p:nvPr>
        </p:nvSpPr>
        <p:spPr>
          <a:xfrm>
            <a:off x="10544960" y="5809332"/>
            <a:ext cx="947955"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FF985CA-78BB-434C-AFCA-C8F550A483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54E343C-F5C5-4CBD-8CE6-D0E2552B28A8}"/>
              </a:ext>
            </a:extLst>
          </p:cNvPr>
          <p:cNvSpPr>
            <a:spLocks noGrp="1"/>
          </p:cNvSpPr>
          <p:nvPr>
            <p:ph type="sldNum" sz="quarter" idx="12"/>
          </p:nvPr>
        </p:nvSpPr>
        <p:spPr>
          <a:xfrm>
            <a:off x="11492916" y="5809333"/>
            <a:ext cx="699083" cy="365125"/>
          </a:xfrm>
          <a:prstGeom prst="rect">
            <a:avLst/>
          </a:prstGeom>
        </p:spPr>
        <p:txBody>
          <a:bodyPr/>
          <a:lstStyle/>
          <a:p>
            <a:fld id="{028CE896-619B-44F9-BE7F-139D1400166E}" type="slidenum">
              <a:rPr lang="en-US" smtClean="0"/>
              <a:t>‹#›</a:t>
            </a:fld>
            <a:endParaRPr lang="en-US"/>
          </a:p>
        </p:txBody>
      </p:sp>
      <p:sp>
        <p:nvSpPr>
          <p:cNvPr id="7" name="Rectangle 6">
            <a:extLst>
              <a:ext uri="{FF2B5EF4-FFF2-40B4-BE49-F238E27FC236}">
                <a16:creationId xmlns:a16="http://schemas.microsoft.com/office/drawing/2014/main" id="{8EDB7B4B-CBBB-44CF-9F93-95776F14183E}"/>
              </a:ext>
            </a:extLst>
          </p:cNvPr>
          <p:cNvSpPr/>
          <p:nvPr userDrawn="1"/>
        </p:nvSpPr>
        <p:spPr>
          <a:xfrm>
            <a:off x="0" y="6244500"/>
            <a:ext cx="12192000" cy="61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 </a:t>
            </a:r>
          </a:p>
        </p:txBody>
      </p:sp>
      <p:sp>
        <p:nvSpPr>
          <p:cNvPr id="9" name="Rectangle 8">
            <a:extLst>
              <a:ext uri="{FF2B5EF4-FFF2-40B4-BE49-F238E27FC236}">
                <a16:creationId xmlns:a16="http://schemas.microsoft.com/office/drawing/2014/main" id="{8A59F95B-59C9-4320-A8E2-156D39606EA8}"/>
              </a:ext>
            </a:extLst>
          </p:cNvPr>
          <p:cNvSpPr/>
          <p:nvPr userDrawn="1"/>
        </p:nvSpPr>
        <p:spPr>
          <a:xfrm>
            <a:off x="0" y="6188944"/>
            <a:ext cx="12192000" cy="54864"/>
          </a:xfrm>
          <a:prstGeom prst="rect">
            <a:avLst/>
          </a:prstGeom>
          <a:solidFill>
            <a:srgbClr val="C1AC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4" name="Picture 13">
            <a:extLst>
              <a:ext uri="{FF2B5EF4-FFF2-40B4-BE49-F238E27FC236}">
                <a16:creationId xmlns:a16="http://schemas.microsoft.com/office/drawing/2014/main" id="{14BF6547-5DAE-400E-B768-7941B2F5D282}"/>
              </a:ext>
            </a:extLst>
          </p:cNvPr>
          <p:cNvPicPr>
            <a:picLocks noChangeAspect="1"/>
          </p:cNvPicPr>
          <p:nvPr userDrawn="1"/>
        </p:nvPicPr>
        <p:blipFill>
          <a:blip r:embed="rId2"/>
          <a:stretch>
            <a:fillRect/>
          </a:stretch>
        </p:blipFill>
        <p:spPr>
          <a:xfrm>
            <a:off x="18245" y="6270258"/>
            <a:ext cx="649310" cy="600052"/>
          </a:xfrm>
          <a:prstGeom prst="rect">
            <a:avLst/>
          </a:prstGeom>
        </p:spPr>
      </p:pic>
      <p:sp>
        <p:nvSpPr>
          <p:cNvPr id="18" name="TextBox 17">
            <a:extLst>
              <a:ext uri="{FF2B5EF4-FFF2-40B4-BE49-F238E27FC236}">
                <a16:creationId xmlns:a16="http://schemas.microsoft.com/office/drawing/2014/main" id="{9299BB35-C494-47DB-8C5A-E387DA3B5A7E}"/>
              </a:ext>
            </a:extLst>
          </p:cNvPr>
          <p:cNvSpPr txBox="1"/>
          <p:nvPr userDrawn="1"/>
        </p:nvSpPr>
        <p:spPr>
          <a:xfrm>
            <a:off x="7330084" y="6385618"/>
            <a:ext cx="3801041" cy="369332"/>
          </a:xfrm>
          <a:prstGeom prst="rect">
            <a:avLst/>
          </a:prstGeom>
          <a:noFill/>
        </p:spPr>
        <p:txBody>
          <a:bodyPr wrap="none" rtlCol="0">
            <a:spAutoFit/>
          </a:bodyPr>
          <a:lstStyle/>
          <a:p>
            <a:r>
              <a:rPr lang="en-US" dirty="0">
                <a:solidFill>
                  <a:schemeClr val="bg1"/>
                </a:solidFill>
                <a:latin typeface="Times New Roman" panose="02020603050405020304" pitchFamily="18" charset="0"/>
                <a:cs typeface="Times New Roman" panose="02020603050405020304" pitchFamily="18" charset="0"/>
              </a:rPr>
              <a:t>High Speed Digital Engineering Group</a:t>
            </a:r>
          </a:p>
        </p:txBody>
      </p:sp>
      <p:sp>
        <p:nvSpPr>
          <p:cNvPr id="19" name="TextBox 18">
            <a:extLst>
              <a:ext uri="{FF2B5EF4-FFF2-40B4-BE49-F238E27FC236}">
                <a16:creationId xmlns:a16="http://schemas.microsoft.com/office/drawing/2014/main" id="{8BB6FF90-677A-46D7-A841-06FE91137DBD}"/>
              </a:ext>
            </a:extLst>
          </p:cNvPr>
          <p:cNvSpPr txBox="1"/>
          <p:nvPr userDrawn="1"/>
        </p:nvSpPr>
        <p:spPr>
          <a:xfrm>
            <a:off x="693313" y="6266118"/>
            <a:ext cx="3944798" cy="584775"/>
          </a:xfrm>
          <a:prstGeom prst="rect">
            <a:avLst/>
          </a:prstGeom>
          <a:noFill/>
        </p:spPr>
        <p:txBody>
          <a:bodyPr wrap="none" rtlCol="0">
            <a:spAutoFit/>
          </a:bodyPr>
          <a:lstStyle/>
          <a:p>
            <a:r>
              <a:rPr lang="en-US" sz="1600" dirty="0">
                <a:solidFill>
                  <a:schemeClr val="bg1"/>
                </a:solidFill>
                <a:latin typeface="Times New Roman" panose="02020603050405020304" pitchFamily="18" charset="0"/>
                <a:cs typeface="Times New Roman" panose="02020603050405020304" pitchFamily="18" charset="0"/>
              </a:rPr>
              <a:t>E. </a:t>
            </a:r>
            <a:r>
              <a:rPr lang="en-US" sz="1600" dirty="0" err="1">
                <a:solidFill>
                  <a:schemeClr val="bg1"/>
                </a:solidFill>
                <a:latin typeface="Times New Roman" panose="02020603050405020304" pitchFamily="18" charset="0"/>
                <a:cs typeface="Times New Roman" panose="02020603050405020304" pitchFamily="18" charset="0"/>
              </a:rPr>
              <a:t>Bogatin</a:t>
            </a:r>
            <a:r>
              <a:rPr lang="en-US" sz="1600" dirty="0">
                <a:solidFill>
                  <a:schemeClr val="bg1"/>
                </a:solidFill>
                <a:latin typeface="Times New Roman" panose="02020603050405020304" pitchFamily="18" charset="0"/>
                <a:cs typeface="Times New Roman" panose="02020603050405020304" pitchFamily="18" charset="0"/>
              </a:rPr>
              <a:t>, M. Piket-May</a:t>
            </a:r>
          </a:p>
          <a:p>
            <a:r>
              <a:rPr lang="en-US" sz="1600" dirty="0">
                <a:solidFill>
                  <a:schemeClr val="bg1"/>
                </a:solidFill>
                <a:latin typeface="Times New Roman" panose="02020603050405020304" pitchFamily="18" charset="0"/>
                <a:cs typeface="Times New Roman" panose="02020603050405020304" pitchFamily="18" charset="0"/>
              </a:rPr>
              <a:t>Electrical, Computer and Energy Engineering</a:t>
            </a:r>
          </a:p>
        </p:txBody>
      </p:sp>
      <p:pic>
        <p:nvPicPr>
          <p:cNvPr id="20" name="Picture 19">
            <a:extLst>
              <a:ext uri="{FF2B5EF4-FFF2-40B4-BE49-F238E27FC236}">
                <a16:creationId xmlns:a16="http://schemas.microsoft.com/office/drawing/2014/main" id="{51DE7CC1-5885-4924-9B8A-31AB219537BB}"/>
              </a:ext>
            </a:extLst>
          </p:cNvPr>
          <p:cNvPicPr>
            <a:picLocks noChangeAspect="1"/>
          </p:cNvPicPr>
          <p:nvPr userDrawn="1"/>
        </p:nvPicPr>
        <p:blipFill>
          <a:blip r:embed="rId3"/>
          <a:stretch>
            <a:fillRect/>
          </a:stretch>
        </p:blipFill>
        <p:spPr>
          <a:xfrm>
            <a:off x="11170906" y="6284580"/>
            <a:ext cx="955665" cy="547849"/>
          </a:xfrm>
          <a:prstGeom prst="rect">
            <a:avLst/>
          </a:prstGeom>
        </p:spPr>
      </p:pic>
    </p:spTree>
    <p:extLst>
      <p:ext uri="{BB962C8B-B14F-4D97-AF65-F5344CB8AC3E}">
        <p14:creationId xmlns:p14="http://schemas.microsoft.com/office/powerpoint/2010/main" val="2792870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1DB31-F321-4A31-AFF7-707187E7C1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A786FD-05FC-4B8C-AA16-3C0973F440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07F320-69A3-4FEC-B1B5-5D8934458C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7CB9CA-0F84-4D5B-B966-1CD1FCD6A2C5}"/>
              </a:ext>
            </a:extLst>
          </p:cNvPr>
          <p:cNvSpPr>
            <a:spLocks noGrp="1"/>
          </p:cNvSpPr>
          <p:nvPr>
            <p:ph type="dt" sz="half" idx="10"/>
          </p:nvPr>
        </p:nvSpPr>
        <p:spPr>
          <a:xfrm>
            <a:off x="10544960" y="5809332"/>
            <a:ext cx="947955"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63874E-1E76-4172-A35D-61368DCD002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DFEE246-7723-4E23-8C3A-141411EBD7A6}"/>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Tree>
    <p:extLst>
      <p:ext uri="{BB962C8B-B14F-4D97-AF65-F5344CB8AC3E}">
        <p14:creationId xmlns:p14="http://schemas.microsoft.com/office/powerpoint/2010/main" val="21188992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CEF9F-DDCE-4EE7-8C17-13FF85AFD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F538E0-F62F-4141-9994-F1DAFA412C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915205-7DB9-44B9-801D-281CA40CFF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F1359D-7549-427F-A7C0-DED17653AEED}"/>
              </a:ext>
            </a:extLst>
          </p:cNvPr>
          <p:cNvSpPr>
            <a:spLocks noGrp="1"/>
          </p:cNvSpPr>
          <p:nvPr>
            <p:ph type="dt" sz="half" idx="10"/>
          </p:nvPr>
        </p:nvSpPr>
        <p:spPr>
          <a:xfrm>
            <a:off x="10544960" y="5809332"/>
            <a:ext cx="947955"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6474F410-892F-4F74-97DD-6D7520022E9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3ADF233-3631-4858-A7D6-556DE3D70646}"/>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Tree>
    <p:extLst>
      <p:ext uri="{BB962C8B-B14F-4D97-AF65-F5344CB8AC3E}">
        <p14:creationId xmlns:p14="http://schemas.microsoft.com/office/powerpoint/2010/main" val="978357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7A1A3-AA07-46A3-BBEE-D465560FB9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94C4A9-C94F-4810-9133-A72725BCE4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8DB9B-93AB-4B17-A075-694E3D2953A5}"/>
              </a:ext>
            </a:extLst>
          </p:cNvPr>
          <p:cNvSpPr>
            <a:spLocks noGrp="1"/>
          </p:cNvSpPr>
          <p:nvPr>
            <p:ph type="dt" sz="half" idx="10"/>
          </p:nvPr>
        </p:nvSpPr>
        <p:spPr>
          <a:xfrm>
            <a:off x="10544960" y="5809332"/>
            <a:ext cx="947955"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E43405EB-03E9-4E81-BF25-F7900AFA3C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426CA26-A9E2-4359-99DB-47B4F851F076}"/>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Tree>
    <p:extLst>
      <p:ext uri="{BB962C8B-B14F-4D97-AF65-F5344CB8AC3E}">
        <p14:creationId xmlns:p14="http://schemas.microsoft.com/office/powerpoint/2010/main" val="29934981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F4B409-7081-46BD-8C1C-D44E5832BA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70E291-79FF-4FEF-BA49-1BCC056790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BA5E94-ED17-4777-9C3A-1B19C6CF890E}"/>
              </a:ext>
            </a:extLst>
          </p:cNvPr>
          <p:cNvSpPr>
            <a:spLocks noGrp="1"/>
          </p:cNvSpPr>
          <p:nvPr>
            <p:ph type="dt" sz="half" idx="10"/>
          </p:nvPr>
        </p:nvSpPr>
        <p:spPr>
          <a:xfrm>
            <a:off x="10544960" y="5809332"/>
            <a:ext cx="947955"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BEB7CB8C-1AD3-4A95-AE7B-FDABC4983DB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6F97A2A-8BF5-4918-94FA-60845FCAFA06}"/>
              </a:ext>
            </a:extLst>
          </p:cNvPr>
          <p:cNvSpPr>
            <a:spLocks noGrp="1"/>
          </p:cNvSpPr>
          <p:nvPr>
            <p:ph type="sldNum" sz="quarter" idx="12"/>
          </p:nvPr>
        </p:nvSpPr>
        <p:spPr>
          <a:xfrm>
            <a:off x="11492916" y="5809333"/>
            <a:ext cx="699083" cy="365125"/>
          </a:xfrm>
          <a:prstGeom prst="rect">
            <a:avLst/>
          </a:prstGeom>
        </p:spPr>
        <p:txBody>
          <a:bodyPr/>
          <a:lstStyle/>
          <a:p>
            <a:fld id="{07CA1000-7D8E-4FDA-9C68-2A6A4C31E8B1}" type="slidenum">
              <a:rPr lang="en-US" smtClean="0"/>
              <a:t>‹#›</a:t>
            </a:fld>
            <a:endParaRPr lang="en-US"/>
          </a:p>
        </p:txBody>
      </p:sp>
    </p:spTree>
    <p:extLst>
      <p:ext uri="{BB962C8B-B14F-4D97-AF65-F5344CB8AC3E}">
        <p14:creationId xmlns:p14="http://schemas.microsoft.com/office/powerpoint/2010/main" val="23864174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Slide_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6"/>
          <p:cNvSpPr>
            <a:spLocks noGrp="1"/>
          </p:cNvSpPr>
          <p:nvPr>
            <p:ph type="title" hasCustomPrompt="1"/>
          </p:nvPr>
        </p:nvSpPr>
        <p:spPr>
          <a:xfrm>
            <a:off x="512136" y="1386909"/>
            <a:ext cx="9397408" cy="1972979"/>
          </a:xfrm>
          <a:prstGeom prst="rect">
            <a:avLst/>
          </a:prstGeom>
        </p:spPr>
        <p:txBody>
          <a:bodyPr/>
          <a:lstStyle>
            <a:lvl1pPr algn="l">
              <a:defRPr b="1" i="0">
                <a:solidFill>
                  <a:schemeClr val="tx1"/>
                </a:solidFill>
                <a:latin typeface="Helvetica" charset="0"/>
                <a:ea typeface="Helvetica" charset="0"/>
                <a:cs typeface="Helvetica" charset="0"/>
              </a:defRPr>
            </a:lvl1pPr>
          </a:lstStyle>
          <a:p>
            <a:r>
              <a:rPr lang="en-US" dirty="0"/>
              <a:t>CLICK TO EDIT MASTER TITLE STYLE</a:t>
            </a:r>
          </a:p>
        </p:txBody>
      </p:sp>
      <p:sp>
        <p:nvSpPr>
          <p:cNvPr id="10" name="Text Placeholder 4"/>
          <p:cNvSpPr>
            <a:spLocks noGrp="1"/>
          </p:cNvSpPr>
          <p:nvPr>
            <p:ph type="body" sz="quarter" idx="16" hasCustomPrompt="1"/>
          </p:nvPr>
        </p:nvSpPr>
        <p:spPr>
          <a:xfrm>
            <a:off x="532344" y="3675660"/>
            <a:ext cx="7505869" cy="846723"/>
          </a:xfrm>
          <a:prstGeom prst="rect">
            <a:avLst/>
          </a:prstGeom>
        </p:spPr>
        <p:txBody>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1867" b="0" i="0">
                <a:solidFill>
                  <a:schemeClr val="tx1"/>
                </a:solidFill>
                <a:latin typeface="Helvetica" charset="0"/>
                <a:ea typeface="Helvetica" charset="0"/>
                <a:cs typeface="Helvetica" charset="0"/>
              </a:defRPr>
            </a:lvl1pPr>
            <a:lvl2pPr marL="609585" indent="0">
              <a:buNone/>
              <a:defRPr sz="1600">
                <a:solidFill>
                  <a:schemeClr val="tx1"/>
                </a:solidFill>
              </a:defRPr>
            </a:lvl2pPr>
            <a:lvl3pPr marL="1219170" indent="0">
              <a:buNone/>
              <a:defRPr sz="1600">
                <a:solidFill>
                  <a:schemeClr val="tx1"/>
                </a:solidFill>
              </a:defRPr>
            </a:lvl3pPr>
            <a:lvl4pPr marL="1828754" indent="0">
              <a:buNone/>
              <a:defRPr sz="1600">
                <a:solidFill>
                  <a:schemeClr val="tx1"/>
                </a:solidFill>
              </a:defRPr>
            </a:lvl4pPr>
            <a:lvl5pPr marL="2438339" indent="0">
              <a:buNone/>
              <a:defRPr sz="1600">
                <a:solidFill>
                  <a:schemeClr val="tx1"/>
                </a:solidFill>
              </a:defRPr>
            </a:lvl5pPr>
          </a:lstStyle>
          <a:p>
            <a:pPr lvl="0"/>
            <a:r>
              <a:rPr lang="en-US" dirty="0"/>
              <a:t>Speaker (Company)</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Speaker 2 (Company)</a:t>
            </a:r>
          </a:p>
        </p:txBody>
      </p:sp>
      <p:sp>
        <p:nvSpPr>
          <p:cNvPr id="11" name="Text Placeholder 4"/>
          <p:cNvSpPr>
            <a:spLocks noGrp="1"/>
          </p:cNvSpPr>
          <p:nvPr>
            <p:ph type="body" sz="quarter" idx="17" hasCustomPrompt="1"/>
          </p:nvPr>
        </p:nvSpPr>
        <p:spPr>
          <a:xfrm>
            <a:off x="532344" y="4866507"/>
            <a:ext cx="7505869" cy="846723"/>
          </a:xfrm>
          <a:prstGeom prst="rect">
            <a:avLst/>
          </a:prstGeom>
        </p:spPr>
        <p:txBody>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1867" b="0" i="1">
                <a:solidFill>
                  <a:schemeClr val="tx1"/>
                </a:solidFill>
                <a:latin typeface="Helvetica Oblique" charset="0"/>
                <a:ea typeface="Helvetica Oblique" charset="0"/>
                <a:cs typeface="Helvetica Oblique" charset="0"/>
              </a:defRPr>
            </a:lvl1pPr>
            <a:lvl2pPr marL="609585" indent="0">
              <a:buNone/>
              <a:defRPr sz="1600">
                <a:solidFill>
                  <a:schemeClr val="tx1"/>
                </a:solidFill>
              </a:defRPr>
            </a:lvl2pPr>
            <a:lvl3pPr marL="1219170" indent="0">
              <a:buNone/>
              <a:defRPr sz="1600">
                <a:solidFill>
                  <a:schemeClr val="tx1"/>
                </a:solidFill>
              </a:defRPr>
            </a:lvl3pPr>
            <a:lvl4pPr marL="1828754" indent="0">
              <a:buNone/>
              <a:defRPr sz="1600">
                <a:solidFill>
                  <a:schemeClr val="tx1"/>
                </a:solidFill>
              </a:defRPr>
            </a:lvl4pPr>
            <a:lvl5pPr marL="2438339" indent="0">
              <a:buNone/>
              <a:defRPr sz="1600">
                <a:solidFill>
                  <a:schemeClr val="tx1"/>
                </a:solidFill>
              </a:defRPr>
            </a:lvl5pPr>
          </a:lstStyle>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Paper Author 1 (Company), Paper Author 2 (Company), </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Paper Author 3 (Company)</a:t>
            </a:r>
          </a:p>
        </p:txBody>
      </p:sp>
      <p:sp>
        <p:nvSpPr>
          <p:cNvPr id="9" name="Slide Number Placeholder 1">
            <a:extLst>
              <a:ext uri="{FF2B5EF4-FFF2-40B4-BE49-F238E27FC236}">
                <a16:creationId xmlns:a16="http://schemas.microsoft.com/office/drawing/2014/main" id="{78F06AD6-42B1-B840-A60B-21B227430619}"/>
              </a:ext>
            </a:extLst>
          </p:cNvPr>
          <p:cNvSpPr>
            <a:spLocks noGrp="1"/>
          </p:cNvSpPr>
          <p:nvPr>
            <p:ph type="sldNum" sz="quarter" idx="4"/>
          </p:nvPr>
        </p:nvSpPr>
        <p:spPr>
          <a:xfrm>
            <a:off x="9144001" y="6356351"/>
            <a:ext cx="1400695" cy="366183"/>
          </a:xfrm>
          <a:prstGeom prst="rect">
            <a:avLst/>
          </a:prstGeom>
        </p:spPr>
        <p:txBody>
          <a:bodyPr vert="horz" lIns="91440" tIns="45720" rIns="91440" bIns="45720" rtlCol="0" anchor="ctr"/>
          <a:lstStyle>
            <a:lvl1pPr algn="r">
              <a:defRPr sz="1200">
                <a:solidFill>
                  <a:schemeClr val="bg1">
                    <a:lumMod val="85000"/>
                  </a:schemeClr>
                </a:solidFill>
              </a:defRPr>
            </a:lvl1pPr>
          </a:lstStyle>
          <a:p>
            <a:fld id="{6AF56D92-6C00-034B-8319-F400623588FE}" type="slidenum">
              <a:rPr lang="en-US" smtClean="0"/>
              <a:pPr/>
              <a:t>‹#›</a:t>
            </a:fld>
            <a:endParaRPr lang="en-US" dirty="0"/>
          </a:p>
        </p:txBody>
      </p:sp>
    </p:spTree>
    <p:extLst>
      <p:ext uri="{BB962C8B-B14F-4D97-AF65-F5344CB8AC3E}">
        <p14:creationId xmlns:p14="http://schemas.microsoft.com/office/powerpoint/2010/main" val="4205220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240460" y="1143620"/>
            <a:ext cx="9527341" cy="4510016"/>
          </a:xfrm>
          <a:prstGeom prst="rect">
            <a:avLst/>
          </a:prstGeom>
          <a:solidFill>
            <a:schemeClr val="bg1">
              <a:lumMod val="85000"/>
            </a:schemeClr>
          </a:solidFill>
        </p:spPr>
        <p:txBody>
          <a:bodyPr/>
          <a:lstStyle>
            <a:lvl1pPr>
              <a:defRPr sz="2400"/>
            </a:lvl1pPr>
          </a:lstStyle>
          <a:p>
            <a:r>
              <a:rPr lang="en-US"/>
              <a:t>Click icon to add picture</a:t>
            </a:r>
            <a:endParaRPr lang="en-US" dirty="0"/>
          </a:p>
        </p:txBody>
      </p:sp>
      <p:sp>
        <p:nvSpPr>
          <p:cNvPr id="8" name="Title 3"/>
          <p:cNvSpPr>
            <a:spLocks noGrp="1"/>
          </p:cNvSpPr>
          <p:nvPr>
            <p:ph type="title" hasCustomPrompt="1"/>
          </p:nvPr>
        </p:nvSpPr>
        <p:spPr>
          <a:xfrm>
            <a:off x="226577" y="182767"/>
            <a:ext cx="10479859" cy="863805"/>
          </a:xfrm>
          <a:prstGeom prst="rect">
            <a:avLst/>
          </a:prstGeom>
        </p:spPr>
        <p:txBody>
          <a:bodyPr/>
          <a:lstStyle>
            <a:lvl1pPr algn="l">
              <a:defRPr sz="3733" b="1" i="0">
                <a:solidFill>
                  <a:srgbClr val="73B532"/>
                </a:solidFill>
                <a:latin typeface="Helvetica" charset="0"/>
                <a:ea typeface="Helvetica" charset="0"/>
                <a:cs typeface="Helvetica" charset="0"/>
              </a:defRPr>
            </a:lvl1pPr>
          </a:lstStyle>
          <a:p>
            <a:r>
              <a:rPr lang="en-US" dirty="0"/>
              <a:t>CLICK TO EDIT MASTER TITLE STYLE</a:t>
            </a:r>
          </a:p>
        </p:txBody>
      </p:sp>
      <p:sp>
        <p:nvSpPr>
          <p:cNvPr id="5" name="Slide Number Placeholder 1">
            <a:extLst>
              <a:ext uri="{FF2B5EF4-FFF2-40B4-BE49-F238E27FC236}">
                <a16:creationId xmlns:a16="http://schemas.microsoft.com/office/drawing/2014/main" id="{4A18E4D6-471A-2C43-A336-950ABA1D2A93}"/>
              </a:ext>
            </a:extLst>
          </p:cNvPr>
          <p:cNvSpPr>
            <a:spLocks noGrp="1"/>
          </p:cNvSpPr>
          <p:nvPr>
            <p:ph type="sldNum" sz="quarter" idx="4"/>
          </p:nvPr>
        </p:nvSpPr>
        <p:spPr>
          <a:xfrm>
            <a:off x="9144001" y="6356351"/>
            <a:ext cx="1400695" cy="366183"/>
          </a:xfrm>
          <a:prstGeom prst="rect">
            <a:avLst/>
          </a:prstGeom>
        </p:spPr>
        <p:txBody>
          <a:bodyPr vert="horz" lIns="91440" tIns="45720" rIns="91440" bIns="45720" rtlCol="0" anchor="ctr"/>
          <a:lstStyle>
            <a:lvl1pPr algn="r">
              <a:defRPr sz="1200">
                <a:solidFill>
                  <a:schemeClr val="bg1">
                    <a:lumMod val="85000"/>
                  </a:schemeClr>
                </a:solidFill>
              </a:defRPr>
            </a:lvl1pPr>
          </a:lstStyle>
          <a:p>
            <a:fld id="{6AF56D92-6C00-034B-8319-F400623588FE}" type="slidenum">
              <a:rPr lang="en-US" smtClean="0"/>
              <a:pPr/>
              <a:t>‹#›</a:t>
            </a:fld>
            <a:endParaRPr lang="en-US" dirty="0"/>
          </a:p>
        </p:txBody>
      </p:sp>
    </p:spTree>
    <p:extLst>
      <p:ext uri="{BB962C8B-B14F-4D97-AF65-F5344CB8AC3E}">
        <p14:creationId xmlns:p14="http://schemas.microsoft.com/office/powerpoint/2010/main" val="3005879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opic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32174" y="1240141"/>
            <a:ext cx="4789885" cy="3464984"/>
          </a:xfrm>
          <a:prstGeom prst="rect">
            <a:avLst/>
          </a:prstGeom>
        </p:spPr>
        <p:txBody>
          <a:bodyPr/>
          <a:lstStyle>
            <a:lvl1pPr marL="243834" indent="-243834">
              <a:spcBef>
                <a:spcPts val="0"/>
              </a:spcBef>
              <a:spcAft>
                <a:spcPts val="800"/>
              </a:spcAft>
              <a:buFont typeface="Wingdings" charset="2"/>
              <a:buChar char="§"/>
              <a:defRPr sz="1867" b="1" i="0">
                <a:latin typeface="Helvetica" charset="0"/>
                <a:ea typeface="Helvetica" charset="0"/>
                <a:cs typeface="Helvetica" charset="0"/>
              </a:defRPr>
            </a:lvl1pPr>
            <a:lvl2pPr marL="853419" indent="-243834">
              <a:spcBef>
                <a:spcPts val="0"/>
              </a:spcBef>
              <a:spcAft>
                <a:spcPts val="800"/>
              </a:spcAft>
              <a:buFont typeface="Courier New" charset="0"/>
              <a:buChar char="o"/>
              <a:defRPr sz="1467" b="0" i="0">
                <a:latin typeface="Helvetica Light" charset="0"/>
                <a:ea typeface="Helvetica Light" charset="0"/>
                <a:cs typeface="Helvetica Light" charset="0"/>
              </a:defRPr>
            </a:lvl2pPr>
            <a:lvl3pPr marL="1280128" indent="-182875">
              <a:spcBef>
                <a:spcPts val="0"/>
              </a:spcBef>
              <a:spcAft>
                <a:spcPts val="800"/>
              </a:spcAft>
              <a:defRPr sz="1467" b="0" i="1">
                <a:latin typeface="Helvetica Light Oblique" charset="0"/>
                <a:ea typeface="Helvetica Light Oblique" charset="0"/>
                <a:cs typeface="Helvetica Light Oblique" charset="0"/>
              </a:defRPr>
            </a:lvl3pPr>
            <a:lvl4pPr marL="1767796" indent="-182875">
              <a:spcBef>
                <a:spcPts val="0"/>
              </a:spcBef>
              <a:spcAft>
                <a:spcPts val="800"/>
              </a:spcAft>
              <a:defRPr sz="1333" b="0" i="0">
                <a:latin typeface="Helvetica Light" charset="0"/>
                <a:ea typeface="Helvetica Light" charset="0"/>
                <a:cs typeface="Helvetica Light" charset="0"/>
              </a:defRPr>
            </a:lvl4pPr>
            <a:lvl5pPr marL="2255464" indent="-182875">
              <a:spcBef>
                <a:spcPts val="0"/>
              </a:spcBef>
              <a:spcAft>
                <a:spcPts val="800"/>
              </a:spcAft>
              <a:defRPr sz="1333" b="0" i="0">
                <a:latin typeface="Helvetica Light" charset="0"/>
                <a:ea typeface="Helvetica Light" charset="0"/>
                <a:cs typeface="Helvetica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2"/>
          <p:cNvSpPr>
            <a:spLocks noGrp="1"/>
          </p:cNvSpPr>
          <p:nvPr>
            <p:ph type="pic" sz="quarter" idx="11"/>
          </p:nvPr>
        </p:nvSpPr>
        <p:spPr>
          <a:xfrm>
            <a:off x="5901471" y="1251513"/>
            <a:ext cx="5902111" cy="4477648"/>
          </a:xfrm>
          <a:prstGeom prst="rect">
            <a:avLst/>
          </a:prstGeom>
          <a:solidFill>
            <a:schemeClr val="bg1">
              <a:lumMod val="85000"/>
            </a:schemeClr>
          </a:solidFill>
        </p:spPr>
        <p:txBody>
          <a:bodyPr/>
          <a:lstStyle>
            <a:lvl1pPr>
              <a:defRPr sz="2400"/>
            </a:lvl1pPr>
          </a:lstStyle>
          <a:p>
            <a:r>
              <a:rPr lang="en-US"/>
              <a:t>Click icon to add picture</a:t>
            </a:r>
            <a:endParaRPr lang="en-US" dirty="0"/>
          </a:p>
        </p:txBody>
      </p:sp>
      <p:sp>
        <p:nvSpPr>
          <p:cNvPr id="10" name="Title 3"/>
          <p:cNvSpPr>
            <a:spLocks noGrp="1"/>
          </p:cNvSpPr>
          <p:nvPr>
            <p:ph type="title" hasCustomPrompt="1"/>
          </p:nvPr>
        </p:nvSpPr>
        <p:spPr>
          <a:xfrm>
            <a:off x="226577" y="182767"/>
            <a:ext cx="10479859" cy="863805"/>
          </a:xfrm>
          <a:prstGeom prst="rect">
            <a:avLst/>
          </a:prstGeom>
        </p:spPr>
        <p:txBody>
          <a:bodyPr/>
          <a:lstStyle>
            <a:lvl1pPr algn="l">
              <a:defRPr sz="3733" b="1" i="0">
                <a:solidFill>
                  <a:srgbClr val="73B532"/>
                </a:solidFill>
                <a:latin typeface="Helvetica" charset="0"/>
                <a:ea typeface="Helvetica" charset="0"/>
                <a:cs typeface="Helvetica" charset="0"/>
              </a:defRPr>
            </a:lvl1pPr>
          </a:lstStyle>
          <a:p>
            <a:r>
              <a:rPr lang="en-US" dirty="0"/>
              <a:t>CLICK TO EDIT MASTER TITLE STYLE</a:t>
            </a:r>
          </a:p>
        </p:txBody>
      </p:sp>
      <p:sp>
        <p:nvSpPr>
          <p:cNvPr id="6" name="Slide Number Placeholder 1">
            <a:extLst>
              <a:ext uri="{FF2B5EF4-FFF2-40B4-BE49-F238E27FC236}">
                <a16:creationId xmlns:a16="http://schemas.microsoft.com/office/drawing/2014/main" id="{70BF98AA-79C3-D740-AD32-53210B4445CD}"/>
              </a:ext>
            </a:extLst>
          </p:cNvPr>
          <p:cNvSpPr>
            <a:spLocks noGrp="1"/>
          </p:cNvSpPr>
          <p:nvPr>
            <p:ph type="sldNum" sz="quarter" idx="4"/>
          </p:nvPr>
        </p:nvSpPr>
        <p:spPr>
          <a:xfrm>
            <a:off x="9144001" y="6356351"/>
            <a:ext cx="1400695" cy="366183"/>
          </a:xfrm>
          <a:prstGeom prst="rect">
            <a:avLst/>
          </a:prstGeom>
        </p:spPr>
        <p:txBody>
          <a:bodyPr vert="horz" lIns="91440" tIns="45720" rIns="91440" bIns="45720" rtlCol="0" anchor="ctr"/>
          <a:lstStyle>
            <a:lvl1pPr algn="r">
              <a:defRPr sz="1200">
                <a:solidFill>
                  <a:schemeClr val="bg1">
                    <a:lumMod val="85000"/>
                  </a:schemeClr>
                </a:solidFill>
              </a:defRPr>
            </a:lvl1pPr>
          </a:lstStyle>
          <a:p>
            <a:fld id="{6AF56D92-6C00-034B-8319-F400623588FE}" type="slidenum">
              <a:rPr lang="en-US" smtClean="0"/>
              <a:pPr/>
              <a:t>‹#›</a:t>
            </a:fld>
            <a:endParaRPr lang="en-US" dirty="0"/>
          </a:p>
        </p:txBody>
      </p:sp>
    </p:spTree>
    <p:extLst>
      <p:ext uri="{BB962C8B-B14F-4D97-AF65-F5344CB8AC3E}">
        <p14:creationId xmlns:p14="http://schemas.microsoft.com/office/powerpoint/2010/main" val="11196310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2"/>
          <p:cNvSpPr>
            <a:spLocks noGrp="1"/>
          </p:cNvSpPr>
          <p:nvPr>
            <p:ph type="body" sz="quarter" idx="10"/>
          </p:nvPr>
        </p:nvSpPr>
        <p:spPr>
          <a:xfrm>
            <a:off x="432174" y="1240141"/>
            <a:ext cx="4789885" cy="3464984"/>
          </a:xfrm>
          <a:prstGeom prst="rect">
            <a:avLst/>
          </a:prstGeom>
        </p:spPr>
        <p:txBody>
          <a:bodyPr/>
          <a:lstStyle>
            <a:lvl1pPr marL="243834" indent="-243834">
              <a:spcBef>
                <a:spcPts val="0"/>
              </a:spcBef>
              <a:spcAft>
                <a:spcPts val="800"/>
              </a:spcAft>
              <a:buFont typeface="Wingdings" charset="2"/>
              <a:buChar char="§"/>
              <a:defRPr sz="1867" b="1" i="0">
                <a:latin typeface="Helvetica" charset="0"/>
                <a:ea typeface="Helvetica" charset="0"/>
                <a:cs typeface="Helvetica" charset="0"/>
              </a:defRPr>
            </a:lvl1pPr>
            <a:lvl2pPr marL="853419" indent="-243834">
              <a:spcBef>
                <a:spcPts val="0"/>
              </a:spcBef>
              <a:spcAft>
                <a:spcPts val="800"/>
              </a:spcAft>
              <a:buFont typeface="Courier New" charset="0"/>
              <a:buChar char="o"/>
              <a:defRPr sz="1467" b="0" i="0">
                <a:latin typeface="Helvetica Light" charset="0"/>
                <a:ea typeface="Helvetica Light" charset="0"/>
                <a:cs typeface="Helvetica Light" charset="0"/>
              </a:defRPr>
            </a:lvl2pPr>
            <a:lvl3pPr marL="1280128" indent="-182875">
              <a:spcBef>
                <a:spcPts val="0"/>
              </a:spcBef>
              <a:spcAft>
                <a:spcPts val="800"/>
              </a:spcAft>
              <a:defRPr sz="1467" b="0" i="1">
                <a:latin typeface="Helvetica Light Oblique" charset="0"/>
                <a:ea typeface="Helvetica Light Oblique" charset="0"/>
                <a:cs typeface="Helvetica Light Oblique" charset="0"/>
              </a:defRPr>
            </a:lvl3pPr>
            <a:lvl4pPr marL="1767796" indent="-182875">
              <a:spcBef>
                <a:spcPts val="0"/>
              </a:spcBef>
              <a:spcAft>
                <a:spcPts val="800"/>
              </a:spcAft>
              <a:defRPr sz="1333" b="0" i="0">
                <a:latin typeface="Helvetica Light" charset="0"/>
                <a:ea typeface="Helvetica Light" charset="0"/>
                <a:cs typeface="Helvetica Light" charset="0"/>
              </a:defRPr>
            </a:lvl4pPr>
            <a:lvl5pPr marL="2255464" indent="-182875">
              <a:spcBef>
                <a:spcPts val="0"/>
              </a:spcBef>
              <a:spcAft>
                <a:spcPts val="800"/>
              </a:spcAft>
              <a:defRPr sz="1333" b="0" i="0">
                <a:latin typeface="Helvetica Light" charset="0"/>
                <a:ea typeface="Helvetica Light" charset="0"/>
                <a:cs typeface="Helvetica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2"/>
          <p:cNvSpPr>
            <a:spLocks noGrp="1"/>
          </p:cNvSpPr>
          <p:nvPr>
            <p:ph type="pic" sz="quarter" idx="11"/>
          </p:nvPr>
        </p:nvSpPr>
        <p:spPr>
          <a:xfrm>
            <a:off x="7185409" y="2093139"/>
            <a:ext cx="4067915" cy="3333920"/>
          </a:xfrm>
          <a:prstGeom prst="rect">
            <a:avLst/>
          </a:prstGeom>
          <a:solidFill>
            <a:schemeClr val="bg1">
              <a:lumMod val="85000"/>
            </a:schemeClr>
          </a:solidFill>
        </p:spPr>
        <p:txBody>
          <a:bodyPr/>
          <a:lstStyle>
            <a:lvl1pPr>
              <a:defRPr sz="2400"/>
            </a:lvl1pPr>
          </a:lstStyle>
          <a:p>
            <a:r>
              <a:rPr lang="en-US"/>
              <a:t>Click icon to add picture</a:t>
            </a:r>
            <a:endParaRPr lang="en-US" dirty="0"/>
          </a:p>
        </p:txBody>
      </p:sp>
      <p:sp>
        <p:nvSpPr>
          <p:cNvPr id="13" name="Title 3"/>
          <p:cNvSpPr>
            <a:spLocks noGrp="1"/>
          </p:cNvSpPr>
          <p:nvPr>
            <p:ph type="title" hasCustomPrompt="1"/>
          </p:nvPr>
        </p:nvSpPr>
        <p:spPr>
          <a:xfrm>
            <a:off x="226577" y="182767"/>
            <a:ext cx="10479859" cy="863805"/>
          </a:xfrm>
          <a:prstGeom prst="rect">
            <a:avLst/>
          </a:prstGeom>
        </p:spPr>
        <p:txBody>
          <a:bodyPr/>
          <a:lstStyle>
            <a:lvl1pPr algn="l">
              <a:defRPr sz="3733" b="1" i="0">
                <a:solidFill>
                  <a:srgbClr val="73B532"/>
                </a:solidFill>
                <a:latin typeface="Helvetica" charset="0"/>
                <a:ea typeface="Helvetica" charset="0"/>
                <a:cs typeface="Helvetica" charset="0"/>
              </a:defRPr>
            </a:lvl1pPr>
          </a:lstStyle>
          <a:p>
            <a:r>
              <a:rPr lang="en-US" dirty="0"/>
              <a:t>CLICK TO EDIT MASTER TITLE STYLE</a:t>
            </a:r>
          </a:p>
        </p:txBody>
      </p:sp>
      <p:sp>
        <p:nvSpPr>
          <p:cNvPr id="6" name="Text Placeholder 4"/>
          <p:cNvSpPr>
            <a:spLocks noGrp="1"/>
          </p:cNvSpPr>
          <p:nvPr>
            <p:ph type="body" sz="quarter" idx="20"/>
          </p:nvPr>
        </p:nvSpPr>
        <p:spPr>
          <a:xfrm>
            <a:off x="7196519" y="1241023"/>
            <a:ext cx="4067595" cy="690276"/>
          </a:xfrm>
          <a:prstGeom prst="rect">
            <a:avLst/>
          </a:prstGeom>
        </p:spPr>
        <p:txBody>
          <a:bodyPr/>
          <a:lstStyle>
            <a:lvl1pPr marL="0" indent="0">
              <a:buNone/>
              <a:defRPr sz="1867" b="0" i="0">
                <a:solidFill>
                  <a:schemeClr val="tx1"/>
                </a:solidFill>
                <a:latin typeface="Helvetica Light" charset="0"/>
                <a:ea typeface="Helvetica Light" charset="0"/>
                <a:cs typeface="Helvetica Light" charset="0"/>
              </a:defRPr>
            </a:lvl1pPr>
            <a:lvl2pPr marL="609585" indent="0">
              <a:buNone/>
              <a:defRPr sz="1600">
                <a:solidFill>
                  <a:schemeClr val="tx1"/>
                </a:solidFill>
              </a:defRPr>
            </a:lvl2pPr>
            <a:lvl3pPr marL="1219170" indent="0">
              <a:buNone/>
              <a:defRPr sz="1600">
                <a:solidFill>
                  <a:schemeClr val="tx1"/>
                </a:solidFill>
              </a:defRPr>
            </a:lvl3pPr>
            <a:lvl4pPr marL="1828754" indent="0">
              <a:buNone/>
              <a:defRPr sz="1600">
                <a:solidFill>
                  <a:schemeClr val="tx1"/>
                </a:solidFill>
              </a:defRPr>
            </a:lvl4pPr>
            <a:lvl5pPr marL="2438339" indent="0">
              <a:buNone/>
              <a:defRPr sz="1600">
                <a:solidFill>
                  <a:schemeClr val="tx1"/>
                </a:solidFill>
              </a:defRPr>
            </a:lvl5pPr>
          </a:lstStyle>
          <a:p>
            <a:pPr lvl="0"/>
            <a:r>
              <a:rPr lang="en-US"/>
              <a:t>Click to edit Master text styles</a:t>
            </a:r>
          </a:p>
        </p:txBody>
      </p:sp>
      <p:sp>
        <p:nvSpPr>
          <p:cNvPr id="8" name="Slide Number Placeholder 1">
            <a:extLst>
              <a:ext uri="{FF2B5EF4-FFF2-40B4-BE49-F238E27FC236}">
                <a16:creationId xmlns:a16="http://schemas.microsoft.com/office/drawing/2014/main" id="{3DB470DD-D764-0D41-8CF5-E5FD7F32F1F3}"/>
              </a:ext>
            </a:extLst>
          </p:cNvPr>
          <p:cNvSpPr>
            <a:spLocks noGrp="1"/>
          </p:cNvSpPr>
          <p:nvPr>
            <p:ph type="sldNum" sz="quarter" idx="4"/>
          </p:nvPr>
        </p:nvSpPr>
        <p:spPr>
          <a:xfrm>
            <a:off x="9144001" y="6356351"/>
            <a:ext cx="1400695" cy="366183"/>
          </a:xfrm>
          <a:prstGeom prst="rect">
            <a:avLst/>
          </a:prstGeom>
        </p:spPr>
        <p:txBody>
          <a:bodyPr vert="horz" lIns="91440" tIns="45720" rIns="91440" bIns="45720" rtlCol="0" anchor="ctr"/>
          <a:lstStyle>
            <a:lvl1pPr algn="r">
              <a:defRPr sz="1200">
                <a:solidFill>
                  <a:schemeClr val="bg1">
                    <a:lumMod val="85000"/>
                  </a:schemeClr>
                </a:solidFill>
              </a:defRPr>
            </a:lvl1pPr>
          </a:lstStyle>
          <a:p>
            <a:fld id="{6AF56D92-6C00-034B-8319-F400623588FE}" type="slidenum">
              <a:rPr lang="en-US" smtClean="0"/>
              <a:pPr/>
              <a:t>‹#›</a:t>
            </a:fld>
            <a:endParaRPr lang="en-US" dirty="0"/>
          </a:p>
        </p:txBody>
      </p:sp>
    </p:spTree>
    <p:extLst>
      <p:ext uri="{BB962C8B-B14F-4D97-AF65-F5344CB8AC3E}">
        <p14:creationId xmlns:p14="http://schemas.microsoft.com/office/powerpoint/2010/main" val="4773640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Slid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6"/>
          <p:cNvSpPr>
            <a:spLocks noGrp="1"/>
          </p:cNvSpPr>
          <p:nvPr>
            <p:ph type="title" hasCustomPrompt="1"/>
          </p:nvPr>
        </p:nvSpPr>
        <p:spPr>
          <a:xfrm>
            <a:off x="512136" y="990600"/>
            <a:ext cx="9397408" cy="1972979"/>
          </a:xfrm>
          <a:prstGeom prst="rect">
            <a:avLst/>
          </a:prstGeom>
        </p:spPr>
        <p:txBody>
          <a:bodyPr/>
          <a:lstStyle>
            <a:lvl1pPr algn="l">
              <a:defRPr b="1" i="0">
                <a:solidFill>
                  <a:schemeClr val="bg1"/>
                </a:solidFill>
                <a:latin typeface="Helvetica" charset="0"/>
                <a:ea typeface="Helvetica" charset="0"/>
                <a:cs typeface="Helvetica" charset="0"/>
              </a:defRPr>
            </a:lvl1pPr>
          </a:lstStyle>
          <a:p>
            <a:r>
              <a:rPr lang="en-US" dirty="0"/>
              <a:t>CLICK TO EDIT MASTER TITLE STYLE</a:t>
            </a:r>
          </a:p>
        </p:txBody>
      </p:sp>
      <p:sp>
        <p:nvSpPr>
          <p:cNvPr id="10" name="Text Placeholder 4"/>
          <p:cNvSpPr>
            <a:spLocks noGrp="1"/>
          </p:cNvSpPr>
          <p:nvPr>
            <p:ph type="body" sz="quarter" idx="16"/>
          </p:nvPr>
        </p:nvSpPr>
        <p:spPr>
          <a:xfrm>
            <a:off x="532344" y="3279351"/>
            <a:ext cx="7505869" cy="846723"/>
          </a:xfrm>
          <a:prstGeom prst="rect">
            <a:avLst/>
          </a:prstGeom>
        </p:spPr>
        <p:txBody>
          <a:bodyPr/>
          <a:lstStyle>
            <a:lvl1pPr marL="0" indent="0">
              <a:buNone/>
              <a:defRPr sz="1867" b="0" i="0">
                <a:solidFill>
                  <a:schemeClr val="bg1"/>
                </a:solidFill>
                <a:latin typeface="Helvetica" charset="0"/>
                <a:ea typeface="Helvetica" charset="0"/>
                <a:cs typeface="Helvetica" charset="0"/>
              </a:defRPr>
            </a:lvl1pPr>
            <a:lvl2pPr marL="609585" indent="0">
              <a:buNone/>
              <a:defRPr sz="1600">
                <a:solidFill>
                  <a:schemeClr val="tx1"/>
                </a:solidFill>
              </a:defRPr>
            </a:lvl2pPr>
            <a:lvl3pPr marL="1219170" indent="0">
              <a:buNone/>
              <a:defRPr sz="1600">
                <a:solidFill>
                  <a:schemeClr val="tx1"/>
                </a:solidFill>
              </a:defRPr>
            </a:lvl3pPr>
            <a:lvl4pPr marL="1828754" indent="0">
              <a:buNone/>
              <a:defRPr sz="1600">
                <a:solidFill>
                  <a:schemeClr val="tx1"/>
                </a:solidFill>
              </a:defRPr>
            </a:lvl4pPr>
            <a:lvl5pPr marL="2438339" indent="0">
              <a:buNone/>
              <a:defRPr sz="1600">
                <a:solidFill>
                  <a:schemeClr val="tx1"/>
                </a:solidFill>
              </a:defRPr>
            </a:lvl5pPr>
          </a:lstStyle>
          <a:p>
            <a:pPr lvl="0"/>
            <a:r>
              <a:rPr lang="en-US"/>
              <a:t>Click to edit Master text styles</a:t>
            </a:r>
          </a:p>
        </p:txBody>
      </p:sp>
      <p:sp>
        <p:nvSpPr>
          <p:cNvPr id="11" name="Text Placeholder 4"/>
          <p:cNvSpPr>
            <a:spLocks noGrp="1"/>
          </p:cNvSpPr>
          <p:nvPr>
            <p:ph type="body" sz="quarter" idx="17"/>
          </p:nvPr>
        </p:nvSpPr>
        <p:spPr>
          <a:xfrm>
            <a:off x="532344" y="4470197"/>
            <a:ext cx="7505869" cy="846723"/>
          </a:xfrm>
          <a:prstGeom prst="rect">
            <a:avLst/>
          </a:prstGeom>
        </p:spPr>
        <p:txBody>
          <a:bodyPr/>
          <a:lstStyle>
            <a:lvl1pPr marL="0" indent="0">
              <a:buNone/>
              <a:defRPr sz="1867" b="0" i="1">
                <a:solidFill>
                  <a:schemeClr val="bg1"/>
                </a:solidFill>
                <a:latin typeface="Helvetica Oblique" charset="0"/>
                <a:ea typeface="Helvetica Oblique" charset="0"/>
                <a:cs typeface="Helvetica Oblique" charset="0"/>
              </a:defRPr>
            </a:lvl1pPr>
            <a:lvl2pPr marL="609585" indent="0">
              <a:buNone/>
              <a:defRPr sz="1600">
                <a:solidFill>
                  <a:schemeClr val="tx1"/>
                </a:solidFill>
              </a:defRPr>
            </a:lvl2pPr>
            <a:lvl3pPr marL="1219170" indent="0">
              <a:buNone/>
              <a:defRPr sz="1600">
                <a:solidFill>
                  <a:schemeClr val="tx1"/>
                </a:solidFill>
              </a:defRPr>
            </a:lvl3pPr>
            <a:lvl4pPr marL="1828754" indent="0">
              <a:buNone/>
              <a:defRPr sz="1600">
                <a:solidFill>
                  <a:schemeClr val="tx1"/>
                </a:solidFill>
              </a:defRPr>
            </a:lvl4pPr>
            <a:lvl5pPr marL="2438339" indent="0">
              <a:buNone/>
              <a:defRPr sz="1600">
                <a:solidFill>
                  <a:schemeClr val="tx1"/>
                </a:solidFill>
              </a:defRPr>
            </a:lvl5pPr>
          </a:lstStyle>
          <a:p>
            <a:pPr lvl="0"/>
            <a:r>
              <a:rPr lang="en-US"/>
              <a:t>Click to edit Master text styles</a:t>
            </a:r>
          </a:p>
        </p:txBody>
      </p:sp>
      <p:sp>
        <p:nvSpPr>
          <p:cNvPr id="7" name="Slide Number Placeholder 1">
            <a:extLst>
              <a:ext uri="{FF2B5EF4-FFF2-40B4-BE49-F238E27FC236}">
                <a16:creationId xmlns:a16="http://schemas.microsoft.com/office/drawing/2014/main" id="{936F0F65-E559-4B47-9CB2-B8A9CBE54A39}"/>
              </a:ext>
            </a:extLst>
          </p:cNvPr>
          <p:cNvSpPr>
            <a:spLocks noGrp="1"/>
          </p:cNvSpPr>
          <p:nvPr>
            <p:ph type="sldNum" sz="quarter" idx="4"/>
          </p:nvPr>
        </p:nvSpPr>
        <p:spPr>
          <a:xfrm>
            <a:off x="9144001" y="6356351"/>
            <a:ext cx="1400695" cy="366183"/>
          </a:xfrm>
          <a:prstGeom prst="rect">
            <a:avLst/>
          </a:prstGeom>
        </p:spPr>
        <p:txBody>
          <a:bodyPr vert="horz" lIns="91440" tIns="45720" rIns="91440" bIns="45720" rtlCol="0" anchor="ctr"/>
          <a:lstStyle>
            <a:lvl1pPr algn="r">
              <a:defRPr sz="1200">
                <a:solidFill>
                  <a:schemeClr val="bg1">
                    <a:lumMod val="85000"/>
                  </a:schemeClr>
                </a:solidFill>
              </a:defRPr>
            </a:lvl1pPr>
          </a:lstStyle>
          <a:p>
            <a:fld id="{6AF56D92-6C00-034B-8319-F400623588FE}" type="slidenum">
              <a:rPr lang="en-US" smtClean="0"/>
              <a:pPr/>
              <a:t>‹#›</a:t>
            </a:fld>
            <a:endParaRPr lang="en-US" dirty="0"/>
          </a:p>
        </p:txBody>
      </p:sp>
    </p:spTree>
    <p:extLst>
      <p:ext uri="{BB962C8B-B14F-4D97-AF65-F5344CB8AC3E}">
        <p14:creationId xmlns:p14="http://schemas.microsoft.com/office/powerpoint/2010/main" val="34512880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3"/>
          <p:cNvSpPr>
            <a:spLocks noGrp="1"/>
          </p:cNvSpPr>
          <p:nvPr>
            <p:ph type="title" hasCustomPrompt="1"/>
          </p:nvPr>
        </p:nvSpPr>
        <p:spPr>
          <a:xfrm>
            <a:off x="226577" y="182767"/>
            <a:ext cx="10479859" cy="863805"/>
          </a:xfrm>
          <a:prstGeom prst="rect">
            <a:avLst/>
          </a:prstGeom>
        </p:spPr>
        <p:txBody>
          <a:bodyPr/>
          <a:lstStyle>
            <a:lvl1pPr algn="l">
              <a:defRPr sz="3733" b="1" i="0">
                <a:solidFill>
                  <a:srgbClr val="73B532"/>
                </a:solidFill>
                <a:latin typeface="Helvetica" charset="0"/>
                <a:ea typeface="Helvetica" charset="0"/>
                <a:cs typeface="Helvetica" charset="0"/>
              </a:defRPr>
            </a:lvl1pPr>
          </a:lstStyle>
          <a:p>
            <a:r>
              <a:rPr lang="en-US" dirty="0"/>
              <a:t>CLICK TO EDIT MASTER TITLE STYLE</a:t>
            </a:r>
          </a:p>
        </p:txBody>
      </p:sp>
      <p:sp>
        <p:nvSpPr>
          <p:cNvPr id="17" name="Text Placeholder 4"/>
          <p:cNvSpPr>
            <a:spLocks noGrp="1"/>
          </p:cNvSpPr>
          <p:nvPr>
            <p:ph type="body" sz="quarter" idx="20"/>
          </p:nvPr>
        </p:nvSpPr>
        <p:spPr>
          <a:xfrm>
            <a:off x="8987556" y="1909964"/>
            <a:ext cx="2859185" cy="2772627"/>
          </a:xfrm>
          <a:prstGeom prst="rect">
            <a:avLst/>
          </a:prstGeom>
        </p:spPr>
        <p:txBody>
          <a:bodyPr/>
          <a:lstStyle>
            <a:lvl1pPr marL="0" indent="0">
              <a:buNone/>
              <a:defRPr sz="1600" b="0" i="0">
                <a:solidFill>
                  <a:schemeClr val="tx1"/>
                </a:solidFill>
                <a:latin typeface="Helvetica Light" charset="0"/>
                <a:ea typeface="Helvetica Light" charset="0"/>
                <a:cs typeface="Helvetica Light" charset="0"/>
              </a:defRPr>
            </a:lvl1pPr>
            <a:lvl2pPr marL="609585" indent="0">
              <a:buNone/>
              <a:defRPr sz="1600">
                <a:solidFill>
                  <a:schemeClr val="tx1"/>
                </a:solidFill>
              </a:defRPr>
            </a:lvl2pPr>
            <a:lvl3pPr marL="1219170" indent="0">
              <a:buNone/>
              <a:defRPr sz="1600">
                <a:solidFill>
                  <a:schemeClr val="tx1"/>
                </a:solidFill>
              </a:defRPr>
            </a:lvl3pPr>
            <a:lvl4pPr marL="1828754" indent="0">
              <a:buNone/>
              <a:defRPr sz="1600">
                <a:solidFill>
                  <a:schemeClr val="tx1"/>
                </a:solidFill>
              </a:defRPr>
            </a:lvl4pPr>
            <a:lvl5pPr marL="2438339" indent="0">
              <a:buNone/>
              <a:defRPr sz="1600">
                <a:solidFill>
                  <a:schemeClr val="tx1"/>
                </a:solidFill>
              </a:defRPr>
            </a:lvl5pPr>
          </a:lstStyle>
          <a:p>
            <a:pPr lvl="0"/>
            <a:r>
              <a:rPr lang="en-US"/>
              <a:t>Click to edit Master text styles</a:t>
            </a:r>
          </a:p>
        </p:txBody>
      </p:sp>
      <p:sp>
        <p:nvSpPr>
          <p:cNvPr id="20" name="Picture Placeholder 2"/>
          <p:cNvSpPr>
            <a:spLocks noGrp="1"/>
          </p:cNvSpPr>
          <p:nvPr>
            <p:ph type="pic" sz="quarter" idx="11"/>
          </p:nvPr>
        </p:nvSpPr>
        <p:spPr>
          <a:xfrm>
            <a:off x="949148" y="1424198"/>
            <a:ext cx="3485288" cy="3269183"/>
          </a:xfrm>
          <a:prstGeom prst="rect">
            <a:avLst/>
          </a:prstGeom>
          <a:solidFill>
            <a:schemeClr val="bg1">
              <a:lumMod val="85000"/>
            </a:schemeClr>
          </a:solidFill>
        </p:spPr>
        <p:txBody>
          <a:bodyPr/>
          <a:lstStyle>
            <a:lvl1pPr>
              <a:defRPr sz="2400"/>
            </a:lvl1pPr>
          </a:lstStyle>
          <a:p>
            <a:r>
              <a:rPr lang="en-US"/>
              <a:t>Click icon to add picture</a:t>
            </a:r>
            <a:endParaRPr lang="en-US" dirty="0"/>
          </a:p>
        </p:txBody>
      </p:sp>
      <p:sp>
        <p:nvSpPr>
          <p:cNvPr id="21" name="Picture Placeholder 2"/>
          <p:cNvSpPr>
            <a:spLocks noGrp="1"/>
          </p:cNvSpPr>
          <p:nvPr>
            <p:ph type="pic" sz="quarter" idx="21"/>
          </p:nvPr>
        </p:nvSpPr>
        <p:spPr>
          <a:xfrm>
            <a:off x="5232532" y="1424198"/>
            <a:ext cx="3485288" cy="3269183"/>
          </a:xfrm>
          <a:prstGeom prst="rect">
            <a:avLst/>
          </a:prstGeom>
          <a:solidFill>
            <a:schemeClr val="bg1">
              <a:lumMod val="85000"/>
            </a:schemeClr>
          </a:solidFill>
        </p:spPr>
        <p:txBody>
          <a:bodyPr/>
          <a:lstStyle>
            <a:lvl1pPr>
              <a:defRPr sz="2400"/>
            </a:lvl1pPr>
          </a:lstStyle>
          <a:p>
            <a:r>
              <a:rPr lang="en-US"/>
              <a:t>Click icon to add picture</a:t>
            </a:r>
            <a:endParaRPr lang="en-US" dirty="0"/>
          </a:p>
        </p:txBody>
      </p:sp>
      <p:sp>
        <p:nvSpPr>
          <p:cNvPr id="23" name="Text Placeholder 2"/>
          <p:cNvSpPr>
            <a:spLocks noGrp="1"/>
          </p:cNvSpPr>
          <p:nvPr>
            <p:ph type="body" sz="quarter" idx="12"/>
          </p:nvPr>
        </p:nvSpPr>
        <p:spPr>
          <a:xfrm>
            <a:off x="927888" y="4736819"/>
            <a:ext cx="3528128" cy="1035500"/>
          </a:xfrm>
          <a:prstGeom prst="rect">
            <a:avLst/>
          </a:prstGeom>
        </p:spPr>
        <p:txBody>
          <a:bodyPr anchor="t"/>
          <a:lstStyle>
            <a:lvl1pPr marL="0" indent="0" algn="ctr">
              <a:buNone/>
              <a:defRPr sz="1867" b="1" i="0">
                <a:solidFill>
                  <a:schemeClr val="tx2"/>
                </a:solidFill>
                <a:latin typeface="Helvetica" charset="0"/>
                <a:ea typeface="Helvetica" charset="0"/>
                <a:cs typeface="Helvetica" charset="0"/>
              </a:defRPr>
            </a:lvl1pPr>
            <a:lvl2pPr marL="609585" indent="0">
              <a:buNone/>
              <a:defRPr sz="1867" b="1" i="0">
                <a:solidFill>
                  <a:schemeClr val="tx2"/>
                </a:solidFill>
                <a:latin typeface="Helvetica" charset="0"/>
                <a:ea typeface="Helvetica" charset="0"/>
                <a:cs typeface="Helvetica" charset="0"/>
              </a:defRPr>
            </a:lvl2pPr>
            <a:lvl3pPr marL="1219170" indent="0">
              <a:buNone/>
              <a:defRPr sz="1867" b="1" i="0">
                <a:solidFill>
                  <a:schemeClr val="tx2"/>
                </a:solidFill>
                <a:latin typeface="Helvetica" charset="0"/>
                <a:ea typeface="Helvetica" charset="0"/>
                <a:cs typeface="Helvetica" charset="0"/>
              </a:defRPr>
            </a:lvl3pPr>
            <a:lvl4pPr marL="1828754" indent="0">
              <a:buNone/>
              <a:defRPr sz="1867" b="1" i="0">
                <a:solidFill>
                  <a:schemeClr val="tx2"/>
                </a:solidFill>
                <a:latin typeface="Helvetica" charset="0"/>
                <a:ea typeface="Helvetica" charset="0"/>
                <a:cs typeface="Helvetica" charset="0"/>
              </a:defRPr>
            </a:lvl4pPr>
            <a:lvl5pPr marL="2438339" indent="0">
              <a:buNone/>
              <a:defRPr sz="1867" b="1" i="0">
                <a:solidFill>
                  <a:schemeClr val="tx2"/>
                </a:solidFill>
                <a:latin typeface="Helvetica" charset="0"/>
                <a:ea typeface="Helvetica" charset="0"/>
                <a:cs typeface="Helvetica" charset="0"/>
              </a:defRPr>
            </a:lvl5pPr>
          </a:lstStyle>
          <a:p>
            <a:pPr lvl="0"/>
            <a:r>
              <a:rPr lang="en-US"/>
              <a:t>Click to edit Master text styles</a:t>
            </a:r>
          </a:p>
        </p:txBody>
      </p:sp>
      <p:sp>
        <p:nvSpPr>
          <p:cNvPr id="24" name="Text Placeholder 2"/>
          <p:cNvSpPr>
            <a:spLocks noGrp="1"/>
          </p:cNvSpPr>
          <p:nvPr>
            <p:ph type="body" sz="quarter" idx="22"/>
          </p:nvPr>
        </p:nvSpPr>
        <p:spPr>
          <a:xfrm>
            <a:off x="5211272" y="4736819"/>
            <a:ext cx="3528128" cy="1035500"/>
          </a:xfrm>
          <a:prstGeom prst="rect">
            <a:avLst/>
          </a:prstGeom>
        </p:spPr>
        <p:txBody>
          <a:bodyPr anchor="t"/>
          <a:lstStyle>
            <a:lvl1pPr marL="0" indent="0" algn="ctr">
              <a:buNone/>
              <a:defRPr sz="1867" b="1" i="0">
                <a:solidFill>
                  <a:schemeClr val="tx2"/>
                </a:solidFill>
                <a:latin typeface="Helvetica" charset="0"/>
                <a:ea typeface="Helvetica" charset="0"/>
                <a:cs typeface="Helvetica" charset="0"/>
              </a:defRPr>
            </a:lvl1pPr>
            <a:lvl2pPr marL="609585" indent="0">
              <a:buNone/>
              <a:defRPr sz="1867" b="1" i="0">
                <a:solidFill>
                  <a:schemeClr val="tx2"/>
                </a:solidFill>
                <a:latin typeface="Helvetica" charset="0"/>
                <a:ea typeface="Helvetica" charset="0"/>
                <a:cs typeface="Helvetica" charset="0"/>
              </a:defRPr>
            </a:lvl2pPr>
            <a:lvl3pPr marL="1219170" indent="0">
              <a:buNone/>
              <a:defRPr sz="1867" b="1" i="0">
                <a:solidFill>
                  <a:schemeClr val="tx2"/>
                </a:solidFill>
                <a:latin typeface="Helvetica" charset="0"/>
                <a:ea typeface="Helvetica" charset="0"/>
                <a:cs typeface="Helvetica" charset="0"/>
              </a:defRPr>
            </a:lvl3pPr>
            <a:lvl4pPr marL="1828754" indent="0">
              <a:buNone/>
              <a:defRPr sz="1867" b="1" i="0">
                <a:solidFill>
                  <a:schemeClr val="tx2"/>
                </a:solidFill>
                <a:latin typeface="Helvetica" charset="0"/>
                <a:ea typeface="Helvetica" charset="0"/>
                <a:cs typeface="Helvetica" charset="0"/>
              </a:defRPr>
            </a:lvl4pPr>
            <a:lvl5pPr marL="2438339" indent="0">
              <a:buNone/>
              <a:defRPr sz="1867" b="1" i="0">
                <a:solidFill>
                  <a:schemeClr val="tx2"/>
                </a:solidFill>
                <a:latin typeface="Helvetica" charset="0"/>
                <a:ea typeface="Helvetica" charset="0"/>
                <a:cs typeface="Helvetica" charset="0"/>
              </a:defRPr>
            </a:lvl5pPr>
          </a:lstStyle>
          <a:p>
            <a:pPr lvl="0"/>
            <a:r>
              <a:rPr lang="en-US"/>
              <a:t>Click to edit Master text styles</a:t>
            </a:r>
          </a:p>
        </p:txBody>
      </p:sp>
      <p:sp>
        <p:nvSpPr>
          <p:cNvPr id="10" name="Slide Number Placeholder 1">
            <a:extLst>
              <a:ext uri="{FF2B5EF4-FFF2-40B4-BE49-F238E27FC236}">
                <a16:creationId xmlns:a16="http://schemas.microsoft.com/office/drawing/2014/main" id="{B39D7A60-94C3-EE48-B3AE-0DB55AC0800D}"/>
              </a:ext>
            </a:extLst>
          </p:cNvPr>
          <p:cNvSpPr>
            <a:spLocks noGrp="1"/>
          </p:cNvSpPr>
          <p:nvPr>
            <p:ph type="sldNum" sz="quarter" idx="4"/>
          </p:nvPr>
        </p:nvSpPr>
        <p:spPr>
          <a:xfrm>
            <a:off x="9144001" y="6356351"/>
            <a:ext cx="1400695" cy="366183"/>
          </a:xfrm>
          <a:prstGeom prst="rect">
            <a:avLst/>
          </a:prstGeom>
        </p:spPr>
        <p:txBody>
          <a:bodyPr vert="horz" lIns="91440" tIns="45720" rIns="91440" bIns="45720" rtlCol="0" anchor="ctr"/>
          <a:lstStyle>
            <a:lvl1pPr algn="r">
              <a:defRPr sz="1200">
                <a:solidFill>
                  <a:schemeClr val="bg1">
                    <a:lumMod val="85000"/>
                  </a:schemeClr>
                </a:solidFill>
              </a:defRPr>
            </a:lvl1pPr>
          </a:lstStyle>
          <a:p>
            <a:fld id="{6AF56D92-6C00-034B-8319-F400623588FE}" type="slidenum">
              <a:rPr lang="en-US" smtClean="0"/>
              <a:pPr/>
              <a:t>‹#›</a:t>
            </a:fld>
            <a:endParaRPr lang="en-US" dirty="0"/>
          </a:p>
        </p:txBody>
      </p:sp>
    </p:spTree>
    <p:extLst>
      <p:ext uri="{BB962C8B-B14F-4D97-AF65-F5344CB8AC3E}">
        <p14:creationId xmlns:p14="http://schemas.microsoft.com/office/powerpoint/2010/main" val="30815321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D530E20D-BAC1-DE48-9A60-2C01614DA18F}"/>
              </a:ext>
            </a:extLst>
          </p:cNvPr>
          <p:cNvSpPr>
            <a:spLocks noGrp="1"/>
          </p:cNvSpPr>
          <p:nvPr>
            <p:ph type="sldNum" sz="quarter" idx="4"/>
          </p:nvPr>
        </p:nvSpPr>
        <p:spPr>
          <a:xfrm>
            <a:off x="9144001" y="6356351"/>
            <a:ext cx="1400695" cy="366183"/>
          </a:xfrm>
          <a:prstGeom prst="rect">
            <a:avLst/>
          </a:prstGeom>
        </p:spPr>
        <p:txBody>
          <a:bodyPr vert="horz" lIns="91440" tIns="45720" rIns="91440" bIns="45720" rtlCol="0" anchor="ctr"/>
          <a:lstStyle>
            <a:lvl1pPr algn="r">
              <a:defRPr sz="1200">
                <a:solidFill>
                  <a:schemeClr val="bg1">
                    <a:lumMod val="85000"/>
                  </a:schemeClr>
                </a:solidFill>
              </a:defRPr>
            </a:lvl1pPr>
          </a:lstStyle>
          <a:p>
            <a:fld id="{6AF56D92-6C00-034B-8319-F400623588FE}" type="slidenum">
              <a:rPr lang="en-US" smtClean="0"/>
              <a:pPr/>
              <a:t>‹#›</a:t>
            </a:fld>
            <a:endParaRPr lang="en-US" dirty="0"/>
          </a:p>
        </p:txBody>
      </p:sp>
    </p:spTree>
    <p:extLst>
      <p:ext uri="{BB962C8B-B14F-4D97-AF65-F5344CB8AC3E}">
        <p14:creationId xmlns:p14="http://schemas.microsoft.com/office/powerpoint/2010/main" val="2435706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4_Title and Content">
    <p:bg>
      <p:bgPr>
        <a:blipFill>
          <a:blip r:embed="rId2">
            <a:alphaModFix/>
          </a:blip>
          <a:stretch>
            <a:fillRect/>
          </a:stretch>
        </a:blipFill>
        <a:effectLst/>
      </p:bgPr>
    </p:bg>
    <p:spTree>
      <p:nvGrpSpPr>
        <p:cNvPr id="1" name="Shape 14"/>
        <p:cNvGrpSpPr/>
        <p:nvPr/>
      </p:nvGrpSpPr>
      <p:grpSpPr>
        <a:xfrm>
          <a:off x="0" y="0"/>
          <a:ext cx="0" cy="0"/>
          <a:chOff x="0" y="0"/>
          <a:chExt cx="0" cy="0"/>
        </a:xfrm>
      </p:grpSpPr>
      <p:sp>
        <p:nvSpPr>
          <p:cNvPr id="15" name="Google Shape;15;p17"/>
          <p:cNvSpPr txBox="1">
            <a:spLocks noGrp="1"/>
          </p:cNvSpPr>
          <p:nvPr>
            <p:ph type="sldNum" idx="12"/>
          </p:nvPr>
        </p:nvSpPr>
        <p:spPr>
          <a:xfrm>
            <a:off x="11740327" y="6356350"/>
            <a:ext cx="535709"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16" name="Google Shape;16;p17"/>
          <p:cNvPicPr preferRelativeResize="0"/>
          <p:nvPr/>
        </p:nvPicPr>
        <p:blipFill>
          <a:blip r:embed="rId3">
            <a:alphaModFix/>
          </a:blip>
          <a:stretch>
            <a:fillRect/>
          </a:stretch>
        </p:blipFill>
        <p:spPr>
          <a:xfrm>
            <a:off x="10261806" y="90575"/>
            <a:ext cx="1028575" cy="628900"/>
          </a:xfrm>
          <a:prstGeom prst="rect">
            <a:avLst/>
          </a:prstGeom>
          <a:noFill/>
          <a:ln>
            <a:noFill/>
          </a:ln>
        </p:spPr>
      </p:pic>
      <p:pic>
        <p:nvPicPr>
          <p:cNvPr id="17" name="Google Shape;17;p17"/>
          <p:cNvPicPr preferRelativeResize="0"/>
          <p:nvPr/>
        </p:nvPicPr>
        <p:blipFill>
          <a:blip r:embed="rId4">
            <a:alphaModFix/>
          </a:blip>
          <a:stretch>
            <a:fillRect/>
          </a:stretch>
        </p:blipFill>
        <p:spPr>
          <a:xfrm>
            <a:off x="9863776" y="841302"/>
            <a:ext cx="1876550" cy="186923"/>
          </a:xfrm>
          <a:prstGeom prst="rect">
            <a:avLst/>
          </a:prstGeom>
          <a:noFill/>
          <a:ln>
            <a:noFill/>
          </a:ln>
        </p:spPr>
      </p:pic>
    </p:spTree>
    <p:extLst>
      <p:ext uri="{BB962C8B-B14F-4D97-AF65-F5344CB8AC3E}">
        <p14:creationId xmlns:p14="http://schemas.microsoft.com/office/powerpoint/2010/main" val="38314813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p:cSld name="1_Section Header">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18"/>
          <p:cNvSpPr txBox="1">
            <a:spLocks noGrp="1"/>
          </p:cNvSpPr>
          <p:nvPr>
            <p:ph type="sldNum" idx="12"/>
          </p:nvPr>
        </p:nvSpPr>
        <p:spPr>
          <a:xfrm>
            <a:off x="11497134" y="6356350"/>
            <a:ext cx="535709"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791819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32" name="Texture">
            <a:extLst>
              <a:ext uri="{FF2B5EF4-FFF2-40B4-BE49-F238E27FC236}">
                <a16:creationId xmlns:a16="http://schemas.microsoft.com/office/drawing/2014/main" id="{259E29B8-69B3-4461-B37F-0DBB9DC04766}"/>
              </a:ext>
            </a:extLst>
          </p:cNvPr>
          <p:cNvSpPr/>
          <p:nvPr userDrawn="1"/>
        </p:nvSpPr>
        <p:spPr>
          <a:xfrm>
            <a:off x="0" y="0"/>
            <a:ext cx="12192000" cy="6858000"/>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err="1"/>
          </a:p>
        </p:txBody>
      </p:sp>
      <p:sp>
        <p:nvSpPr>
          <p:cNvPr id="2" name="Oval 1">
            <a:extLst>
              <a:ext uri="{FF2B5EF4-FFF2-40B4-BE49-F238E27FC236}">
                <a16:creationId xmlns:a16="http://schemas.microsoft.com/office/drawing/2014/main" id="{67C7E9E7-7333-4EF5-9FC3-4CEF923EA801}"/>
              </a:ext>
            </a:extLst>
          </p:cNvPr>
          <p:cNvSpPr/>
          <p:nvPr userDrawn="1"/>
        </p:nvSpPr>
        <p:spPr>
          <a:xfrm>
            <a:off x="3555406" y="4109059"/>
            <a:ext cx="5169494" cy="1434491"/>
          </a:xfrm>
          <a:prstGeom prst="ellipse">
            <a:avLst/>
          </a:prstGeom>
          <a:gradFill flip="none" rotWithShape="1">
            <a:gsLst>
              <a:gs pos="55000">
                <a:schemeClr val="bg1"/>
              </a:gs>
              <a:gs pos="100000">
                <a:schemeClr val="bg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err="1"/>
          </a:p>
        </p:txBody>
      </p:sp>
      <p:grpSp>
        <p:nvGrpSpPr>
          <p:cNvPr id="40" name="Logo">
            <a:extLst>
              <a:ext uri="{FF2B5EF4-FFF2-40B4-BE49-F238E27FC236}">
                <a16:creationId xmlns:a16="http://schemas.microsoft.com/office/drawing/2014/main" id="{D2A95714-9F6E-48DD-9ED6-94BDDECF0F49}"/>
              </a:ext>
            </a:extLst>
          </p:cNvPr>
          <p:cNvGrpSpPr>
            <a:grpSpLocks noChangeAspect="1"/>
          </p:cNvGrpSpPr>
          <p:nvPr userDrawn="1"/>
        </p:nvGrpSpPr>
        <p:grpSpPr bwMode="black">
          <a:xfrm>
            <a:off x="5258125" y="4703638"/>
            <a:ext cx="1675750" cy="393192"/>
            <a:chOff x="1231901" y="5359401"/>
            <a:chExt cx="11210925" cy="2630487"/>
          </a:xfrm>
        </p:grpSpPr>
        <p:sp>
          <p:nvSpPr>
            <p:cNvPr id="60" name="Freeform 5">
              <a:extLst>
                <a:ext uri="{FF2B5EF4-FFF2-40B4-BE49-F238E27FC236}">
                  <a16:creationId xmlns:a16="http://schemas.microsoft.com/office/drawing/2014/main" id="{39598F92-4036-449A-A381-281AC133F93A}"/>
                </a:ext>
              </a:extLst>
            </p:cNvPr>
            <p:cNvSpPr>
              <a:spLocks noEditPoints="1"/>
            </p:cNvSpPr>
            <p:nvPr userDrawn="1"/>
          </p:nvSpPr>
          <p:spPr bwMode="black">
            <a:xfrm>
              <a:off x="5105401" y="5586413"/>
              <a:ext cx="7337425" cy="2147887"/>
            </a:xfrm>
            <a:custGeom>
              <a:avLst/>
              <a:gdLst>
                <a:gd name="T0" fmla="*/ 0 w 3931"/>
                <a:gd name="T1" fmla="*/ 803 h 1148"/>
                <a:gd name="T2" fmla="*/ 552 w 3931"/>
                <a:gd name="T3" fmla="*/ 1142 h 1148"/>
                <a:gd name="T4" fmla="*/ 388 w 3931"/>
                <a:gd name="T5" fmla="*/ 853 h 1148"/>
                <a:gd name="T6" fmla="*/ 388 w 3931"/>
                <a:gd name="T7" fmla="*/ 1092 h 1148"/>
                <a:gd name="T8" fmla="*/ 620 w 3931"/>
                <a:gd name="T9" fmla="*/ 974 h 1148"/>
                <a:gd name="T10" fmla="*/ 887 w 3931"/>
                <a:gd name="T11" fmla="*/ 900 h 1148"/>
                <a:gd name="T12" fmla="*/ 701 w 3931"/>
                <a:gd name="T13" fmla="*/ 877 h 1148"/>
                <a:gd name="T14" fmla="*/ 828 w 3931"/>
                <a:gd name="T15" fmla="*/ 1048 h 1148"/>
                <a:gd name="T16" fmla="*/ 762 w 3931"/>
                <a:gd name="T17" fmla="*/ 1148 h 1148"/>
                <a:gd name="T18" fmla="*/ 1018 w 3931"/>
                <a:gd name="T19" fmla="*/ 1142 h 1148"/>
                <a:gd name="T20" fmla="*/ 1169 w 3931"/>
                <a:gd name="T21" fmla="*/ 943 h 1148"/>
                <a:gd name="T22" fmla="*/ 1533 w 3931"/>
                <a:gd name="T23" fmla="*/ 1142 h 1148"/>
                <a:gd name="T24" fmla="*/ 1327 w 3931"/>
                <a:gd name="T25" fmla="*/ 803 h 1148"/>
                <a:gd name="T26" fmla="*/ 1596 w 3931"/>
                <a:gd name="T27" fmla="*/ 1142 h 1148"/>
                <a:gd name="T28" fmla="*/ 1719 w 3931"/>
                <a:gd name="T29" fmla="*/ 844 h 1148"/>
                <a:gd name="T30" fmla="*/ 1834 w 3931"/>
                <a:gd name="T31" fmla="*/ 1148 h 1148"/>
                <a:gd name="T32" fmla="*/ 1833 w 3931"/>
                <a:gd name="T33" fmla="*/ 1099 h 1148"/>
                <a:gd name="T34" fmla="*/ 2274 w 3931"/>
                <a:gd name="T35" fmla="*/ 1142 h 1148"/>
                <a:gd name="T36" fmla="*/ 2274 w 3931"/>
                <a:gd name="T37" fmla="*/ 1092 h 1148"/>
                <a:gd name="T38" fmla="*/ 2360 w 3931"/>
                <a:gd name="T39" fmla="*/ 844 h 1148"/>
                <a:gd name="T40" fmla="*/ 2475 w 3931"/>
                <a:gd name="T41" fmla="*/ 1148 h 1148"/>
                <a:gd name="T42" fmla="*/ 2475 w 3931"/>
                <a:gd name="T43" fmla="*/ 1099 h 1148"/>
                <a:gd name="T44" fmla="*/ 2862 w 3931"/>
                <a:gd name="T45" fmla="*/ 1148 h 1148"/>
                <a:gd name="T46" fmla="*/ 2949 w 3931"/>
                <a:gd name="T47" fmla="*/ 822 h 1148"/>
                <a:gd name="T48" fmla="*/ 2905 w 3931"/>
                <a:gd name="T49" fmla="*/ 856 h 1148"/>
                <a:gd name="T50" fmla="*/ 2864 w 3931"/>
                <a:gd name="T51" fmla="*/ 1101 h 1148"/>
                <a:gd name="T52" fmla="*/ 2857 w 3931"/>
                <a:gd name="T53" fmla="*/ 955 h 1148"/>
                <a:gd name="T54" fmla="*/ 2862 w 3931"/>
                <a:gd name="T55" fmla="*/ 1148 h 1148"/>
                <a:gd name="T56" fmla="*/ 3139 w 3931"/>
                <a:gd name="T57" fmla="*/ 1142 h 1148"/>
                <a:gd name="T58" fmla="*/ 3458 w 3931"/>
                <a:gd name="T59" fmla="*/ 853 h 1148"/>
                <a:gd name="T60" fmla="*/ 3298 w 3931"/>
                <a:gd name="T61" fmla="*/ 991 h 1148"/>
                <a:gd name="T62" fmla="*/ 3562 w 3931"/>
                <a:gd name="T63" fmla="*/ 1123 h 1148"/>
                <a:gd name="T64" fmla="*/ 3606 w 3931"/>
                <a:gd name="T65" fmla="*/ 1084 h 1148"/>
                <a:gd name="T66" fmla="*/ 3647 w 3931"/>
                <a:gd name="T67" fmla="*/ 991 h 1148"/>
                <a:gd name="T68" fmla="*/ 3569 w 3931"/>
                <a:gd name="T69" fmla="*/ 824 h 1148"/>
                <a:gd name="T70" fmla="*/ 3724 w 3931"/>
                <a:gd name="T71" fmla="*/ 895 h 1148"/>
                <a:gd name="T72" fmla="*/ 3591 w 3931"/>
                <a:gd name="T73" fmla="*/ 893 h 1148"/>
                <a:gd name="T74" fmla="*/ 3754 w 3931"/>
                <a:gd name="T75" fmla="*/ 1120 h 1148"/>
                <a:gd name="T76" fmla="*/ 152 w 3931"/>
                <a:gd name="T77" fmla="*/ 268 h 1148"/>
                <a:gd name="T78" fmla="*/ 361 w 3931"/>
                <a:gd name="T79" fmla="*/ 605 h 1148"/>
                <a:gd name="T80" fmla="*/ 553 w 3931"/>
                <a:gd name="T81" fmla="*/ 11 h 1148"/>
                <a:gd name="T82" fmla="*/ 931 w 3931"/>
                <a:gd name="T83" fmla="*/ 249 h 1148"/>
                <a:gd name="T84" fmla="*/ 957 w 3931"/>
                <a:gd name="T85" fmla="*/ 605 h 1148"/>
                <a:gd name="T86" fmla="*/ 1123 w 3931"/>
                <a:gd name="T87" fmla="*/ 11 h 1148"/>
                <a:gd name="T88" fmla="*/ 1317 w 3931"/>
                <a:gd name="T89" fmla="*/ 605 h 1148"/>
                <a:gd name="T90" fmla="*/ 1746 w 3931"/>
                <a:gd name="T91" fmla="*/ 531 h 1148"/>
                <a:gd name="T92" fmla="*/ 1687 w 3931"/>
                <a:gd name="T93" fmla="*/ 337 h 1148"/>
                <a:gd name="T94" fmla="*/ 1749 w 3931"/>
                <a:gd name="T95" fmla="*/ 0 h 1148"/>
                <a:gd name="T96" fmla="*/ 1813 w 3931"/>
                <a:gd name="T97" fmla="*/ 106 h 1148"/>
                <a:gd name="T98" fmla="*/ 1797 w 3931"/>
                <a:gd name="T99" fmla="*/ 262 h 1148"/>
                <a:gd name="T100" fmla="*/ 1563 w 3931"/>
                <a:gd name="T101" fmla="*/ 567 h 1148"/>
                <a:gd name="T102" fmla="*/ 2188 w 3931"/>
                <a:gd name="T103" fmla="*/ 605 h 1148"/>
                <a:gd name="T104" fmla="*/ 2711 w 3931"/>
                <a:gd name="T105" fmla="*/ 603 h 1148"/>
                <a:gd name="T106" fmla="*/ 2582 w 3931"/>
                <a:gd name="T107" fmla="*/ 1 h 1148"/>
                <a:gd name="T108" fmla="*/ 2664 w 3931"/>
                <a:gd name="T109" fmla="*/ 111 h 1148"/>
                <a:gd name="T110" fmla="*/ 2595 w 3931"/>
                <a:gd name="T111" fmla="*/ 525 h 1148"/>
                <a:gd name="T112" fmla="*/ 2579 w 3931"/>
                <a:gd name="T113" fmla="*/ 288 h 1148"/>
                <a:gd name="T114" fmla="*/ 3048 w 3931"/>
                <a:gd name="T115" fmla="*/ 248 h 1148"/>
                <a:gd name="T116" fmla="*/ 3273 w 3931"/>
                <a:gd name="T117" fmla="*/ 605 h 1148"/>
                <a:gd name="T118" fmla="*/ 3628 w 3931"/>
                <a:gd name="T119" fmla="*/ 605 h 1148"/>
                <a:gd name="T120" fmla="*/ 3931 w 3931"/>
                <a:gd name="T121" fmla="*/ 107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1" h="1148">
                  <a:moveTo>
                    <a:pt x="163" y="1142"/>
                  </a:moveTo>
                  <a:cubicBezTo>
                    <a:pt x="109" y="1142"/>
                    <a:pt x="109" y="1142"/>
                    <a:pt x="109" y="1142"/>
                  </a:cubicBezTo>
                  <a:cubicBezTo>
                    <a:pt x="109" y="853"/>
                    <a:pt x="109" y="853"/>
                    <a:pt x="109" y="853"/>
                  </a:cubicBezTo>
                  <a:cubicBezTo>
                    <a:pt x="0" y="853"/>
                    <a:pt x="0" y="853"/>
                    <a:pt x="0" y="853"/>
                  </a:cubicBezTo>
                  <a:cubicBezTo>
                    <a:pt x="0" y="803"/>
                    <a:pt x="0" y="803"/>
                    <a:pt x="0" y="803"/>
                  </a:cubicBezTo>
                  <a:cubicBezTo>
                    <a:pt x="273" y="803"/>
                    <a:pt x="273" y="803"/>
                    <a:pt x="273" y="803"/>
                  </a:cubicBezTo>
                  <a:cubicBezTo>
                    <a:pt x="273" y="853"/>
                    <a:pt x="273" y="853"/>
                    <a:pt x="273" y="853"/>
                  </a:cubicBezTo>
                  <a:cubicBezTo>
                    <a:pt x="163" y="853"/>
                    <a:pt x="163" y="853"/>
                    <a:pt x="163" y="853"/>
                  </a:cubicBezTo>
                  <a:lnTo>
                    <a:pt x="163" y="1142"/>
                  </a:lnTo>
                  <a:close/>
                  <a:moveTo>
                    <a:pt x="552" y="1142"/>
                  </a:moveTo>
                  <a:cubicBezTo>
                    <a:pt x="334" y="1142"/>
                    <a:pt x="334" y="1142"/>
                    <a:pt x="334" y="1142"/>
                  </a:cubicBezTo>
                  <a:cubicBezTo>
                    <a:pt x="334" y="803"/>
                    <a:pt x="334" y="803"/>
                    <a:pt x="334" y="803"/>
                  </a:cubicBezTo>
                  <a:cubicBezTo>
                    <a:pt x="548" y="803"/>
                    <a:pt x="548" y="803"/>
                    <a:pt x="548" y="803"/>
                  </a:cubicBezTo>
                  <a:cubicBezTo>
                    <a:pt x="548" y="853"/>
                    <a:pt x="548" y="853"/>
                    <a:pt x="548" y="853"/>
                  </a:cubicBezTo>
                  <a:cubicBezTo>
                    <a:pt x="388" y="853"/>
                    <a:pt x="388" y="853"/>
                    <a:pt x="388" y="853"/>
                  </a:cubicBezTo>
                  <a:cubicBezTo>
                    <a:pt x="388" y="942"/>
                    <a:pt x="388" y="942"/>
                    <a:pt x="388" y="942"/>
                  </a:cubicBezTo>
                  <a:cubicBezTo>
                    <a:pt x="541" y="942"/>
                    <a:pt x="541" y="942"/>
                    <a:pt x="541" y="942"/>
                  </a:cubicBezTo>
                  <a:cubicBezTo>
                    <a:pt x="541" y="991"/>
                    <a:pt x="541" y="991"/>
                    <a:pt x="541" y="991"/>
                  </a:cubicBezTo>
                  <a:cubicBezTo>
                    <a:pt x="388" y="991"/>
                    <a:pt x="388" y="991"/>
                    <a:pt x="388" y="991"/>
                  </a:cubicBezTo>
                  <a:cubicBezTo>
                    <a:pt x="388" y="1092"/>
                    <a:pt x="388" y="1092"/>
                    <a:pt x="388" y="1092"/>
                  </a:cubicBezTo>
                  <a:cubicBezTo>
                    <a:pt x="552" y="1092"/>
                    <a:pt x="552" y="1092"/>
                    <a:pt x="552" y="1092"/>
                  </a:cubicBezTo>
                  <a:lnTo>
                    <a:pt x="552" y="1142"/>
                  </a:lnTo>
                  <a:close/>
                  <a:moveTo>
                    <a:pt x="762" y="1148"/>
                  </a:moveTo>
                  <a:cubicBezTo>
                    <a:pt x="716" y="1148"/>
                    <a:pt x="681" y="1133"/>
                    <a:pt x="656" y="1103"/>
                  </a:cubicBezTo>
                  <a:cubicBezTo>
                    <a:pt x="632" y="1073"/>
                    <a:pt x="620" y="1030"/>
                    <a:pt x="620" y="974"/>
                  </a:cubicBezTo>
                  <a:cubicBezTo>
                    <a:pt x="620" y="919"/>
                    <a:pt x="633" y="875"/>
                    <a:pt x="658" y="845"/>
                  </a:cubicBezTo>
                  <a:cubicBezTo>
                    <a:pt x="683" y="814"/>
                    <a:pt x="719" y="798"/>
                    <a:pt x="766" y="798"/>
                  </a:cubicBezTo>
                  <a:cubicBezTo>
                    <a:pt x="802" y="798"/>
                    <a:pt x="831" y="807"/>
                    <a:pt x="853" y="824"/>
                  </a:cubicBezTo>
                  <a:cubicBezTo>
                    <a:pt x="874" y="841"/>
                    <a:pt x="886" y="865"/>
                    <a:pt x="887" y="894"/>
                  </a:cubicBezTo>
                  <a:cubicBezTo>
                    <a:pt x="887" y="900"/>
                    <a:pt x="887" y="900"/>
                    <a:pt x="887" y="900"/>
                  </a:cubicBezTo>
                  <a:cubicBezTo>
                    <a:pt x="830" y="900"/>
                    <a:pt x="830" y="900"/>
                    <a:pt x="830" y="900"/>
                  </a:cubicBezTo>
                  <a:cubicBezTo>
                    <a:pt x="829" y="895"/>
                    <a:pt x="829" y="895"/>
                    <a:pt x="829" y="895"/>
                  </a:cubicBezTo>
                  <a:cubicBezTo>
                    <a:pt x="828" y="880"/>
                    <a:pt x="822" y="868"/>
                    <a:pt x="810" y="858"/>
                  </a:cubicBezTo>
                  <a:cubicBezTo>
                    <a:pt x="797" y="848"/>
                    <a:pt x="782" y="844"/>
                    <a:pt x="764" y="844"/>
                  </a:cubicBezTo>
                  <a:cubicBezTo>
                    <a:pt x="737" y="844"/>
                    <a:pt x="716" y="854"/>
                    <a:pt x="701" y="877"/>
                  </a:cubicBezTo>
                  <a:cubicBezTo>
                    <a:pt x="686" y="899"/>
                    <a:pt x="678" y="932"/>
                    <a:pt x="678" y="973"/>
                  </a:cubicBezTo>
                  <a:cubicBezTo>
                    <a:pt x="678" y="1014"/>
                    <a:pt x="685" y="1045"/>
                    <a:pt x="700" y="1067"/>
                  </a:cubicBezTo>
                  <a:cubicBezTo>
                    <a:pt x="715" y="1089"/>
                    <a:pt x="735" y="1099"/>
                    <a:pt x="762" y="1099"/>
                  </a:cubicBezTo>
                  <a:cubicBezTo>
                    <a:pt x="782" y="1099"/>
                    <a:pt x="797" y="1095"/>
                    <a:pt x="809" y="1086"/>
                  </a:cubicBezTo>
                  <a:cubicBezTo>
                    <a:pt x="820" y="1076"/>
                    <a:pt x="827" y="1064"/>
                    <a:pt x="828" y="1048"/>
                  </a:cubicBezTo>
                  <a:cubicBezTo>
                    <a:pt x="829" y="1043"/>
                    <a:pt x="829" y="1043"/>
                    <a:pt x="829" y="1043"/>
                  </a:cubicBezTo>
                  <a:cubicBezTo>
                    <a:pt x="888" y="1043"/>
                    <a:pt x="888" y="1043"/>
                    <a:pt x="888" y="1043"/>
                  </a:cubicBezTo>
                  <a:cubicBezTo>
                    <a:pt x="888" y="1049"/>
                    <a:pt x="888" y="1049"/>
                    <a:pt x="888" y="1049"/>
                  </a:cubicBezTo>
                  <a:cubicBezTo>
                    <a:pt x="887" y="1079"/>
                    <a:pt x="875" y="1103"/>
                    <a:pt x="852" y="1121"/>
                  </a:cubicBezTo>
                  <a:cubicBezTo>
                    <a:pt x="830" y="1139"/>
                    <a:pt x="800" y="1148"/>
                    <a:pt x="762" y="1148"/>
                  </a:cubicBezTo>
                  <a:moveTo>
                    <a:pt x="1223" y="1142"/>
                  </a:moveTo>
                  <a:cubicBezTo>
                    <a:pt x="1169" y="1142"/>
                    <a:pt x="1169" y="1142"/>
                    <a:pt x="1169" y="1142"/>
                  </a:cubicBezTo>
                  <a:cubicBezTo>
                    <a:pt x="1169" y="993"/>
                    <a:pt x="1169" y="993"/>
                    <a:pt x="1169" y="993"/>
                  </a:cubicBezTo>
                  <a:cubicBezTo>
                    <a:pt x="1018" y="993"/>
                    <a:pt x="1018" y="993"/>
                    <a:pt x="1018" y="993"/>
                  </a:cubicBezTo>
                  <a:cubicBezTo>
                    <a:pt x="1018" y="1142"/>
                    <a:pt x="1018" y="1142"/>
                    <a:pt x="1018" y="1142"/>
                  </a:cubicBezTo>
                  <a:cubicBezTo>
                    <a:pt x="963" y="1142"/>
                    <a:pt x="963" y="1142"/>
                    <a:pt x="963" y="1142"/>
                  </a:cubicBezTo>
                  <a:cubicBezTo>
                    <a:pt x="963" y="803"/>
                    <a:pt x="963" y="803"/>
                    <a:pt x="963" y="803"/>
                  </a:cubicBezTo>
                  <a:cubicBezTo>
                    <a:pt x="1018" y="803"/>
                    <a:pt x="1018" y="803"/>
                    <a:pt x="1018" y="803"/>
                  </a:cubicBezTo>
                  <a:cubicBezTo>
                    <a:pt x="1018" y="943"/>
                    <a:pt x="1018" y="943"/>
                    <a:pt x="1018" y="943"/>
                  </a:cubicBezTo>
                  <a:cubicBezTo>
                    <a:pt x="1169" y="943"/>
                    <a:pt x="1169" y="943"/>
                    <a:pt x="1169" y="943"/>
                  </a:cubicBezTo>
                  <a:cubicBezTo>
                    <a:pt x="1169" y="803"/>
                    <a:pt x="1169" y="803"/>
                    <a:pt x="1169" y="803"/>
                  </a:cubicBezTo>
                  <a:cubicBezTo>
                    <a:pt x="1223" y="803"/>
                    <a:pt x="1223" y="803"/>
                    <a:pt x="1223" y="803"/>
                  </a:cubicBezTo>
                  <a:lnTo>
                    <a:pt x="1223" y="1142"/>
                  </a:lnTo>
                  <a:close/>
                  <a:moveTo>
                    <a:pt x="1595" y="1142"/>
                  </a:moveTo>
                  <a:cubicBezTo>
                    <a:pt x="1533" y="1142"/>
                    <a:pt x="1533" y="1142"/>
                    <a:pt x="1533" y="1142"/>
                  </a:cubicBezTo>
                  <a:cubicBezTo>
                    <a:pt x="1532" y="1140"/>
                    <a:pt x="1532" y="1140"/>
                    <a:pt x="1532" y="1140"/>
                  </a:cubicBezTo>
                  <a:cubicBezTo>
                    <a:pt x="1378" y="878"/>
                    <a:pt x="1378" y="878"/>
                    <a:pt x="1378" y="878"/>
                  </a:cubicBezTo>
                  <a:cubicBezTo>
                    <a:pt x="1378" y="1142"/>
                    <a:pt x="1378" y="1142"/>
                    <a:pt x="1378" y="1142"/>
                  </a:cubicBezTo>
                  <a:cubicBezTo>
                    <a:pt x="1327" y="1142"/>
                    <a:pt x="1327" y="1142"/>
                    <a:pt x="1327" y="1142"/>
                  </a:cubicBezTo>
                  <a:cubicBezTo>
                    <a:pt x="1327" y="803"/>
                    <a:pt x="1327" y="803"/>
                    <a:pt x="1327" y="803"/>
                  </a:cubicBezTo>
                  <a:cubicBezTo>
                    <a:pt x="1398" y="803"/>
                    <a:pt x="1398" y="803"/>
                    <a:pt x="1398" y="803"/>
                  </a:cubicBezTo>
                  <a:cubicBezTo>
                    <a:pt x="1545" y="1056"/>
                    <a:pt x="1545" y="1056"/>
                    <a:pt x="1545" y="1056"/>
                  </a:cubicBezTo>
                  <a:cubicBezTo>
                    <a:pt x="1545" y="803"/>
                    <a:pt x="1545" y="803"/>
                    <a:pt x="1545" y="803"/>
                  </a:cubicBezTo>
                  <a:cubicBezTo>
                    <a:pt x="1596" y="803"/>
                    <a:pt x="1596" y="803"/>
                    <a:pt x="1596" y="803"/>
                  </a:cubicBezTo>
                  <a:cubicBezTo>
                    <a:pt x="1596" y="1142"/>
                    <a:pt x="1596" y="1142"/>
                    <a:pt x="1596" y="1142"/>
                  </a:cubicBezTo>
                  <a:lnTo>
                    <a:pt x="1595" y="1142"/>
                  </a:lnTo>
                  <a:close/>
                  <a:moveTo>
                    <a:pt x="1834" y="1148"/>
                  </a:moveTo>
                  <a:cubicBezTo>
                    <a:pt x="1785" y="1148"/>
                    <a:pt x="1746" y="1132"/>
                    <a:pt x="1719" y="1102"/>
                  </a:cubicBezTo>
                  <a:cubicBezTo>
                    <a:pt x="1692" y="1071"/>
                    <a:pt x="1678" y="1028"/>
                    <a:pt x="1678" y="974"/>
                  </a:cubicBezTo>
                  <a:cubicBezTo>
                    <a:pt x="1678" y="918"/>
                    <a:pt x="1692" y="875"/>
                    <a:pt x="1719" y="844"/>
                  </a:cubicBezTo>
                  <a:cubicBezTo>
                    <a:pt x="1746" y="814"/>
                    <a:pt x="1785" y="798"/>
                    <a:pt x="1834" y="798"/>
                  </a:cubicBezTo>
                  <a:cubicBezTo>
                    <a:pt x="1883" y="798"/>
                    <a:pt x="1922" y="814"/>
                    <a:pt x="1949" y="844"/>
                  </a:cubicBezTo>
                  <a:cubicBezTo>
                    <a:pt x="1975" y="874"/>
                    <a:pt x="1989" y="918"/>
                    <a:pt x="1989" y="974"/>
                  </a:cubicBezTo>
                  <a:cubicBezTo>
                    <a:pt x="1989" y="1029"/>
                    <a:pt x="1975" y="1072"/>
                    <a:pt x="1948" y="1102"/>
                  </a:cubicBezTo>
                  <a:cubicBezTo>
                    <a:pt x="1921" y="1132"/>
                    <a:pt x="1883" y="1148"/>
                    <a:pt x="1834" y="1148"/>
                  </a:cubicBezTo>
                  <a:moveTo>
                    <a:pt x="1833" y="845"/>
                  </a:moveTo>
                  <a:cubicBezTo>
                    <a:pt x="1802" y="845"/>
                    <a:pt x="1778" y="855"/>
                    <a:pt x="1761" y="877"/>
                  </a:cubicBezTo>
                  <a:cubicBezTo>
                    <a:pt x="1745" y="899"/>
                    <a:pt x="1736" y="930"/>
                    <a:pt x="1736" y="971"/>
                  </a:cubicBezTo>
                  <a:cubicBezTo>
                    <a:pt x="1736" y="1013"/>
                    <a:pt x="1745" y="1045"/>
                    <a:pt x="1762" y="1067"/>
                  </a:cubicBezTo>
                  <a:cubicBezTo>
                    <a:pt x="1778" y="1089"/>
                    <a:pt x="1802" y="1099"/>
                    <a:pt x="1833" y="1099"/>
                  </a:cubicBezTo>
                  <a:cubicBezTo>
                    <a:pt x="1865" y="1099"/>
                    <a:pt x="1889" y="1089"/>
                    <a:pt x="1905" y="1067"/>
                  </a:cubicBezTo>
                  <a:cubicBezTo>
                    <a:pt x="1922" y="1046"/>
                    <a:pt x="1931" y="1014"/>
                    <a:pt x="1931" y="972"/>
                  </a:cubicBezTo>
                  <a:cubicBezTo>
                    <a:pt x="1931" y="931"/>
                    <a:pt x="1922" y="899"/>
                    <a:pt x="1905" y="877"/>
                  </a:cubicBezTo>
                  <a:cubicBezTo>
                    <a:pt x="1888" y="855"/>
                    <a:pt x="1865" y="845"/>
                    <a:pt x="1833" y="845"/>
                  </a:cubicBezTo>
                  <a:moveTo>
                    <a:pt x="2274" y="1142"/>
                  </a:moveTo>
                  <a:cubicBezTo>
                    <a:pt x="2070" y="1142"/>
                    <a:pt x="2070" y="1142"/>
                    <a:pt x="2070" y="1142"/>
                  </a:cubicBezTo>
                  <a:cubicBezTo>
                    <a:pt x="2070" y="803"/>
                    <a:pt x="2070" y="803"/>
                    <a:pt x="2070" y="803"/>
                  </a:cubicBezTo>
                  <a:cubicBezTo>
                    <a:pt x="2125" y="803"/>
                    <a:pt x="2125" y="803"/>
                    <a:pt x="2125" y="803"/>
                  </a:cubicBezTo>
                  <a:cubicBezTo>
                    <a:pt x="2125" y="1092"/>
                    <a:pt x="2125" y="1092"/>
                    <a:pt x="2125" y="1092"/>
                  </a:cubicBezTo>
                  <a:cubicBezTo>
                    <a:pt x="2274" y="1092"/>
                    <a:pt x="2274" y="1092"/>
                    <a:pt x="2274" y="1092"/>
                  </a:cubicBezTo>
                  <a:cubicBezTo>
                    <a:pt x="2274" y="1142"/>
                    <a:pt x="2274" y="1142"/>
                    <a:pt x="2274" y="1142"/>
                  </a:cubicBezTo>
                  <a:close/>
                  <a:moveTo>
                    <a:pt x="2475" y="1148"/>
                  </a:moveTo>
                  <a:cubicBezTo>
                    <a:pt x="2427" y="1148"/>
                    <a:pt x="2388" y="1132"/>
                    <a:pt x="2361" y="1102"/>
                  </a:cubicBezTo>
                  <a:cubicBezTo>
                    <a:pt x="2334" y="1071"/>
                    <a:pt x="2320" y="1028"/>
                    <a:pt x="2320" y="974"/>
                  </a:cubicBezTo>
                  <a:cubicBezTo>
                    <a:pt x="2320" y="918"/>
                    <a:pt x="2334" y="875"/>
                    <a:pt x="2360" y="844"/>
                  </a:cubicBezTo>
                  <a:cubicBezTo>
                    <a:pt x="2387" y="814"/>
                    <a:pt x="2426" y="798"/>
                    <a:pt x="2475" y="798"/>
                  </a:cubicBezTo>
                  <a:cubicBezTo>
                    <a:pt x="2525" y="798"/>
                    <a:pt x="2563" y="814"/>
                    <a:pt x="2590" y="844"/>
                  </a:cubicBezTo>
                  <a:cubicBezTo>
                    <a:pt x="2617" y="874"/>
                    <a:pt x="2630" y="918"/>
                    <a:pt x="2630" y="974"/>
                  </a:cubicBezTo>
                  <a:cubicBezTo>
                    <a:pt x="2630" y="1029"/>
                    <a:pt x="2617" y="1072"/>
                    <a:pt x="2590" y="1102"/>
                  </a:cubicBezTo>
                  <a:cubicBezTo>
                    <a:pt x="2563" y="1132"/>
                    <a:pt x="2525" y="1148"/>
                    <a:pt x="2475" y="1148"/>
                  </a:cubicBezTo>
                  <a:moveTo>
                    <a:pt x="2475" y="845"/>
                  </a:moveTo>
                  <a:cubicBezTo>
                    <a:pt x="2443" y="845"/>
                    <a:pt x="2420" y="855"/>
                    <a:pt x="2403" y="877"/>
                  </a:cubicBezTo>
                  <a:cubicBezTo>
                    <a:pt x="2386" y="899"/>
                    <a:pt x="2378" y="930"/>
                    <a:pt x="2378" y="971"/>
                  </a:cubicBezTo>
                  <a:cubicBezTo>
                    <a:pt x="2378" y="1013"/>
                    <a:pt x="2386" y="1045"/>
                    <a:pt x="2403" y="1067"/>
                  </a:cubicBezTo>
                  <a:cubicBezTo>
                    <a:pt x="2420" y="1089"/>
                    <a:pt x="2443" y="1099"/>
                    <a:pt x="2475" y="1099"/>
                  </a:cubicBezTo>
                  <a:cubicBezTo>
                    <a:pt x="2507" y="1099"/>
                    <a:pt x="2530" y="1089"/>
                    <a:pt x="2547" y="1067"/>
                  </a:cubicBezTo>
                  <a:cubicBezTo>
                    <a:pt x="2564" y="1046"/>
                    <a:pt x="2572" y="1014"/>
                    <a:pt x="2572" y="972"/>
                  </a:cubicBezTo>
                  <a:cubicBezTo>
                    <a:pt x="2572" y="931"/>
                    <a:pt x="2564" y="899"/>
                    <a:pt x="2547" y="877"/>
                  </a:cubicBezTo>
                  <a:cubicBezTo>
                    <a:pt x="2530" y="855"/>
                    <a:pt x="2507" y="845"/>
                    <a:pt x="2475" y="845"/>
                  </a:cubicBezTo>
                  <a:moveTo>
                    <a:pt x="2862" y="1148"/>
                  </a:moveTo>
                  <a:cubicBezTo>
                    <a:pt x="2811" y="1148"/>
                    <a:pt x="2770" y="1133"/>
                    <a:pt x="2741" y="1103"/>
                  </a:cubicBezTo>
                  <a:cubicBezTo>
                    <a:pt x="2711" y="1073"/>
                    <a:pt x="2696" y="1031"/>
                    <a:pt x="2696" y="980"/>
                  </a:cubicBezTo>
                  <a:cubicBezTo>
                    <a:pt x="2696" y="923"/>
                    <a:pt x="2711" y="878"/>
                    <a:pt x="2740" y="846"/>
                  </a:cubicBezTo>
                  <a:cubicBezTo>
                    <a:pt x="2769" y="814"/>
                    <a:pt x="2810" y="798"/>
                    <a:pt x="2862" y="798"/>
                  </a:cubicBezTo>
                  <a:cubicBezTo>
                    <a:pt x="2898" y="798"/>
                    <a:pt x="2927" y="806"/>
                    <a:pt x="2949" y="822"/>
                  </a:cubicBezTo>
                  <a:cubicBezTo>
                    <a:pt x="2970" y="839"/>
                    <a:pt x="2982" y="861"/>
                    <a:pt x="2983" y="890"/>
                  </a:cubicBezTo>
                  <a:cubicBezTo>
                    <a:pt x="2983" y="895"/>
                    <a:pt x="2983" y="895"/>
                    <a:pt x="2983" y="895"/>
                  </a:cubicBezTo>
                  <a:cubicBezTo>
                    <a:pt x="2924" y="895"/>
                    <a:pt x="2924" y="895"/>
                    <a:pt x="2924" y="895"/>
                  </a:cubicBezTo>
                  <a:cubicBezTo>
                    <a:pt x="2924" y="890"/>
                    <a:pt x="2924" y="890"/>
                    <a:pt x="2924" y="890"/>
                  </a:cubicBezTo>
                  <a:cubicBezTo>
                    <a:pt x="2924" y="877"/>
                    <a:pt x="2917" y="866"/>
                    <a:pt x="2905" y="856"/>
                  </a:cubicBezTo>
                  <a:cubicBezTo>
                    <a:pt x="2892" y="847"/>
                    <a:pt x="2876" y="842"/>
                    <a:pt x="2856" y="842"/>
                  </a:cubicBezTo>
                  <a:cubicBezTo>
                    <a:pt x="2824" y="842"/>
                    <a:pt x="2799" y="854"/>
                    <a:pt x="2781" y="877"/>
                  </a:cubicBezTo>
                  <a:cubicBezTo>
                    <a:pt x="2762" y="900"/>
                    <a:pt x="2753" y="933"/>
                    <a:pt x="2753" y="974"/>
                  </a:cubicBezTo>
                  <a:cubicBezTo>
                    <a:pt x="2753" y="1015"/>
                    <a:pt x="2763" y="1046"/>
                    <a:pt x="2782" y="1068"/>
                  </a:cubicBezTo>
                  <a:cubicBezTo>
                    <a:pt x="2801" y="1090"/>
                    <a:pt x="2829" y="1101"/>
                    <a:pt x="2864" y="1101"/>
                  </a:cubicBezTo>
                  <a:cubicBezTo>
                    <a:pt x="2873" y="1101"/>
                    <a:pt x="2883" y="1100"/>
                    <a:pt x="2893" y="1098"/>
                  </a:cubicBezTo>
                  <a:cubicBezTo>
                    <a:pt x="2902" y="1096"/>
                    <a:pt x="2913" y="1094"/>
                    <a:pt x="2926" y="1091"/>
                  </a:cubicBezTo>
                  <a:cubicBezTo>
                    <a:pt x="2926" y="1002"/>
                    <a:pt x="2926" y="1002"/>
                    <a:pt x="2926" y="1002"/>
                  </a:cubicBezTo>
                  <a:cubicBezTo>
                    <a:pt x="2857" y="1002"/>
                    <a:pt x="2857" y="1002"/>
                    <a:pt x="2857" y="1002"/>
                  </a:cubicBezTo>
                  <a:cubicBezTo>
                    <a:pt x="2857" y="955"/>
                    <a:pt x="2857" y="955"/>
                    <a:pt x="2857" y="955"/>
                  </a:cubicBezTo>
                  <a:cubicBezTo>
                    <a:pt x="2983" y="955"/>
                    <a:pt x="2983" y="955"/>
                    <a:pt x="2983" y="955"/>
                  </a:cubicBezTo>
                  <a:cubicBezTo>
                    <a:pt x="2983" y="1125"/>
                    <a:pt x="2983" y="1125"/>
                    <a:pt x="2983" y="1125"/>
                  </a:cubicBezTo>
                  <a:cubicBezTo>
                    <a:pt x="2979" y="1127"/>
                    <a:pt x="2979" y="1127"/>
                    <a:pt x="2979" y="1127"/>
                  </a:cubicBezTo>
                  <a:cubicBezTo>
                    <a:pt x="2957" y="1134"/>
                    <a:pt x="2937" y="1139"/>
                    <a:pt x="2918" y="1143"/>
                  </a:cubicBezTo>
                  <a:cubicBezTo>
                    <a:pt x="2899" y="1146"/>
                    <a:pt x="2880" y="1148"/>
                    <a:pt x="2862" y="1148"/>
                  </a:cubicBezTo>
                  <a:moveTo>
                    <a:pt x="3139" y="1142"/>
                  </a:moveTo>
                  <a:cubicBezTo>
                    <a:pt x="3084" y="1142"/>
                    <a:pt x="3084" y="1142"/>
                    <a:pt x="3084" y="1142"/>
                  </a:cubicBezTo>
                  <a:cubicBezTo>
                    <a:pt x="3084" y="803"/>
                    <a:pt x="3084" y="803"/>
                    <a:pt x="3084" y="803"/>
                  </a:cubicBezTo>
                  <a:cubicBezTo>
                    <a:pt x="3139" y="803"/>
                    <a:pt x="3139" y="803"/>
                    <a:pt x="3139" y="803"/>
                  </a:cubicBezTo>
                  <a:lnTo>
                    <a:pt x="3139" y="1142"/>
                  </a:lnTo>
                  <a:close/>
                  <a:moveTo>
                    <a:pt x="3461" y="1142"/>
                  </a:moveTo>
                  <a:cubicBezTo>
                    <a:pt x="3243" y="1142"/>
                    <a:pt x="3243" y="1142"/>
                    <a:pt x="3243" y="1142"/>
                  </a:cubicBezTo>
                  <a:cubicBezTo>
                    <a:pt x="3243" y="803"/>
                    <a:pt x="3243" y="803"/>
                    <a:pt x="3243" y="803"/>
                  </a:cubicBezTo>
                  <a:cubicBezTo>
                    <a:pt x="3458" y="803"/>
                    <a:pt x="3458" y="803"/>
                    <a:pt x="3458" y="803"/>
                  </a:cubicBezTo>
                  <a:cubicBezTo>
                    <a:pt x="3458" y="853"/>
                    <a:pt x="3458" y="853"/>
                    <a:pt x="3458" y="853"/>
                  </a:cubicBezTo>
                  <a:cubicBezTo>
                    <a:pt x="3298" y="853"/>
                    <a:pt x="3298" y="853"/>
                    <a:pt x="3298" y="853"/>
                  </a:cubicBezTo>
                  <a:cubicBezTo>
                    <a:pt x="3298" y="942"/>
                    <a:pt x="3298" y="942"/>
                    <a:pt x="3298" y="942"/>
                  </a:cubicBezTo>
                  <a:cubicBezTo>
                    <a:pt x="3451" y="942"/>
                    <a:pt x="3451" y="942"/>
                    <a:pt x="3451" y="942"/>
                  </a:cubicBezTo>
                  <a:cubicBezTo>
                    <a:pt x="3451" y="991"/>
                    <a:pt x="3451" y="991"/>
                    <a:pt x="3451" y="991"/>
                  </a:cubicBezTo>
                  <a:cubicBezTo>
                    <a:pt x="3298" y="991"/>
                    <a:pt x="3298" y="991"/>
                    <a:pt x="3298" y="991"/>
                  </a:cubicBezTo>
                  <a:cubicBezTo>
                    <a:pt x="3298" y="1092"/>
                    <a:pt x="3298" y="1092"/>
                    <a:pt x="3298" y="1092"/>
                  </a:cubicBezTo>
                  <a:cubicBezTo>
                    <a:pt x="3461" y="1092"/>
                    <a:pt x="3461" y="1092"/>
                    <a:pt x="3461" y="1092"/>
                  </a:cubicBezTo>
                  <a:lnTo>
                    <a:pt x="3461" y="1142"/>
                  </a:lnTo>
                  <a:close/>
                  <a:moveTo>
                    <a:pt x="3656" y="1148"/>
                  </a:moveTo>
                  <a:cubicBezTo>
                    <a:pt x="3615" y="1148"/>
                    <a:pt x="3583" y="1139"/>
                    <a:pt x="3562" y="1123"/>
                  </a:cubicBezTo>
                  <a:cubicBezTo>
                    <a:pt x="3541" y="1105"/>
                    <a:pt x="3530" y="1080"/>
                    <a:pt x="3530" y="1046"/>
                  </a:cubicBezTo>
                  <a:cubicBezTo>
                    <a:pt x="3530" y="1035"/>
                    <a:pt x="3530" y="1035"/>
                    <a:pt x="3530" y="1035"/>
                  </a:cubicBezTo>
                  <a:cubicBezTo>
                    <a:pt x="3588" y="1035"/>
                    <a:pt x="3588" y="1035"/>
                    <a:pt x="3588" y="1035"/>
                  </a:cubicBezTo>
                  <a:cubicBezTo>
                    <a:pt x="3588" y="1040"/>
                    <a:pt x="3588" y="1040"/>
                    <a:pt x="3588" y="1040"/>
                  </a:cubicBezTo>
                  <a:cubicBezTo>
                    <a:pt x="3589" y="1060"/>
                    <a:pt x="3595" y="1075"/>
                    <a:pt x="3606" y="1084"/>
                  </a:cubicBezTo>
                  <a:cubicBezTo>
                    <a:pt x="3617" y="1093"/>
                    <a:pt x="3635" y="1098"/>
                    <a:pt x="3658" y="1098"/>
                  </a:cubicBezTo>
                  <a:cubicBezTo>
                    <a:pt x="3682" y="1098"/>
                    <a:pt x="3700" y="1093"/>
                    <a:pt x="3714" y="1084"/>
                  </a:cubicBezTo>
                  <a:cubicBezTo>
                    <a:pt x="3727" y="1075"/>
                    <a:pt x="3733" y="1062"/>
                    <a:pt x="3733" y="1046"/>
                  </a:cubicBezTo>
                  <a:cubicBezTo>
                    <a:pt x="3733" y="1024"/>
                    <a:pt x="3709" y="1007"/>
                    <a:pt x="3660" y="995"/>
                  </a:cubicBezTo>
                  <a:cubicBezTo>
                    <a:pt x="3655" y="993"/>
                    <a:pt x="3651" y="992"/>
                    <a:pt x="3647" y="991"/>
                  </a:cubicBezTo>
                  <a:cubicBezTo>
                    <a:pt x="3644" y="991"/>
                    <a:pt x="3639" y="989"/>
                    <a:pt x="3632" y="988"/>
                  </a:cubicBezTo>
                  <a:cubicBezTo>
                    <a:pt x="3604" y="981"/>
                    <a:pt x="3584" y="974"/>
                    <a:pt x="3572" y="967"/>
                  </a:cubicBezTo>
                  <a:cubicBezTo>
                    <a:pt x="3560" y="959"/>
                    <a:pt x="3551" y="949"/>
                    <a:pt x="3544" y="937"/>
                  </a:cubicBezTo>
                  <a:cubicBezTo>
                    <a:pt x="3537" y="925"/>
                    <a:pt x="3534" y="911"/>
                    <a:pt x="3534" y="896"/>
                  </a:cubicBezTo>
                  <a:cubicBezTo>
                    <a:pt x="3534" y="866"/>
                    <a:pt x="3546" y="841"/>
                    <a:pt x="3569" y="824"/>
                  </a:cubicBezTo>
                  <a:cubicBezTo>
                    <a:pt x="3592" y="807"/>
                    <a:pt x="3624" y="798"/>
                    <a:pt x="3663" y="798"/>
                  </a:cubicBezTo>
                  <a:cubicBezTo>
                    <a:pt x="3698" y="798"/>
                    <a:pt x="3726" y="806"/>
                    <a:pt x="3747" y="821"/>
                  </a:cubicBezTo>
                  <a:cubicBezTo>
                    <a:pt x="3768" y="837"/>
                    <a:pt x="3778" y="858"/>
                    <a:pt x="3778" y="885"/>
                  </a:cubicBezTo>
                  <a:cubicBezTo>
                    <a:pt x="3778" y="895"/>
                    <a:pt x="3778" y="895"/>
                    <a:pt x="3778" y="895"/>
                  </a:cubicBezTo>
                  <a:cubicBezTo>
                    <a:pt x="3724" y="895"/>
                    <a:pt x="3724" y="895"/>
                    <a:pt x="3724" y="895"/>
                  </a:cubicBezTo>
                  <a:cubicBezTo>
                    <a:pt x="3723" y="890"/>
                    <a:pt x="3723" y="890"/>
                    <a:pt x="3723" y="890"/>
                  </a:cubicBezTo>
                  <a:cubicBezTo>
                    <a:pt x="3723" y="875"/>
                    <a:pt x="3717" y="865"/>
                    <a:pt x="3707" y="857"/>
                  </a:cubicBezTo>
                  <a:cubicBezTo>
                    <a:pt x="3696" y="849"/>
                    <a:pt x="3680" y="845"/>
                    <a:pt x="3659" y="845"/>
                  </a:cubicBezTo>
                  <a:cubicBezTo>
                    <a:pt x="3638" y="845"/>
                    <a:pt x="3621" y="850"/>
                    <a:pt x="3609" y="859"/>
                  </a:cubicBezTo>
                  <a:cubicBezTo>
                    <a:pt x="3597" y="867"/>
                    <a:pt x="3591" y="879"/>
                    <a:pt x="3591" y="893"/>
                  </a:cubicBezTo>
                  <a:cubicBezTo>
                    <a:pt x="3591" y="912"/>
                    <a:pt x="3613" y="927"/>
                    <a:pt x="3657" y="938"/>
                  </a:cubicBezTo>
                  <a:cubicBezTo>
                    <a:pt x="3666" y="940"/>
                    <a:pt x="3666" y="940"/>
                    <a:pt x="3666" y="940"/>
                  </a:cubicBezTo>
                  <a:cubicBezTo>
                    <a:pt x="3719" y="954"/>
                    <a:pt x="3751" y="967"/>
                    <a:pt x="3766" y="981"/>
                  </a:cubicBezTo>
                  <a:cubicBezTo>
                    <a:pt x="3781" y="995"/>
                    <a:pt x="3789" y="1015"/>
                    <a:pt x="3789" y="1040"/>
                  </a:cubicBezTo>
                  <a:cubicBezTo>
                    <a:pt x="3789" y="1075"/>
                    <a:pt x="3777" y="1102"/>
                    <a:pt x="3754" y="1120"/>
                  </a:cubicBezTo>
                  <a:cubicBezTo>
                    <a:pt x="3731" y="1138"/>
                    <a:pt x="3698" y="1148"/>
                    <a:pt x="3656" y="1148"/>
                  </a:cubicBezTo>
                  <a:moveTo>
                    <a:pt x="25" y="605"/>
                  </a:moveTo>
                  <a:cubicBezTo>
                    <a:pt x="25" y="11"/>
                    <a:pt x="25" y="11"/>
                    <a:pt x="25" y="11"/>
                  </a:cubicBezTo>
                  <a:cubicBezTo>
                    <a:pt x="152" y="11"/>
                    <a:pt x="152" y="11"/>
                    <a:pt x="152" y="11"/>
                  </a:cubicBezTo>
                  <a:cubicBezTo>
                    <a:pt x="152" y="268"/>
                    <a:pt x="152" y="268"/>
                    <a:pt x="152" y="268"/>
                  </a:cubicBezTo>
                  <a:cubicBezTo>
                    <a:pt x="346" y="11"/>
                    <a:pt x="346" y="11"/>
                    <a:pt x="346" y="11"/>
                  </a:cubicBezTo>
                  <a:cubicBezTo>
                    <a:pt x="488" y="11"/>
                    <a:pt x="488" y="11"/>
                    <a:pt x="488" y="11"/>
                  </a:cubicBezTo>
                  <a:cubicBezTo>
                    <a:pt x="279" y="277"/>
                    <a:pt x="279" y="277"/>
                    <a:pt x="279" y="277"/>
                  </a:cubicBezTo>
                  <a:cubicBezTo>
                    <a:pt x="509" y="605"/>
                    <a:pt x="509" y="605"/>
                    <a:pt x="509" y="605"/>
                  </a:cubicBezTo>
                  <a:cubicBezTo>
                    <a:pt x="361" y="605"/>
                    <a:pt x="361" y="605"/>
                    <a:pt x="361" y="605"/>
                  </a:cubicBezTo>
                  <a:cubicBezTo>
                    <a:pt x="152" y="297"/>
                    <a:pt x="152" y="297"/>
                    <a:pt x="152" y="297"/>
                  </a:cubicBezTo>
                  <a:cubicBezTo>
                    <a:pt x="152" y="605"/>
                    <a:pt x="152" y="605"/>
                    <a:pt x="152" y="605"/>
                  </a:cubicBezTo>
                  <a:cubicBezTo>
                    <a:pt x="25" y="605"/>
                    <a:pt x="25" y="605"/>
                    <a:pt x="25" y="605"/>
                  </a:cubicBezTo>
                  <a:close/>
                  <a:moveTo>
                    <a:pt x="553" y="605"/>
                  </a:moveTo>
                  <a:cubicBezTo>
                    <a:pt x="553" y="11"/>
                    <a:pt x="553" y="11"/>
                    <a:pt x="553" y="11"/>
                  </a:cubicBezTo>
                  <a:cubicBezTo>
                    <a:pt x="947" y="11"/>
                    <a:pt x="947" y="11"/>
                    <a:pt x="947" y="11"/>
                  </a:cubicBezTo>
                  <a:cubicBezTo>
                    <a:pt x="947" y="109"/>
                    <a:pt x="947" y="109"/>
                    <a:pt x="947" y="109"/>
                  </a:cubicBezTo>
                  <a:cubicBezTo>
                    <a:pt x="682" y="109"/>
                    <a:pt x="682" y="109"/>
                    <a:pt x="682" y="109"/>
                  </a:cubicBezTo>
                  <a:cubicBezTo>
                    <a:pt x="682" y="249"/>
                    <a:pt x="682" y="249"/>
                    <a:pt x="682" y="249"/>
                  </a:cubicBezTo>
                  <a:cubicBezTo>
                    <a:pt x="931" y="249"/>
                    <a:pt x="931" y="249"/>
                    <a:pt x="931" y="249"/>
                  </a:cubicBezTo>
                  <a:cubicBezTo>
                    <a:pt x="931" y="346"/>
                    <a:pt x="931" y="346"/>
                    <a:pt x="931" y="346"/>
                  </a:cubicBezTo>
                  <a:cubicBezTo>
                    <a:pt x="682" y="346"/>
                    <a:pt x="682" y="346"/>
                    <a:pt x="682" y="346"/>
                  </a:cubicBezTo>
                  <a:cubicBezTo>
                    <a:pt x="682" y="506"/>
                    <a:pt x="682" y="506"/>
                    <a:pt x="682" y="506"/>
                  </a:cubicBezTo>
                  <a:cubicBezTo>
                    <a:pt x="957" y="506"/>
                    <a:pt x="957" y="506"/>
                    <a:pt x="957" y="506"/>
                  </a:cubicBezTo>
                  <a:cubicBezTo>
                    <a:pt x="957" y="605"/>
                    <a:pt x="957" y="605"/>
                    <a:pt x="957" y="605"/>
                  </a:cubicBezTo>
                  <a:lnTo>
                    <a:pt x="553" y="605"/>
                  </a:lnTo>
                  <a:close/>
                  <a:moveTo>
                    <a:pt x="1190" y="605"/>
                  </a:moveTo>
                  <a:cubicBezTo>
                    <a:pt x="1190" y="386"/>
                    <a:pt x="1190" y="386"/>
                    <a:pt x="1190" y="386"/>
                  </a:cubicBezTo>
                  <a:cubicBezTo>
                    <a:pt x="989" y="11"/>
                    <a:pt x="989" y="11"/>
                    <a:pt x="989" y="11"/>
                  </a:cubicBezTo>
                  <a:cubicBezTo>
                    <a:pt x="1123" y="11"/>
                    <a:pt x="1123" y="11"/>
                    <a:pt x="1123" y="11"/>
                  </a:cubicBezTo>
                  <a:cubicBezTo>
                    <a:pt x="1259" y="265"/>
                    <a:pt x="1259" y="265"/>
                    <a:pt x="1259" y="265"/>
                  </a:cubicBezTo>
                  <a:cubicBezTo>
                    <a:pt x="1382" y="11"/>
                    <a:pt x="1382" y="11"/>
                    <a:pt x="1382" y="11"/>
                  </a:cubicBezTo>
                  <a:cubicBezTo>
                    <a:pt x="1515" y="11"/>
                    <a:pt x="1515" y="11"/>
                    <a:pt x="1515" y="11"/>
                  </a:cubicBezTo>
                  <a:cubicBezTo>
                    <a:pt x="1317" y="386"/>
                    <a:pt x="1317" y="386"/>
                    <a:pt x="1317" y="386"/>
                  </a:cubicBezTo>
                  <a:cubicBezTo>
                    <a:pt x="1317" y="605"/>
                    <a:pt x="1317" y="605"/>
                    <a:pt x="1317" y="605"/>
                  </a:cubicBezTo>
                  <a:lnTo>
                    <a:pt x="1190" y="605"/>
                  </a:lnTo>
                  <a:close/>
                  <a:moveTo>
                    <a:pt x="1504" y="412"/>
                  </a:moveTo>
                  <a:cubicBezTo>
                    <a:pt x="1629" y="412"/>
                    <a:pt x="1629" y="412"/>
                    <a:pt x="1629" y="412"/>
                  </a:cubicBezTo>
                  <a:cubicBezTo>
                    <a:pt x="1629" y="452"/>
                    <a:pt x="1638" y="481"/>
                    <a:pt x="1658" y="501"/>
                  </a:cubicBezTo>
                  <a:cubicBezTo>
                    <a:pt x="1678" y="521"/>
                    <a:pt x="1707" y="531"/>
                    <a:pt x="1746" y="531"/>
                  </a:cubicBezTo>
                  <a:cubicBezTo>
                    <a:pt x="1778" y="531"/>
                    <a:pt x="1803" y="524"/>
                    <a:pt x="1823" y="508"/>
                  </a:cubicBezTo>
                  <a:cubicBezTo>
                    <a:pt x="1843" y="493"/>
                    <a:pt x="1853" y="473"/>
                    <a:pt x="1853" y="449"/>
                  </a:cubicBezTo>
                  <a:cubicBezTo>
                    <a:pt x="1853" y="412"/>
                    <a:pt x="1806" y="377"/>
                    <a:pt x="1713" y="346"/>
                  </a:cubicBezTo>
                  <a:cubicBezTo>
                    <a:pt x="1699" y="341"/>
                    <a:pt x="1699" y="341"/>
                    <a:pt x="1699" y="341"/>
                  </a:cubicBezTo>
                  <a:cubicBezTo>
                    <a:pt x="1696" y="340"/>
                    <a:pt x="1692" y="339"/>
                    <a:pt x="1687" y="337"/>
                  </a:cubicBezTo>
                  <a:cubicBezTo>
                    <a:pt x="1635" y="320"/>
                    <a:pt x="1597" y="303"/>
                    <a:pt x="1574" y="286"/>
                  </a:cubicBezTo>
                  <a:cubicBezTo>
                    <a:pt x="1558" y="273"/>
                    <a:pt x="1545" y="257"/>
                    <a:pt x="1536" y="238"/>
                  </a:cubicBezTo>
                  <a:cubicBezTo>
                    <a:pt x="1527" y="219"/>
                    <a:pt x="1522" y="198"/>
                    <a:pt x="1522" y="174"/>
                  </a:cubicBezTo>
                  <a:cubicBezTo>
                    <a:pt x="1522" y="121"/>
                    <a:pt x="1542" y="78"/>
                    <a:pt x="1583" y="47"/>
                  </a:cubicBezTo>
                  <a:cubicBezTo>
                    <a:pt x="1623" y="16"/>
                    <a:pt x="1679" y="0"/>
                    <a:pt x="1749" y="0"/>
                  </a:cubicBezTo>
                  <a:cubicBezTo>
                    <a:pt x="1814" y="0"/>
                    <a:pt x="1864" y="15"/>
                    <a:pt x="1900" y="46"/>
                  </a:cubicBezTo>
                  <a:cubicBezTo>
                    <a:pt x="1936" y="76"/>
                    <a:pt x="1954" y="119"/>
                    <a:pt x="1954" y="173"/>
                  </a:cubicBezTo>
                  <a:cubicBezTo>
                    <a:pt x="1954" y="177"/>
                    <a:pt x="1954" y="177"/>
                    <a:pt x="1954" y="177"/>
                  </a:cubicBezTo>
                  <a:cubicBezTo>
                    <a:pt x="1844" y="177"/>
                    <a:pt x="1844" y="177"/>
                    <a:pt x="1844" y="177"/>
                  </a:cubicBezTo>
                  <a:cubicBezTo>
                    <a:pt x="1841" y="146"/>
                    <a:pt x="1831" y="122"/>
                    <a:pt x="1813" y="106"/>
                  </a:cubicBezTo>
                  <a:cubicBezTo>
                    <a:pt x="1796" y="90"/>
                    <a:pt x="1771" y="82"/>
                    <a:pt x="1741" y="82"/>
                  </a:cubicBezTo>
                  <a:cubicBezTo>
                    <a:pt x="1711" y="82"/>
                    <a:pt x="1687" y="89"/>
                    <a:pt x="1669" y="102"/>
                  </a:cubicBezTo>
                  <a:cubicBezTo>
                    <a:pt x="1652" y="116"/>
                    <a:pt x="1643" y="135"/>
                    <a:pt x="1643" y="158"/>
                  </a:cubicBezTo>
                  <a:cubicBezTo>
                    <a:pt x="1643" y="194"/>
                    <a:pt x="1692" y="228"/>
                    <a:pt x="1790" y="259"/>
                  </a:cubicBezTo>
                  <a:cubicBezTo>
                    <a:pt x="1797" y="262"/>
                    <a:pt x="1797" y="262"/>
                    <a:pt x="1797" y="262"/>
                  </a:cubicBezTo>
                  <a:cubicBezTo>
                    <a:pt x="1872" y="287"/>
                    <a:pt x="1921" y="311"/>
                    <a:pt x="1945" y="336"/>
                  </a:cubicBezTo>
                  <a:cubicBezTo>
                    <a:pt x="1968" y="361"/>
                    <a:pt x="1980" y="395"/>
                    <a:pt x="1980" y="439"/>
                  </a:cubicBezTo>
                  <a:cubicBezTo>
                    <a:pt x="1980" y="494"/>
                    <a:pt x="1959" y="537"/>
                    <a:pt x="1917" y="569"/>
                  </a:cubicBezTo>
                  <a:cubicBezTo>
                    <a:pt x="1874" y="600"/>
                    <a:pt x="1815" y="616"/>
                    <a:pt x="1740" y="616"/>
                  </a:cubicBezTo>
                  <a:cubicBezTo>
                    <a:pt x="1661" y="616"/>
                    <a:pt x="1602" y="599"/>
                    <a:pt x="1563" y="567"/>
                  </a:cubicBezTo>
                  <a:cubicBezTo>
                    <a:pt x="1524" y="534"/>
                    <a:pt x="1504" y="485"/>
                    <a:pt x="1504" y="420"/>
                  </a:cubicBezTo>
                  <a:cubicBezTo>
                    <a:pt x="1504" y="412"/>
                    <a:pt x="1504" y="412"/>
                    <a:pt x="1504" y="412"/>
                  </a:cubicBezTo>
                  <a:close/>
                  <a:moveTo>
                    <a:pt x="2061" y="11"/>
                  </a:moveTo>
                  <a:cubicBezTo>
                    <a:pt x="2188" y="11"/>
                    <a:pt x="2188" y="11"/>
                    <a:pt x="2188" y="11"/>
                  </a:cubicBezTo>
                  <a:cubicBezTo>
                    <a:pt x="2188" y="605"/>
                    <a:pt x="2188" y="605"/>
                    <a:pt x="2188" y="605"/>
                  </a:cubicBezTo>
                  <a:cubicBezTo>
                    <a:pt x="2061" y="605"/>
                    <a:pt x="2061" y="605"/>
                    <a:pt x="2061" y="605"/>
                  </a:cubicBezTo>
                  <a:lnTo>
                    <a:pt x="2061" y="11"/>
                  </a:lnTo>
                  <a:close/>
                  <a:moveTo>
                    <a:pt x="2816" y="288"/>
                  </a:moveTo>
                  <a:cubicBezTo>
                    <a:pt x="2816" y="567"/>
                    <a:pt x="2816" y="567"/>
                    <a:pt x="2816" y="567"/>
                  </a:cubicBezTo>
                  <a:cubicBezTo>
                    <a:pt x="2783" y="583"/>
                    <a:pt x="2748" y="595"/>
                    <a:pt x="2711" y="603"/>
                  </a:cubicBezTo>
                  <a:cubicBezTo>
                    <a:pt x="2673" y="612"/>
                    <a:pt x="2631" y="616"/>
                    <a:pt x="2585" y="616"/>
                  </a:cubicBezTo>
                  <a:cubicBezTo>
                    <a:pt x="2485" y="616"/>
                    <a:pt x="2407" y="590"/>
                    <a:pt x="2352" y="538"/>
                  </a:cubicBezTo>
                  <a:cubicBezTo>
                    <a:pt x="2298" y="486"/>
                    <a:pt x="2270" y="412"/>
                    <a:pt x="2270" y="316"/>
                  </a:cubicBezTo>
                  <a:cubicBezTo>
                    <a:pt x="2270" y="218"/>
                    <a:pt x="2298" y="140"/>
                    <a:pt x="2353" y="85"/>
                  </a:cubicBezTo>
                  <a:cubicBezTo>
                    <a:pt x="2408" y="29"/>
                    <a:pt x="2484" y="1"/>
                    <a:pt x="2582" y="1"/>
                  </a:cubicBezTo>
                  <a:cubicBezTo>
                    <a:pt x="2655" y="1"/>
                    <a:pt x="2712" y="17"/>
                    <a:pt x="2754" y="50"/>
                  </a:cubicBezTo>
                  <a:cubicBezTo>
                    <a:pt x="2797" y="84"/>
                    <a:pt x="2818" y="128"/>
                    <a:pt x="2818" y="183"/>
                  </a:cubicBezTo>
                  <a:cubicBezTo>
                    <a:pt x="2818" y="194"/>
                    <a:pt x="2818" y="194"/>
                    <a:pt x="2818" y="194"/>
                  </a:cubicBezTo>
                  <a:cubicBezTo>
                    <a:pt x="2698" y="194"/>
                    <a:pt x="2698" y="194"/>
                    <a:pt x="2698" y="194"/>
                  </a:cubicBezTo>
                  <a:cubicBezTo>
                    <a:pt x="2696" y="157"/>
                    <a:pt x="2685" y="130"/>
                    <a:pt x="2664" y="111"/>
                  </a:cubicBezTo>
                  <a:cubicBezTo>
                    <a:pt x="2643" y="91"/>
                    <a:pt x="2614" y="82"/>
                    <a:pt x="2575" y="82"/>
                  </a:cubicBezTo>
                  <a:cubicBezTo>
                    <a:pt x="2521" y="82"/>
                    <a:pt x="2478" y="102"/>
                    <a:pt x="2447" y="144"/>
                  </a:cubicBezTo>
                  <a:cubicBezTo>
                    <a:pt x="2416" y="185"/>
                    <a:pt x="2400" y="241"/>
                    <a:pt x="2400" y="312"/>
                  </a:cubicBezTo>
                  <a:cubicBezTo>
                    <a:pt x="2400" y="382"/>
                    <a:pt x="2416" y="435"/>
                    <a:pt x="2449" y="471"/>
                  </a:cubicBezTo>
                  <a:cubicBezTo>
                    <a:pt x="2482" y="507"/>
                    <a:pt x="2531" y="525"/>
                    <a:pt x="2595" y="525"/>
                  </a:cubicBezTo>
                  <a:cubicBezTo>
                    <a:pt x="2611" y="525"/>
                    <a:pt x="2628" y="524"/>
                    <a:pt x="2644" y="522"/>
                  </a:cubicBezTo>
                  <a:cubicBezTo>
                    <a:pt x="2660" y="520"/>
                    <a:pt x="2676" y="517"/>
                    <a:pt x="2692" y="513"/>
                  </a:cubicBezTo>
                  <a:cubicBezTo>
                    <a:pt x="2692" y="383"/>
                    <a:pt x="2692" y="383"/>
                    <a:pt x="2692" y="383"/>
                  </a:cubicBezTo>
                  <a:cubicBezTo>
                    <a:pt x="2579" y="383"/>
                    <a:pt x="2579" y="383"/>
                    <a:pt x="2579" y="383"/>
                  </a:cubicBezTo>
                  <a:cubicBezTo>
                    <a:pt x="2579" y="288"/>
                    <a:pt x="2579" y="288"/>
                    <a:pt x="2579" y="288"/>
                  </a:cubicBezTo>
                  <a:lnTo>
                    <a:pt x="2816" y="288"/>
                  </a:lnTo>
                  <a:close/>
                  <a:moveTo>
                    <a:pt x="2920" y="605"/>
                  </a:moveTo>
                  <a:cubicBezTo>
                    <a:pt x="2920" y="11"/>
                    <a:pt x="2920" y="11"/>
                    <a:pt x="2920" y="11"/>
                  </a:cubicBezTo>
                  <a:cubicBezTo>
                    <a:pt x="3048" y="11"/>
                    <a:pt x="3048" y="11"/>
                    <a:pt x="3048" y="11"/>
                  </a:cubicBezTo>
                  <a:cubicBezTo>
                    <a:pt x="3048" y="248"/>
                    <a:pt x="3048" y="248"/>
                    <a:pt x="3048" y="248"/>
                  </a:cubicBezTo>
                  <a:cubicBezTo>
                    <a:pt x="3273" y="248"/>
                    <a:pt x="3273" y="248"/>
                    <a:pt x="3273" y="248"/>
                  </a:cubicBezTo>
                  <a:cubicBezTo>
                    <a:pt x="3273" y="11"/>
                    <a:pt x="3273" y="11"/>
                    <a:pt x="3273" y="11"/>
                  </a:cubicBezTo>
                  <a:cubicBezTo>
                    <a:pt x="3397" y="11"/>
                    <a:pt x="3397" y="11"/>
                    <a:pt x="3397" y="11"/>
                  </a:cubicBezTo>
                  <a:cubicBezTo>
                    <a:pt x="3397" y="605"/>
                    <a:pt x="3397" y="605"/>
                    <a:pt x="3397" y="605"/>
                  </a:cubicBezTo>
                  <a:cubicBezTo>
                    <a:pt x="3273" y="605"/>
                    <a:pt x="3273" y="605"/>
                    <a:pt x="3273" y="605"/>
                  </a:cubicBezTo>
                  <a:cubicBezTo>
                    <a:pt x="3273" y="345"/>
                    <a:pt x="3273" y="345"/>
                    <a:pt x="3273" y="345"/>
                  </a:cubicBezTo>
                  <a:cubicBezTo>
                    <a:pt x="3048" y="345"/>
                    <a:pt x="3048" y="345"/>
                    <a:pt x="3048" y="345"/>
                  </a:cubicBezTo>
                  <a:cubicBezTo>
                    <a:pt x="3048" y="605"/>
                    <a:pt x="3048" y="605"/>
                    <a:pt x="3048" y="605"/>
                  </a:cubicBezTo>
                  <a:lnTo>
                    <a:pt x="2920" y="605"/>
                  </a:lnTo>
                  <a:close/>
                  <a:moveTo>
                    <a:pt x="3628" y="605"/>
                  </a:moveTo>
                  <a:cubicBezTo>
                    <a:pt x="3628" y="107"/>
                    <a:pt x="3628" y="107"/>
                    <a:pt x="3628" y="107"/>
                  </a:cubicBezTo>
                  <a:cubicBezTo>
                    <a:pt x="3453" y="107"/>
                    <a:pt x="3453" y="107"/>
                    <a:pt x="3453" y="107"/>
                  </a:cubicBezTo>
                  <a:cubicBezTo>
                    <a:pt x="3453" y="11"/>
                    <a:pt x="3453" y="11"/>
                    <a:pt x="3453" y="11"/>
                  </a:cubicBezTo>
                  <a:cubicBezTo>
                    <a:pt x="3931" y="11"/>
                    <a:pt x="3931" y="11"/>
                    <a:pt x="3931" y="11"/>
                  </a:cubicBezTo>
                  <a:cubicBezTo>
                    <a:pt x="3931" y="107"/>
                    <a:pt x="3931" y="107"/>
                    <a:pt x="3931" y="107"/>
                  </a:cubicBezTo>
                  <a:cubicBezTo>
                    <a:pt x="3756" y="107"/>
                    <a:pt x="3756" y="107"/>
                    <a:pt x="3756" y="107"/>
                  </a:cubicBezTo>
                  <a:cubicBezTo>
                    <a:pt x="3756" y="605"/>
                    <a:pt x="3756" y="605"/>
                    <a:pt x="3756" y="605"/>
                  </a:cubicBezTo>
                  <a:lnTo>
                    <a:pt x="3628" y="605"/>
                  </a:lnTo>
                  <a:close/>
                </a:path>
              </a:pathLst>
            </a:custGeom>
            <a:solidFill>
              <a:srgbClr val="55555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6">
              <a:extLst>
                <a:ext uri="{FF2B5EF4-FFF2-40B4-BE49-F238E27FC236}">
                  <a16:creationId xmlns:a16="http://schemas.microsoft.com/office/drawing/2014/main" id="{6A04830E-5424-4362-9CD6-60CBCC39C203}"/>
                </a:ext>
              </a:extLst>
            </p:cNvPr>
            <p:cNvSpPr>
              <a:spLocks/>
            </p:cNvSpPr>
            <p:nvPr userDrawn="1"/>
          </p:nvSpPr>
          <p:spPr bwMode="black">
            <a:xfrm>
              <a:off x="1231901" y="5359401"/>
              <a:ext cx="3417888" cy="2630487"/>
            </a:xfrm>
            <a:custGeom>
              <a:avLst/>
              <a:gdLst>
                <a:gd name="T0" fmla="*/ 1831 w 1831"/>
                <a:gd name="T1" fmla="*/ 726 h 1406"/>
                <a:gd name="T2" fmla="*/ 1765 w 1831"/>
                <a:gd name="T3" fmla="*/ 626 h 1406"/>
                <a:gd name="T4" fmla="*/ 1654 w 1831"/>
                <a:gd name="T5" fmla="*/ 379 h 1406"/>
                <a:gd name="T6" fmla="*/ 1533 w 1831"/>
                <a:gd name="T7" fmla="*/ 626 h 1406"/>
                <a:gd name="T8" fmla="*/ 1456 w 1831"/>
                <a:gd name="T9" fmla="*/ 726 h 1406"/>
                <a:gd name="T10" fmla="*/ 1339 w 1831"/>
                <a:gd name="T11" fmla="*/ 505 h 1406"/>
                <a:gd name="T12" fmla="*/ 1119 w 1831"/>
                <a:gd name="T13" fmla="*/ 0 h 1406"/>
                <a:gd name="T14" fmla="*/ 911 w 1831"/>
                <a:gd name="T15" fmla="*/ 506 h 1406"/>
                <a:gd name="T16" fmla="*/ 757 w 1831"/>
                <a:gd name="T17" fmla="*/ 726 h 1406"/>
                <a:gd name="T18" fmla="*/ 626 w 1831"/>
                <a:gd name="T19" fmla="*/ 553 h 1406"/>
                <a:gd name="T20" fmla="*/ 458 w 1831"/>
                <a:gd name="T21" fmla="*/ 218 h 1406"/>
                <a:gd name="T22" fmla="*/ 288 w 1831"/>
                <a:gd name="T23" fmla="*/ 562 h 1406"/>
                <a:gd name="T24" fmla="*/ 153 w 1831"/>
                <a:gd name="T25" fmla="*/ 726 h 1406"/>
                <a:gd name="T26" fmla="*/ 0 w 1831"/>
                <a:gd name="T27" fmla="*/ 726 h 1406"/>
                <a:gd name="T28" fmla="*/ 0 w 1831"/>
                <a:gd name="T29" fmla="*/ 727 h 1406"/>
                <a:gd name="T30" fmla="*/ 70 w 1831"/>
                <a:gd name="T31" fmla="*/ 830 h 1406"/>
                <a:gd name="T32" fmla="*/ 166 w 1831"/>
                <a:gd name="T33" fmla="*/ 1075 h 1406"/>
                <a:gd name="T34" fmla="*/ 268 w 1831"/>
                <a:gd name="T35" fmla="*/ 869 h 1406"/>
                <a:gd name="T36" fmla="*/ 374 w 1831"/>
                <a:gd name="T37" fmla="*/ 727 h 1406"/>
                <a:gd name="T38" fmla="*/ 506 w 1831"/>
                <a:gd name="T39" fmla="*/ 958 h 1406"/>
                <a:gd name="T40" fmla="*/ 707 w 1831"/>
                <a:gd name="T41" fmla="*/ 1406 h 1406"/>
                <a:gd name="T42" fmla="*/ 915 w 1831"/>
                <a:gd name="T43" fmla="*/ 958 h 1406"/>
                <a:gd name="T44" fmla="*/ 1083 w 1831"/>
                <a:gd name="T45" fmla="*/ 727 h 1406"/>
                <a:gd name="T46" fmla="*/ 1234 w 1831"/>
                <a:gd name="T47" fmla="*/ 901 h 1406"/>
                <a:gd name="T48" fmla="*/ 1380 w 1831"/>
                <a:gd name="T49" fmla="*/ 1131 h 1406"/>
                <a:gd name="T50" fmla="*/ 1534 w 1831"/>
                <a:gd name="T51" fmla="*/ 873 h 1406"/>
                <a:gd name="T52" fmla="*/ 1677 w 1831"/>
                <a:gd name="T53" fmla="*/ 727 h 1406"/>
                <a:gd name="T54" fmla="*/ 1831 w 1831"/>
                <a:gd name="T55" fmla="*/ 727 h 1406"/>
                <a:gd name="T56" fmla="*/ 1831 w 1831"/>
                <a:gd name="T57" fmla="*/ 726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31" h="1406">
                  <a:moveTo>
                    <a:pt x="1831" y="726"/>
                  </a:moveTo>
                  <a:cubicBezTo>
                    <a:pt x="1817" y="724"/>
                    <a:pt x="1786" y="709"/>
                    <a:pt x="1765" y="626"/>
                  </a:cubicBezTo>
                  <a:cubicBezTo>
                    <a:pt x="1730" y="493"/>
                    <a:pt x="1713" y="379"/>
                    <a:pt x="1654" y="379"/>
                  </a:cubicBezTo>
                  <a:cubicBezTo>
                    <a:pt x="1595" y="379"/>
                    <a:pt x="1568" y="493"/>
                    <a:pt x="1533" y="626"/>
                  </a:cubicBezTo>
                  <a:cubicBezTo>
                    <a:pt x="1512" y="705"/>
                    <a:pt x="1491" y="726"/>
                    <a:pt x="1456" y="726"/>
                  </a:cubicBezTo>
                  <a:cubicBezTo>
                    <a:pt x="1423" y="726"/>
                    <a:pt x="1389" y="711"/>
                    <a:pt x="1339" y="505"/>
                  </a:cubicBezTo>
                  <a:cubicBezTo>
                    <a:pt x="1295" y="325"/>
                    <a:pt x="1266" y="0"/>
                    <a:pt x="1119" y="0"/>
                  </a:cubicBezTo>
                  <a:cubicBezTo>
                    <a:pt x="973" y="0"/>
                    <a:pt x="930" y="424"/>
                    <a:pt x="911" y="506"/>
                  </a:cubicBezTo>
                  <a:cubicBezTo>
                    <a:pt x="887" y="607"/>
                    <a:pt x="830" y="726"/>
                    <a:pt x="757" y="726"/>
                  </a:cubicBezTo>
                  <a:cubicBezTo>
                    <a:pt x="685" y="726"/>
                    <a:pt x="647" y="643"/>
                    <a:pt x="626" y="553"/>
                  </a:cubicBezTo>
                  <a:cubicBezTo>
                    <a:pt x="592" y="416"/>
                    <a:pt x="555" y="218"/>
                    <a:pt x="458" y="218"/>
                  </a:cubicBezTo>
                  <a:cubicBezTo>
                    <a:pt x="362" y="218"/>
                    <a:pt x="331" y="382"/>
                    <a:pt x="288" y="562"/>
                  </a:cubicBezTo>
                  <a:cubicBezTo>
                    <a:pt x="263" y="668"/>
                    <a:pt x="223" y="726"/>
                    <a:pt x="153" y="726"/>
                  </a:cubicBezTo>
                  <a:cubicBezTo>
                    <a:pt x="0" y="726"/>
                    <a:pt x="0" y="726"/>
                    <a:pt x="0" y="726"/>
                  </a:cubicBezTo>
                  <a:cubicBezTo>
                    <a:pt x="0" y="727"/>
                    <a:pt x="0" y="727"/>
                    <a:pt x="0" y="727"/>
                  </a:cubicBezTo>
                  <a:cubicBezTo>
                    <a:pt x="20" y="733"/>
                    <a:pt x="60" y="766"/>
                    <a:pt x="70" y="830"/>
                  </a:cubicBezTo>
                  <a:cubicBezTo>
                    <a:pt x="94" y="981"/>
                    <a:pt x="113" y="1075"/>
                    <a:pt x="166" y="1075"/>
                  </a:cubicBezTo>
                  <a:cubicBezTo>
                    <a:pt x="218" y="1075"/>
                    <a:pt x="238" y="994"/>
                    <a:pt x="268" y="869"/>
                  </a:cubicBezTo>
                  <a:cubicBezTo>
                    <a:pt x="292" y="770"/>
                    <a:pt x="329" y="727"/>
                    <a:pt x="374" y="727"/>
                  </a:cubicBezTo>
                  <a:cubicBezTo>
                    <a:pt x="439" y="727"/>
                    <a:pt x="470" y="807"/>
                    <a:pt x="506" y="958"/>
                  </a:cubicBezTo>
                  <a:cubicBezTo>
                    <a:pt x="577" y="1260"/>
                    <a:pt x="592" y="1406"/>
                    <a:pt x="707" y="1406"/>
                  </a:cubicBezTo>
                  <a:cubicBezTo>
                    <a:pt x="821" y="1406"/>
                    <a:pt x="839" y="1260"/>
                    <a:pt x="915" y="958"/>
                  </a:cubicBezTo>
                  <a:cubicBezTo>
                    <a:pt x="949" y="827"/>
                    <a:pt x="1011" y="727"/>
                    <a:pt x="1083" y="727"/>
                  </a:cubicBezTo>
                  <a:cubicBezTo>
                    <a:pt x="1156" y="727"/>
                    <a:pt x="1207" y="824"/>
                    <a:pt x="1234" y="901"/>
                  </a:cubicBezTo>
                  <a:cubicBezTo>
                    <a:pt x="1291" y="1068"/>
                    <a:pt x="1317" y="1131"/>
                    <a:pt x="1380" y="1131"/>
                  </a:cubicBezTo>
                  <a:cubicBezTo>
                    <a:pt x="1443" y="1131"/>
                    <a:pt x="1478" y="1055"/>
                    <a:pt x="1534" y="873"/>
                  </a:cubicBezTo>
                  <a:cubicBezTo>
                    <a:pt x="1569" y="758"/>
                    <a:pt x="1574" y="727"/>
                    <a:pt x="1677" y="727"/>
                  </a:cubicBezTo>
                  <a:cubicBezTo>
                    <a:pt x="1831" y="727"/>
                    <a:pt x="1831" y="727"/>
                    <a:pt x="1831" y="727"/>
                  </a:cubicBezTo>
                  <a:cubicBezTo>
                    <a:pt x="1831" y="726"/>
                    <a:pt x="1831" y="726"/>
                    <a:pt x="1831" y="726"/>
                  </a:cubicBezTo>
                  <a:close/>
                </a:path>
              </a:pathLst>
            </a:custGeom>
            <a:solidFill>
              <a:srgbClr val="EB0029"/>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 name="Ruler">
            <a:extLst>
              <a:ext uri="{FF2B5EF4-FFF2-40B4-BE49-F238E27FC236}">
                <a16:creationId xmlns:a16="http://schemas.microsoft.com/office/drawing/2014/main" id="{DBE24C15-4489-4BF7-A20E-4FEB0A1A6671}"/>
              </a:ext>
            </a:extLst>
          </p:cNvPr>
          <p:cNvGrpSpPr/>
          <p:nvPr userDrawn="1"/>
        </p:nvGrpSpPr>
        <p:grpSpPr>
          <a:xfrm>
            <a:off x="5273041" y="4219340"/>
            <a:ext cx="1645920" cy="339946"/>
            <a:chOff x="5273041" y="4219340"/>
            <a:chExt cx="1645920" cy="339946"/>
          </a:xfrm>
        </p:grpSpPr>
        <p:cxnSp>
          <p:nvCxnSpPr>
            <p:cNvPr id="50" name="Straight Connector 49">
              <a:extLst>
                <a:ext uri="{FF2B5EF4-FFF2-40B4-BE49-F238E27FC236}">
                  <a16:creationId xmlns:a16="http://schemas.microsoft.com/office/drawing/2014/main" id="{EBDB098C-E5AE-4364-A913-1C8D462BF9B3}"/>
                </a:ext>
              </a:extLst>
            </p:cNvPr>
            <p:cNvCxnSpPr>
              <a:cxnSpLocks/>
            </p:cNvCxnSpPr>
            <p:nvPr/>
          </p:nvCxnSpPr>
          <p:spPr>
            <a:xfrm>
              <a:off x="6096003" y="4219340"/>
              <a:ext cx="0" cy="339946"/>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A6D359-A1D3-413C-8281-5A2E7EEE3200}"/>
                </a:ext>
              </a:extLst>
            </p:cNvPr>
            <p:cNvCxnSpPr/>
            <p:nvPr/>
          </p:nvCxnSpPr>
          <p:spPr>
            <a:xfrm>
              <a:off x="5273041"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A7D9A44-D64C-4D5A-B183-958220A4996C}"/>
                </a:ext>
              </a:extLst>
            </p:cNvPr>
            <p:cNvCxnSpPr/>
            <p:nvPr/>
          </p:nvCxnSpPr>
          <p:spPr>
            <a:xfrm>
              <a:off x="5364485" y="4447203"/>
              <a:ext cx="0" cy="112083"/>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34F8A2C-8776-4D1A-93D7-4590C0622121}"/>
                </a:ext>
              </a:extLst>
            </p:cNvPr>
            <p:cNvCxnSpPr/>
            <p:nvPr/>
          </p:nvCxnSpPr>
          <p:spPr>
            <a:xfrm>
              <a:off x="5455924"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91CB2CF-6B6F-48D5-8365-33EC34BA80A0}"/>
                </a:ext>
              </a:extLst>
            </p:cNvPr>
            <p:cNvCxnSpPr/>
            <p:nvPr/>
          </p:nvCxnSpPr>
          <p:spPr>
            <a:xfrm>
              <a:off x="5547364" y="4391160"/>
              <a:ext cx="0" cy="168126"/>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458D058-1610-4C89-9349-E009140E28F5}"/>
                </a:ext>
              </a:extLst>
            </p:cNvPr>
            <p:cNvCxnSpPr/>
            <p:nvPr/>
          </p:nvCxnSpPr>
          <p:spPr>
            <a:xfrm>
              <a:off x="5638804"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5743F61-B1FA-44F3-81EC-3FF4A1864B3B}"/>
                </a:ext>
              </a:extLst>
            </p:cNvPr>
            <p:cNvCxnSpPr/>
            <p:nvPr/>
          </p:nvCxnSpPr>
          <p:spPr>
            <a:xfrm>
              <a:off x="5730244" y="4447203"/>
              <a:ext cx="0" cy="112083"/>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6A99D48-7BDC-4896-BBA2-67770AABD231}"/>
                </a:ext>
              </a:extLst>
            </p:cNvPr>
            <p:cNvCxnSpPr/>
            <p:nvPr/>
          </p:nvCxnSpPr>
          <p:spPr>
            <a:xfrm>
              <a:off x="5821684"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B3F7266-53C6-4879-8513-A4486B8FC303}"/>
                </a:ext>
              </a:extLst>
            </p:cNvPr>
            <p:cNvCxnSpPr/>
            <p:nvPr/>
          </p:nvCxnSpPr>
          <p:spPr>
            <a:xfrm>
              <a:off x="5913123" y="4391160"/>
              <a:ext cx="0" cy="168126"/>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465021D-7CFB-4445-8798-684D88150AE5}"/>
                </a:ext>
              </a:extLst>
            </p:cNvPr>
            <p:cNvCxnSpPr/>
            <p:nvPr/>
          </p:nvCxnSpPr>
          <p:spPr>
            <a:xfrm>
              <a:off x="6004563"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F2AFDE6-7C63-49EA-B242-2927A8B99025}"/>
                </a:ext>
              </a:extLst>
            </p:cNvPr>
            <p:cNvCxnSpPr/>
            <p:nvPr/>
          </p:nvCxnSpPr>
          <p:spPr>
            <a:xfrm>
              <a:off x="6187443"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252C539-DDC5-412A-AD14-69BA4ED96AF5}"/>
                </a:ext>
              </a:extLst>
            </p:cNvPr>
            <p:cNvCxnSpPr/>
            <p:nvPr/>
          </p:nvCxnSpPr>
          <p:spPr>
            <a:xfrm>
              <a:off x="6278882" y="4391160"/>
              <a:ext cx="0" cy="168126"/>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6D93BA2-F008-40E1-825E-6CF327EC92DA}"/>
                </a:ext>
              </a:extLst>
            </p:cNvPr>
            <p:cNvCxnSpPr/>
            <p:nvPr/>
          </p:nvCxnSpPr>
          <p:spPr>
            <a:xfrm>
              <a:off x="6370322"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D2E7C4B-6367-42C3-B536-906DE4FD552D}"/>
                </a:ext>
              </a:extLst>
            </p:cNvPr>
            <p:cNvCxnSpPr/>
            <p:nvPr/>
          </p:nvCxnSpPr>
          <p:spPr>
            <a:xfrm>
              <a:off x="6461762" y="4447203"/>
              <a:ext cx="0" cy="112083"/>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A78576E-5C4A-48E5-B281-76308E82DB77}"/>
                </a:ext>
              </a:extLst>
            </p:cNvPr>
            <p:cNvCxnSpPr/>
            <p:nvPr/>
          </p:nvCxnSpPr>
          <p:spPr>
            <a:xfrm>
              <a:off x="6553202"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B39927-09E1-467A-8149-FE7A19A30F66}"/>
                </a:ext>
              </a:extLst>
            </p:cNvPr>
            <p:cNvCxnSpPr/>
            <p:nvPr/>
          </p:nvCxnSpPr>
          <p:spPr>
            <a:xfrm>
              <a:off x="6644642" y="4391160"/>
              <a:ext cx="0" cy="168126"/>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C32B564-C1C7-4C1A-8066-81D90765D42D}"/>
                </a:ext>
              </a:extLst>
            </p:cNvPr>
            <p:cNvCxnSpPr/>
            <p:nvPr/>
          </p:nvCxnSpPr>
          <p:spPr>
            <a:xfrm>
              <a:off x="6736081"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1267B10-9154-4C28-9140-3AF5C2021E44}"/>
                </a:ext>
              </a:extLst>
            </p:cNvPr>
            <p:cNvCxnSpPr/>
            <p:nvPr/>
          </p:nvCxnSpPr>
          <p:spPr>
            <a:xfrm>
              <a:off x="6827521" y="4447203"/>
              <a:ext cx="0" cy="112083"/>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290F9B9-A40C-41F9-B489-C1D87E71C101}"/>
                </a:ext>
              </a:extLst>
            </p:cNvPr>
            <p:cNvCxnSpPr/>
            <p:nvPr/>
          </p:nvCxnSpPr>
          <p:spPr>
            <a:xfrm>
              <a:off x="6918961"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grpSp>
      <p:sp>
        <p:nvSpPr>
          <p:cNvPr id="36" name="Speaker Name">
            <a:extLst>
              <a:ext uri="{FF2B5EF4-FFF2-40B4-BE49-F238E27FC236}">
                <a16:creationId xmlns:a16="http://schemas.microsoft.com/office/drawing/2014/main" id="{88104DA9-6CD2-4C4F-A6AE-C5D0CD6E016A}"/>
              </a:ext>
            </a:extLst>
          </p:cNvPr>
          <p:cNvSpPr>
            <a:spLocks noGrp="1"/>
          </p:cNvSpPr>
          <p:nvPr>
            <p:ph type="body" sz="quarter" idx="17" hasCustomPrompt="1"/>
          </p:nvPr>
        </p:nvSpPr>
        <p:spPr>
          <a:xfrm>
            <a:off x="3329295" y="2953512"/>
            <a:ext cx="4020340" cy="402336"/>
          </a:xfrm>
          <a:noFill/>
          <a:ln w="19050">
            <a:solidFill>
              <a:schemeClr val="tx1">
                <a:lumMod val="75000"/>
                <a:lumOff val="25000"/>
              </a:schemeClr>
            </a:solidFill>
            <a:miter lim="800000"/>
          </a:ln>
        </p:spPr>
        <p:txBody>
          <a:bodyPr vert="horz" wrap="square" lIns="182880" tIns="0" rIns="182880" bIns="0" rtlCol="0" anchor="ctr">
            <a:noAutofit/>
          </a:bodyPr>
          <a:lstStyle>
            <a:lvl1pPr marL="0" indent="0">
              <a:buNone/>
              <a:defRPr lang="en-US" sz="1600" b="0" i="1" cap="none" spc="60" baseline="0" dirty="0">
                <a:solidFill>
                  <a:schemeClr val="tx1">
                    <a:lumMod val="85000"/>
                    <a:lumOff val="15000"/>
                  </a:schemeClr>
                </a:solidFill>
                <a:latin typeface="+mj-lt"/>
                <a:ea typeface="+mj-ea"/>
                <a:cs typeface="+mj-cs"/>
              </a:defRPr>
            </a:lvl1pPr>
          </a:lstStyle>
          <a:p>
            <a:pPr marL="182880" lvl="0" indent="-182880">
              <a:spcBef>
                <a:spcPct val="0"/>
              </a:spcBef>
            </a:pPr>
            <a:r>
              <a:rPr lang="en-US"/>
              <a:t>Speaker Name</a:t>
            </a:r>
          </a:p>
        </p:txBody>
      </p:sp>
      <p:sp>
        <p:nvSpPr>
          <p:cNvPr id="37" name="Text Placeholder 128">
            <a:extLst>
              <a:ext uri="{FF2B5EF4-FFF2-40B4-BE49-F238E27FC236}">
                <a16:creationId xmlns:a16="http://schemas.microsoft.com/office/drawing/2014/main" id="{69D5EB8D-3B85-4059-8F34-4BFB6D0DED4E}"/>
              </a:ext>
            </a:extLst>
          </p:cNvPr>
          <p:cNvSpPr>
            <a:spLocks noGrp="1"/>
          </p:cNvSpPr>
          <p:nvPr>
            <p:ph type="body" sz="quarter" idx="18" hasCustomPrompt="1"/>
          </p:nvPr>
        </p:nvSpPr>
        <p:spPr>
          <a:xfrm>
            <a:off x="7349638" y="2953512"/>
            <a:ext cx="1513062" cy="402336"/>
          </a:xfrm>
          <a:solidFill>
            <a:schemeClr val="tx1">
              <a:lumMod val="85000"/>
              <a:lumOff val="15000"/>
            </a:schemeClr>
          </a:solidFill>
          <a:ln w="19050">
            <a:solidFill>
              <a:schemeClr val="tx1">
                <a:lumMod val="75000"/>
                <a:lumOff val="25000"/>
              </a:schemeClr>
            </a:solidFill>
            <a:miter lim="800000"/>
          </a:ln>
        </p:spPr>
        <p:txBody>
          <a:bodyPr vert="horz" wrap="square" lIns="0" tIns="0" rIns="0" bIns="0" rtlCol="0" anchor="ctr">
            <a:noAutofit/>
          </a:bodyPr>
          <a:lstStyle>
            <a:lvl1pPr marL="0" indent="0" algn="ctr">
              <a:buNone/>
              <a:defRPr lang="en-US" sz="1600" b="1" i="1" cap="all" spc="60" baseline="0" dirty="0">
                <a:solidFill>
                  <a:schemeClr val="bg1"/>
                </a:solidFill>
                <a:latin typeface="+mj-lt"/>
                <a:ea typeface="+mj-ea"/>
                <a:cs typeface="+mj-cs"/>
              </a:defRPr>
            </a:lvl1pPr>
          </a:lstStyle>
          <a:p>
            <a:pPr marL="182880" lvl="0" indent="-182880" algn="ctr">
              <a:spcBef>
                <a:spcPct val="0"/>
              </a:spcBef>
            </a:pPr>
            <a:r>
              <a:rPr lang="en-US"/>
              <a:t>YYYY.MM.DD</a:t>
            </a:r>
          </a:p>
        </p:txBody>
      </p:sp>
      <p:sp>
        <p:nvSpPr>
          <p:cNvPr id="38" name="Speaker Title">
            <a:extLst>
              <a:ext uri="{FF2B5EF4-FFF2-40B4-BE49-F238E27FC236}">
                <a16:creationId xmlns:a16="http://schemas.microsoft.com/office/drawing/2014/main" id="{0D9078F8-E937-4EF3-AC9B-A84856FA9487}"/>
              </a:ext>
            </a:extLst>
          </p:cNvPr>
          <p:cNvSpPr>
            <a:spLocks noGrp="1"/>
          </p:cNvSpPr>
          <p:nvPr>
            <p:ph type="body" sz="quarter" idx="19" hasCustomPrompt="1"/>
          </p:nvPr>
        </p:nvSpPr>
        <p:spPr>
          <a:xfrm>
            <a:off x="3329295" y="3355848"/>
            <a:ext cx="5533405" cy="402336"/>
          </a:xfrm>
          <a:noFill/>
          <a:ln w="19050">
            <a:solidFill>
              <a:schemeClr val="tx1">
                <a:lumMod val="75000"/>
                <a:lumOff val="25000"/>
              </a:schemeClr>
            </a:solidFill>
            <a:miter lim="800000"/>
          </a:ln>
        </p:spPr>
        <p:txBody>
          <a:bodyPr vert="horz" wrap="square" lIns="182880" tIns="0" rIns="182880" bIns="0" rtlCol="0" anchor="ctr">
            <a:noAutofit/>
          </a:bodyPr>
          <a:lstStyle>
            <a:lvl1pPr marL="0" indent="0">
              <a:buNone/>
              <a:defRPr lang="en-US" sz="1600" b="0" i="1" cap="none" spc="60" baseline="0" dirty="0">
                <a:solidFill>
                  <a:schemeClr val="tx1">
                    <a:lumMod val="75000"/>
                    <a:lumOff val="25000"/>
                  </a:schemeClr>
                </a:solidFill>
                <a:latin typeface="+mj-lt"/>
                <a:ea typeface="+mj-ea"/>
                <a:cs typeface="+mj-cs"/>
              </a:defRPr>
            </a:lvl1pPr>
          </a:lstStyle>
          <a:p>
            <a:pPr marL="182880" lvl="0" indent="-182880">
              <a:spcBef>
                <a:spcPct val="0"/>
              </a:spcBef>
            </a:pPr>
            <a:r>
              <a:rPr lang="en-US"/>
              <a:t>Speaker Title / Company Name</a:t>
            </a:r>
          </a:p>
        </p:txBody>
      </p:sp>
      <p:sp>
        <p:nvSpPr>
          <p:cNvPr id="31" name="Title">
            <a:extLst>
              <a:ext uri="{FF2B5EF4-FFF2-40B4-BE49-F238E27FC236}">
                <a16:creationId xmlns:a16="http://schemas.microsoft.com/office/drawing/2014/main" id="{7A92962A-B660-43F3-9C7C-C1CD756ED73A}"/>
              </a:ext>
            </a:extLst>
          </p:cNvPr>
          <p:cNvSpPr>
            <a:spLocks noGrp="1"/>
          </p:cNvSpPr>
          <p:nvPr>
            <p:ph type="title" hasCustomPrompt="1"/>
          </p:nvPr>
        </p:nvSpPr>
        <p:spPr>
          <a:xfrm>
            <a:off x="1409700" y="1456875"/>
            <a:ext cx="9372600" cy="1336928"/>
          </a:xfrm>
        </p:spPr>
        <p:txBody>
          <a:bodyPr anchor="b"/>
          <a:lstStyle>
            <a:lvl1pPr algn="ctr">
              <a:lnSpc>
                <a:spcPct val="90000"/>
              </a:lnSpc>
              <a:defRPr sz="4400"/>
            </a:lvl1pPr>
          </a:lstStyle>
          <a:p>
            <a:r>
              <a:rPr lang="en-US"/>
              <a:t>Title Slide Layout</a:t>
            </a:r>
          </a:p>
        </p:txBody>
      </p:sp>
      <p:sp>
        <p:nvSpPr>
          <p:cNvPr id="30" name="Rectangle 29">
            <a:extLst>
              <a:ext uri="{FF2B5EF4-FFF2-40B4-BE49-F238E27FC236}">
                <a16:creationId xmlns:a16="http://schemas.microsoft.com/office/drawing/2014/main" id="{9FC49378-BFD9-43A8-8DB2-52BE426047C8}"/>
              </a:ext>
            </a:extLst>
          </p:cNvPr>
          <p:cNvSpPr/>
          <p:nvPr userDrawn="1"/>
        </p:nvSpPr>
        <p:spPr>
          <a:xfrm>
            <a:off x="0" y="0"/>
            <a:ext cx="12192000" cy="141619"/>
          </a:xfrm>
          <a:prstGeom prst="rect">
            <a:avLst/>
          </a:prstGeom>
          <a:gradFill flip="none" rotWithShape="1">
            <a:gsLst>
              <a:gs pos="0">
                <a:schemeClr val="accent1"/>
              </a:gs>
              <a:gs pos="100000">
                <a:schemeClr val="accent1">
                  <a:lumMod val="50000"/>
                </a:schemeClr>
              </a:gs>
            </a:gsLst>
            <a:path path="circle">
              <a:fillToRect l="50000" t="50000" r="50000" b="50000"/>
            </a:path>
            <a:tileRect/>
          </a:gradFill>
        </p:spPr>
        <p:txBody>
          <a:bodyPr vert="horz" lIns="137160" tIns="73152" rIns="137160" bIns="73152" rtlCol="0" anchor="ctr">
            <a:noAutofit/>
          </a:bodyPr>
          <a:lstStyle/>
          <a:p>
            <a:pPr marL="182880" lvl="0" indent="-182880" algn="ctr" defTabSz="914400">
              <a:lnSpc>
                <a:spcPct val="100000"/>
              </a:lnSpc>
              <a:spcBef>
                <a:spcPts val="1000"/>
              </a:spcBef>
              <a:buClr>
                <a:schemeClr val="accent1"/>
              </a:buClr>
              <a:buFont typeface="Arial" panose="020B0604020202020204" pitchFamily="34" charset="0"/>
              <a:buNone/>
            </a:pPr>
            <a:endParaRPr lang="en-US" sz="1600" b="1" cap="all" spc="300" baseline="0" err="1">
              <a:solidFill>
                <a:schemeClr val="bg1"/>
              </a:solidFill>
            </a:endParaRPr>
          </a:p>
        </p:txBody>
      </p:sp>
    </p:spTree>
    <p:extLst>
      <p:ext uri="{BB962C8B-B14F-4D97-AF65-F5344CB8AC3E}">
        <p14:creationId xmlns:p14="http://schemas.microsoft.com/office/powerpoint/2010/main" val="10811351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with Subtitle">
    <p:bg>
      <p:bgPr>
        <a:solidFill>
          <a:schemeClr val="bg1"/>
        </a:solidFill>
        <a:effectLst/>
      </p:bgPr>
    </p:bg>
    <p:spTree>
      <p:nvGrpSpPr>
        <p:cNvPr id="1" name=""/>
        <p:cNvGrpSpPr/>
        <p:nvPr/>
      </p:nvGrpSpPr>
      <p:grpSpPr>
        <a:xfrm>
          <a:off x="0" y="0"/>
          <a:ext cx="0" cy="0"/>
          <a:chOff x="0" y="0"/>
          <a:chExt cx="0" cy="0"/>
        </a:xfrm>
      </p:grpSpPr>
      <p:sp>
        <p:nvSpPr>
          <p:cNvPr id="32" name="Texture">
            <a:extLst>
              <a:ext uri="{FF2B5EF4-FFF2-40B4-BE49-F238E27FC236}">
                <a16:creationId xmlns:a16="http://schemas.microsoft.com/office/drawing/2014/main" id="{B43DC9BF-B86E-41C3-9025-257603C6C46F}"/>
              </a:ext>
            </a:extLst>
          </p:cNvPr>
          <p:cNvSpPr/>
          <p:nvPr userDrawn="1"/>
        </p:nvSpPr>
        <p:spPr>
          <a:xfrm>
            <a:off x="0" y="0"/>
            <a:ext cx="12192000" cy="6858000"/>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err="1"/>
          </a:p>
        </p:txBody>
      </p:sp>
      <p:sp>
        <p:nvSpPr>
          <p:cNvPr id="57" name="Oval 56">
            <a:extLst>
              <a:ext uri="{FF2B5EF4-FFF2-40B4-BE49-F238E27FC236}">
                <a16:creationId xmlns:a16="http://schemas.microsoft.com/office/drawing/2014/main" id="{03C20BBD-F2FD-4A4D-B556-572D7207BCE8}"/>
              </a:ext>
            </a:extLst>
          </p:cNvPr>
          <p:cNvSpPr/>
          <p:nvPr userDrawn="1"/>
        </p:nvSpPr>
        <p:spPr>
          <a:xfrm>
            <a:off x="3555406" y="4109059"/>
            <a:ext cx="5169494" cy="1434491"/>
          </a:xfrm>
          <a:prstGeom prst="ellipse">
            <a:avLst/>
          </a:prstGeom>
          <a:gradFill flip="none" rotWithShape="1">
            <a:gsLst>
              <a:gs pos="55000">
                <a:schemeClr val="bg1"/>
              </a:gs>
              <a:gs pos="100000">
                <a:schemeClr val="bg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err="1"/>
          </a:p>
        </p:txBody>
      </p:sp>
      <p:grpSp>
        <p:nvGrpSpPr>
          <p:cNvPr id="34" name="Logo">
            <a:extLst>
              <a:ext uri="{FF2B5EF4-FFF2-40B4-BE49-F238E27FC236}">
                <a16:creationId xmlns:a16="http://schemas.microsoft.com/office/drawing/2014/main" id="{E3F269C9-4FA8-4772-AD37-31EE93FFE599}"/>
              </a:ext>
            </a:extLst>
          </p:cNvPr>
          <p:cNvGrpSpPr>
            <a:grpSpLocks noChangeAspect="1"/>
          </p:cNvGrpSpPr>
          <p:nvPr userDrawn="1"/>
        </p:nvGrpSpPr>
        <p:grpSpPr bwMode="black">
          <a:xfrm>
            <a:off x="5258125" y="4703638"/>
            <a:ext cx="1675750" cy="393192"/>
            <a:chOff x="1231901" y="5359401"/>
            <a:chExt cx="11210925" cy="2630487"/>
          </a:xfrm>
        </p:grpSpPr>
        <p:sp>
          <p:nvSpPr>
            <p:cNvPr id="35" name="Freeform 5">
              <a:extLst>
                <a:ext uri="{FF2B5EF4-FFF2-40B4-BE49-F238E27FC236}">
                  <a16:creationId xmlns:a16="http://schemas.microsoft.com/office/drawing/2014/main" id="{09D9C9E1-25E5-483A-B7BC-660D3D3BFE4F}"/>
                </a:ext>
              </a:extLst>
            </p:cNvPr>
            <p:cNvSpPr>
              <a:spLocks noEditPoints="1"/>
            </p:cNvSpPr>
            <p:nvPr userDrawn="1"/>
          </p:nvSpPr>
          <p:spPr bwMode="black">
            <a:xfrm>
              <a:off x="5105401" y="5586413"/>
              <a:ext cx="7337425" cy="2147887"/>
            </a:xfrm>
            <a:custGeom>
              <a:avLst/>
              <a:gdLst>
                <a:gd name="T0" fmla="*/ 0 w 3931"/>
                <a:gd name="T1" fmla="*/ 803 h 1148"/>
                <a:gd name="T2" fmla="*/ 552 w 3931"/>
                <a:gd name="T3" fmla="*/ 1142 h 1148"/>
                <a:gd name="T4" fmla="*/ 388 w 3931"/>
                <a:gd name="T5" fmla="*/ 853 h 1148"/>
                <a:gd name="T6" fmla="*/ 388 w 3931"/>
                <a:gd name="T7" fmla="*/ 1092 h 1148"/>
                <a:gd name="T8" fmla="*/ 620 w 3931"/>
                <a:gd name="T9" fmla="*/ 974 h 1148"/>
                <a:gd name="T10" fmla="*/ 887 w 3931"/>
                <a:gd name="T11" fmla="*/ 900 h 1148"/>
                <a:gd name="T12" fmla="*/ 701 w 3931"/>
                <a:gd name="T13" fmla="*/ 877 h 1148"/>
                <a:gd name="T14" fmla="*/ 828 w 3931"/>
                <a:gd name="T15" fmla="*/ 1048 h 1148"/>
                <a:gd name="T16" fmla="*/ 762 w 3931"/>
                <a:gd name="T17" fmla="*/ 1148 h 1148"/>
                <a:gd name="T18" fmla="*/ 1018 w 3931"/>
                <a:gd name="T19" fmla="*/ 1142 h 1148"/>
                <a:gd name="T20" fmla="*/ 1169 w 3931"/>
                <a:gd name="T21" fmla="*/ 943 h 1148"/>
                <a:gd name="T22" fmla="*/ 1533 w 3931"/>
                <a:gd name="T23" fmla="*/ 1142 h 1148"/>
                <a:gd name="T24" fmla="*/ 1327 w 3931"/>
                <a:gd name="T25" fmla="*/ 803 h 1148"/>
                <a:gd name="T26" fmla="*/ 1596 w 3931"/>
                <a:gd name="T27" fmla="*/ 1142 h 1148"/>
                <a:gd name="T28" fmla="*/ 1719 w 3931"/>
                <a:gd name="T29" fmla="*/ 844 h 1148"/>
                <a:gd name="T30" fmla="*/ 1834 w 3931"/>
                <a:gd name="T31" fmla="*/ 1148 h 1148"/>
                <a:gd name="T32" fmla="*/ 1833 w 3931"/>
                <a:gd name="T33" fmla="*/ 1099 h 1148"/>
                <a:gd name="T34" fmla="*/ 2274 w 3931"/>
                <a:gd name="T35" fmla="*/ 1142 h 1148"/>
                <a:gd name="T36" fmla="*/ 2274 w 3931"/>
                <a:gd name="T37" fmla="*/ 1092 h 1148"/>
                <a:gd name="T38" fmla="*/ 2360 w 3931"/>
                <a:gd name="T39" fmla="*/ 844 h 1148"/>
                <a:gd name="T40" fmla="*/ 2475 w 3931"/>
                <a:gd name="T41" fmla="*/ 1148 h 1148"/>
                <a:gd name="T42" fmla="*/ 2475 w 3931"/>
                <a:gd name="T43" fmla="*/ 1099 h 1148"/>
                <a:gd name="T44" fmla="*/ 2862 w 3931"/>
                <a:gd name="T45" fmla="*/ 1148 h 1148"/>
                <a:gd name="T46" fmla="*/ 2949 w 3931"/>
                <a:gd name="T47" fmla="*/ 822 h 1148"/>
                <a:gd name="T48" fmla="*/ 2905 w 3931"/>
                <a:gd name="T49" fmla="*/ 856 h 1148"/>
                <a:gd name="T50" fmla="*/ 2864 w 3931"/>
                <a:gd name="T51" fmla="*/ 1101 h 1148"/>
                <a:gd name="T52" fmla="*/ 2857 w 3931"/>
                <a:gd name="T53" fmla="*/ 955 h 1148"/>
                <a:gd name="T54" fmla="*/ 2862 w 3931"/>
                <a:gd name="T55" fmla="*/ 1148 h 1148"/>
                <a:gd name="T56" fmla="*/ 3139 w 3931"/>
                <a:gd name="T57" fmla="*/ 1142 h 1148"/>
                <a:gd name="T58" fmla="*/ 3458 w 3931"/>
                <a:gd name="T59" fmla="*/ 853 h 1148"/>
                <a:gd name="T60" fmla="*/ 3298 w 3931"/>
                <a:gd name="T61" fmla="*/ 991 h 1148"/>
                <a:gd name="T62" fmla="*/ 3562 w 3931"/>
                <a:gd name="T63" fmla="*/ 1123 h 1148"/>
                <a:gd name="T64" fmla="*/ 3606 w 3931"/>
                <a:gd name="T65" fmla="*/ 1084 h 1148"/>
                <a:gd name="T66" fmla="*/ 3647 w 3931"/>
                <a:gd name="T67" fmla="*/ 991 h 1148"/>
                <a:gd name="T68" fmla="*/ 3569 w 3931"/>
                <a:gd name="T69" fmla="*/ 824 h 1148"/>
                <a:gd name="T70" fmla="*/ 3724 w 3931"/>
                <a:gd name="T71" fmla="*/ 895 h 1148"/>
                <a:gd name="T72" fmla="*/ 3591 w 3931"/>
                <a:gd name="T73" fmla="*/ 893 h 1148"/>
                <a:gd name="T74" fmla="*/ 3754 w 3931"/>
                <a:gd name="T75" fmla="*/ 1120 h 1148"/>
                <a:gd name="T76" fmla="*/ 152 w 3931"/>
                <a:gd name="T77" fmla="*/ 268 h 1148"/>
                <a:gd name="T78" fmla="*/ 361 w 3931"/>
                <a:gd name="T79" fmla="*/ 605 h 1148"/>
                <a:gd name="T80" fmla="*/ 553 w 3931"/>
                <a:gd name="T81" fmla="*/ 11 h 1148"/>
                <a:gd name="T82" fmla="*/ 931 w 3931"/>
                <a:gd name="T83" fmla="*/ 249 h 1148"/>
                <a:gd name="T84" fmla="*/ 957 w 3931"/>
                <a:gd name="T85" fmla="*/ 605 h 1148"/>
                <a:gd name="T86" fmla="*/ 1123 w 3931"/>
                <a:gd name="T87" fmla="*/ 11 h 1148"/>
                <a:gd name="T88" fmla="*/ 1317 w 3931"/>
                <a:gd name="T89" fmla="*/ 605 h 1148"/>
                <a:gd name="T90" fmla="*/ 1746 w 3931"/>
                <a:gd name="T91" fmla="*/ 531 h 1148"/>
                <a:gd name="T92" fmla="*/ 1687 w 3931"/>
                <a:gd name="T93" fmla="*/ 337 h 1148"/>
                <a:gd name="T94" fmla="*/ 1749 w 3931"/>
                <a:gd name="T95" fmla="*/ 0 h 1148"/>
                <a:gd name="T96" fmla="*/ 1813 w 3931"/>
                <a:gd name="T97" fmla="*/ 106 h 1148"/>
                <a:gd name="T98" fmla="*/ 1797 w 3931"/>
                <a:gd name="T99" fmla="*/ 262 h 1148"/>
                <a:gd name="T100" fmla="*/ 1563 w 3931"/>
                <a:gd name="T101" fmla="*/ 567 h 1148"/>
                <a:gd name="T102" fmla="*/ 2188 w 3931"/>
                <a:gd name="T103" fmla="*/ 605 h 1148"/>
                <a:gd name="T104" fmla="*/ 2711 w 3931"/>
                <a:gd name="T105" fmla="*/ 603 h 1148"/>
                <a:gd name="T106" fmla="*/ 2582 w 3931"/>
                <a:gd name="T107" fmla="*/ 1 h 1148"/>
                <a:gd name="T108" fmla="*/ 2664 w 3931"/>
                <a:gd name="T109" fmla="*/ 111 h 1148"/>
                <a:gd name="T110" fmla="*/ 2595 w 3931"/>
                <a:gd name="T111" fmla="*/ 525 h 1148"/>
                <a:gd name="T112" fmla="*/ 2579 w 3931"/>
                <a:gd name="T113" fmla="*/ 288 h 1148"/>
                <a:gd name="T114" fmla="*/ 3048 w 3931"/>
                <a:gd name="T115" fmla="*/ 248 h 1148"/>
                <a:gd name="T116" fmla="*/ 3273 w 3931"/>
                <a:gd name="T117" fmla="*/ 605 h 1148"/>
                <a:gd name="T118" fmla="*/ 3628 w 3931"/>
                <a:gd name="T119" fmla="*/ 605 h 1148"/>
                <a:gd name="T120" fmla="*/ 3931 w 3931"/>
                <a:gd name="T121" fmla="*/ 107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1" h="1148">
                  <a:moveTo>
                    <a:pt x="163" y="1142"/>
                  </a:moveTo>
                  <a:cubicBezTo>
                    <a:pt x="109" y="1142"/>
                    <a:pt x="109" y="1142"/>
                    <a:pt x="109" y="1142"/>
                  </a:cubicBezTo>
                  <a:cubicBezTo>
                    <a:pt x="109" y="853"/>
                    <a:pt x="109" y="853"/>
                    <a:pt x="109" y="853"/>
                  </a:cubicBezTo>
                  <a:cubicBezTo>
                    <a:pt x="0" y="853"/>
                    <a:pt x="0" y="853"/>
                    <a:pt x="0" y="853"/>
                  </a:cubicBezTo>
                  <a:cubicBezTo>
                    <a:pt x="0" y="803"/>
                    <a:pt x="0" y="803"/>
                    <a:pt x="0" y="803"/>
                  </a:cubicBezTo>
                  <a:cubicBezTo>
                    <a:pt x="273" y="803"/>
                    <a:pt x="273" y="803"/>
                    <a:pt x="273" y="803"/>
                  </a:cubicBezTo>
                  <a:cubicBezTo>
                    <a:pt x="273" y="853"/>
                    <a:pt x="273" y="853"/>
                    <a:pt x="273" y="853"/>
                  </a:cubicBezTo>
                  <a:cubicBezTo>
                    <a:pt x="163" y="853"/>
                    <a:pt x="163" y="853"/>
                    <a:pt x="163" y="853"/>
                  </a:cubicBezTo>
                  <a:lnTo>
                    <a:pt x="163" y="1142"/>
                  </a:lnTo>
                  <a:close/>
                  <a:moveTo>
                    <a:pt x="552" y="1142"/>
                  </a:moveTo>
                  <a:cubicBezTo>
                    <a:pt x="334" y="1142"/>
                    <a:pt x="334" y="1142"/>
                    <a:pt x="334" y="1142"/>
                  </a:cubicBezTo>
                  <a:cubicBezTo>
                    <a:pt x="334" y="803"/>
                    <a:pt x="334" y="803"/>
                    <a:pt x="334" y="803"/>
                  </a:cubicBezTo>
                  <a:cubicBezTo>
                    <a:pt x="548" y="803"/>
                    <a:pt x="548" y="803"/>
                    <a:pt x="548" y="803"/>
                  </a:cubicBezTo>
                  <a:cubicBezTo>
                    <a:pt x="548" y="853"/>
                    <a:pt x="548" y="853"/>
                    <a:pt x="548" y="853"/>
                  </a:cubicBezTo>
                  <a:cubicBezTo>
                    <a:pt x="388" y="853"/>
                    <a:pt x="388" y="853"/>
                    <a:pt x="388" y="853"/>
                  </a:cubicBezTo>
                  <a:cubicBezTo>
                    <a:pt x="388" y="942"/>
                    <a:pt x="388" y="942"/>
                    <a:pt x="388" y="942"/>
                  </a:cubicBezTo>
                  <a:cubicBezTo>
                    <a:pt x="541" y="942"/>
                    <a:pt x="541" y="942"/>
                    <a:pt x="541" y="942"/>
                  </a:cubicBezTo>
                  <a:cubicBezTo>
                    <a:pt x="541" y="991"/>
                    <a:pt x="541" y="991"/>
                    <a:pt x="541" y="991"/>
                  </a:cubicBezTo>
                  <a:cubicBezTo>
                    <a:pt x="388" y="991"/>
                    <a:pt x="388" y="991"/>
                    <a:pt x="388" y="991"/>
                  </a:cubicBezTo>
                  <a:cubicBezTo>
                    <a:pt x="388" y="1092"/>
                    <a:pt x="388" y="1092"/>
                    <a:pt x="388" y="1092"/>
                  </a:cubicBezTo>
                  <a:cubicBezTo>
                    <a:pt x="552" y="1092"/>
                    <a:pt x="552" y="1092"/>
                    <a:pt x="552" y="1092"/>
                  </a:cubicBezTo>
                  <a:lnTo>
                    <a:pt x="552" y="1142"/>
                  </a:lnTo>
                  <a:close/>
                  <a:moveTo>
                    <a:pt x="762" y="1148"/>
                  </a:moveTo>
                  <a:cubicBezTo>
                    <a:pt x="716" y="1148"/>
                    <a:pt x="681" y="1133"/>
                    <a:pt x="656" y="1103"/>
                  </a:cubicBezTo>
                  <a:cubicBezTo>
                    <a:pt x="632" y="1073"/>
                    <a:pt x="620" y="1030"/>
                    <a:pt x="620" y="974"/>
                  </a:cubicBezTo>
                  <a:cubicBezTo>
                    <a:pt x="620" y="919"/>
                    <a:pt x="633" y="875"/>
                    <a:pt x="658" y="845"/>
                  </a:cubicBezTo>
                  <a:cubicBezTo>
                    <a:pt x="683" y="814"/>
                    <a:pt x="719" y="798"/>
                    <a:pt x="766" y="798"/>
                  </a:cubicBezTo>
                  <a:cubicBezTo>
                    <a:pt x="802" y="798"/>
                    <a:pt x="831" y="807"/>
                    <a:pt x="853" y="824"/>
                  </a:cubicBezTo>
                  <a:cubicBezTo>
                    <a:pt x="874" y="841"/>
                    <a:pt x="886" y="865"/>
                    <a:pt x="887" y="894"/>
                  </a:cubicBezTo>
                  <a:cubicBezTo>
                    <a:pt x="887" y="900"/>
                    <a:pt x="887" y="900"/>
                    <a:pt x="887" y="900"/>
                  </a:cubicBezTo>
                  <a:cubicBezTo>
                    <a:pt x="830" y="900"/>
                    <a:pt x="830" y="900"/>
                    <a:pt x="830" y="900"/>
                  </a:cubicBezTo>
                  <a:cubicBezTo>
                    <a:pt x="829" y="895"/>
                    <a:pt x="829" y="895"/>
                    <a:pt x="829" y="895"/>
                  </a:cubicBezTo>
                  <a:cubicBezTo>
                    <a:pt x="828" y="880"/>
                    <a:pt x="822" y="868"/>
                    <a:pt x="810" y="858"/>
                  </a:cubicBezTo>
                  <a:cubicBezTo>
                    <a:pt x="797" y="848"/>
                    <a:pt x="782" y="844"/>
                    <a:pt x="764" y="844"/>
                  </a:cubicBezTo>
                  <a:cubicBezTo>
                    <a:pt x="737" y="844"/>
                    <a:pt x="716" y="854"/>
                    <a:pt x="701" y="877"/>
                  </a:cubicBezTo>
                  <a:cubicBezTo>
                    <a:pt x="686" y="899"/>
                    <a:pt x="678" y="932"/>
                    <a:pt x="678" y="973"/>
                  </a:cubicBezTo>
                  <a:cubicBezTo>
                    <a:pt x="678" y="1014"/>
                    <a:pt x="685" y="1045"/>
                    <a:pt x="700" y="1067"/>
                  </a:cubicBezTo>
                  <a:cubicBezTo>
                    <a:pt x="715" y="1089"/>
                    <a:pt x="735" y="1099"/>
                    <a:pt x="762" y="1099"/>
                  </a:cubicBezTo>
                  <a:cubicBezTo>
                    <a:pt x="782" y="1099"/>
                    <a:pt x="797" y="1095"/>
                    <a:pt x="809" y="1086"/>
                  </a:cubicBezTo>
                  <a:cubicBezTo>
                    <a:pt x="820" y="1076"/>
                    <a:pt x="827" y="1064"/>
                    <a:pt x="828" y="1048"/>
                  </a:cubicBezTo>
                  <a:cubicBezTo>
                    <a:pt x="829" y="1043"/>
                    <a:pt x="829" y="1043"/>
                    <a:pt x="829" y="1043"/>
                  </a:cubicBezTo>
                  <a:cubicBezTo>
                    <a:pt x="888" y="1043"/>
                    <a:pt x="888" y="1043"/>
                    <a:pt x="888" y="1043"/>
                  </a:cubicBezTo>
                  <a:cubicBezTo>
                    <a:pt x="888" y="1049"/>
                    <a:pt x="888" y="1049"/>
                    <a:pt x="888" y="1049"/>
                  </a:cubicBezTo>
                  <a:cubicBezTo>
                    <a:pt x="887" y="1079"/>
                    <a:pt x="875" y="1103"/>
                    <a:pt x="852" y="1121"/>
                  </a:cubicBezTo>
                  <a:cubicBezTo>
                    <a:pt x="830" y="1139"/>
                    <a:pt x="800" y="1148"/>
                    <a:pt x="762" y="1148"/>
                  </a:cubicBezTo>
                  <a:moveTo>
                    <a:pt x="1223" y="1142"/>
                  </a:moveTo>
                  <a:cubicBezTo>
                    <a:pt x="1169" y="1142"/>
                    <a:pt x="1169" y="1142"/>
                    <a:pt x="1169" y="1142"/>
                  </a:cubicBezTo>
                  <a:cubicBezTo>
                    <a:pt x="1169" y="993"/>
                    <a:pt x="1169" y="993"/>
                    <a:pt x="1169" y="993"/>
                  </a:cubicBezTo>
                  <a:cubicBezTo>
                    <a:pt x="1018" y="993"/>
                    <a:pt x="1018" y="993"/>
                    <a:pt x="1018" y="993"/>
                  </a:cubicBezTo>
                  <a:cubicBezTo>
                    <a:pt x="1018" y="1142"/>
                    <a:pt x="1018" y="1142"/>
                    <a:pt x="1018" y="1142"/>
                  </a:cubicBezTo>
                  <a:cubicBezTo>
                    <a:pt x="963" y="1142"/>
                    <a:pt x="963" y="1142"/>
                    <a:pt x="963" y="1142"/>
                  </a:cubicBezTo>
                  <a:cubicBezTo>
                    <a:pt x="963" y="803"/>
                    <a:pt x="963" y="803"/>
                    <a:pt x="963" y="803"/>
                  </a:cubicBezTo>
                  <a:cubicBezTo>
                    <a:pt x="1018" y="803"/>
                    <a:pt x="1018" y="803"/>
                    <a:pt x="1018" y="803"/>
                  </a:cubicBezTo>
                  <a:cubicBezTo>
                    <a:pt x="1018" y="943"/>
                    <a:pt x="1018" y="943"/>
                    <a:pt x="1018" y="943"/>
                  </a:cubicBezTo>
                  <a:cubicBezTo>
                    <a:pt x="1169" y="943"/>
                    <a:pt x="1169" y="943"/>
                    <a:pt x="1169" y="943"/>
                  </a:cubicBezTo>
                  <a:cubicBezTo>
                    <a:pt x="1169" y="803"/>
                    <a:pt x="1169" y="803"/>
                    <a:pt x="1169" y="803"/>
                  </a:cubicBezTo>
                  <a:cubicBezTo>
                    <a:pt x="1223" y="803"/>
                    <a:pt x="1223" y="803"/>
                    <a:pt x="1223" y="803"/>
                  </a:cubicBezTo>
                  <a:lnTo>
                    <a:pt x="1223" y="1142"/>
                  </a:lnTo>
                  <a:close/>
                  <a:moveTo>
                    <a:pt x="1595" y="1142"/>
                  </a:moveTo>
                  <a:cubicBezTo>
                    <a:pt x="1533" y="1142"/>
                    <a:pt x="1533" y="1142"/>
                    <a:pt x="1533" y="1142"/>
                  </a:cubicBezTo>
                  <a:cubicBezTo>
                    <a:pt x="1532" y="1140"/>
                    <a:pt x="1532" y="1140"/>
                    <a:pt x="1532" y="1140"/>
                  </a:cubicBezTo>
                  <a:cubicBezTo>
                    <a:pt x="1378" y="878"/>
                    <a:pt x="1378" y="878"/>
                    <a:pt x="1378" y="878"/>
                  </a:cubicBezTo>
                  <a:cubicBezTo>
                    <a:pt x="1378" y="1142"/>
                    <a:pt x="1378" y="1142"/>
                    <a:pt x="1378" y="1142"/>
                  </a:cubicBezTo>
                  <a:cubicBezTo>
                    <a:pt x="1327" y="1142"/>
                    <a:pt x="1327" y="1142"/>
                    <a:pt x="1327" y="1142"/>
                  </a:cubicBezTo>
                  <a:cubicBezTo>
                    <a:pt x="1327" y="803"/>
                    <a:pt x="1327" y="803"/>
                    <a:pt x="1327" y="803"/>
                  </a:cubicBezTo>
                  <a:cubicBezTo>
                    <a:pt x="1398" y="803"/>
                    <a:pt x="1398" y="803"/>
                    <a:pt x="1398" y="803"/>
                  </a:cubicBezTo>
                  <a:cubicBezTo>
                    <a:pt x="1545" y="1056"/>
                    <a:pt x="1545" y="1056"/>
                    <a:pt x="1545" y="1056"/>
                  </a:cubicBezTo>
                  <a:cubicBezTo>
                    <a:pt x="1545" y="803"/>
                    <a:pt x="1545" y="803"/>
                    <a:pt x="1545" y="803"/>
                  </a:cubicBezTo>
                  <a:cubicBezTo>
                    <a:pt x="1596" y="803"/>
                    <a:pt x="1596" y="803"/>
                    <a:pt x="1596" y="803"/>
                  </a:cubicBezTo>
                  <a:cubicBezTo>
                    <a:pt x="1596" y="1142"/>
                    <a:pt x="1596" y="1142"/>
                    <a:pt x="1596" y="1142"/>
                  </a:cubicBezTo>
                  <a:lnTo>
                    <a:pt x="1595" y="1142"/>
                  </a:lnTo>
                  <a:close/>
                  <a:moveTo>
                    <a:pt x="1834" y="1148"/>
                  </a:moveTo>
                  <a:cubicBezTo>
                    <a:pt x="1785" y="1148"/>
                    <a:pt x="1746" y="1132"/>
                    <a:pt x="1719" y="1102"/>
                  </a:cubicBezTo>
                  <a:cubicBezTo>
                    <a:pt x="1692" y="1071"/>
                    <a:pt x="1678" y="1028"/>
                    <a:pt x="1678" y="974"/>
                  </a:cubicBezTo>
                  <a:cubicBezTo>
                    <a:pt x="1678" y="918"/>
                    <a:pt x="1692" y="875"/>
                    <a:pt x="1719" y="844"/>
                  </a:cubicBezTo>
                  <a:cubicBezTo>
                    <a:pt x="1746" y="814"/>
                    <a:pt x="1785" y="798"/>
                    <a:pt x="1834" y="798"/>
                  </a:cubicBezTo>
                  <a:cubicBezTo>
                    <a:pt x="1883" y="798"/>
                    <a:pt x="1922" y="814"/>
                    <a:pt x="1949" y="844"/>
                  </a:cubicBezTo>
                  <a:cubicBezTo>
                    <a:pt x="1975" y="874"/>
                    <a:pt x="1989" y="918"/>
                    <a:pt x="1989" y="974"/>
                  </a:cubicBezTo>
                  <a:cubicBezTo>
                    <a:pt x="1989" y="1029"/>
                    <a:pt x="1975" y="1072"/>
                    <a:pt x="1948" y="1102"/>
                  </a:cubicBezTo>
                  <a:cubicBezTo>
                    <a:pt x="1921" y="1132"/>
                    <a:pt x="1883" y="1148"/>
                    <a:pt x="1834" y="1148"/>
                  </a:cubicBezTo>
                  <a:moveTo>
                    <a:pt x="1833" y="845"/>
                  </a:moveTo>
                  <a:cubicBezTo>
                    <a:pt x="1802" y="845"/>
                    <a:pt x="1778" y="855"/>
                    <a:pt x="1761" y="877"/>
                  </a:cubicBezTo>
                  <a:cubicBezTo>
                    <a:pt x="1745" y="899"/>
                    <a:pt x="1736" y="930"/>
                    <a:pt x="1736" y="971"/>
                  </a:cubicBezTo>
                  <a:cubicBezTo>
                    <a:pt x="1736" y="1013"/>
                    <a:pt x="1745" y="1045"/>
                    <a:pt x="1762" y="1067"/>
                  </a:cubicBezTo>
                  <a:cubicBezTo>
                    <a:pt x="1778" y="1089"/>
                    <a:pt x="1802" y="1099"/>
                    <a:pt x="1833" y="1099"/>
                  </a:cubicBezTo>
                  <a:cubicBezTo>
                    <a:pt x="1865" y="1099"/>
                    <a:pt x="1889" y="1089"/>
                    <a:pt x="1905" y="1067"/>
                  </a:cubicBezTo>
                  <a:cubicBezTo>
                    <a:pt x="1922" y="1046"/>
                    <a:pt x="1931" y="1014"/>
                    <a:pt x="1931" y="972"/>
                  </a:cubicBezTo>
                  <a:cubicBezTo>
                    <a:pt x="1931" y="931"/>
                    <a:pt x="1922" y="899"/>
                    <a:pt x="1905" y="877"/>
                  </a:cubicBezTo>
                  <a:cubicBezTo>
                    <a:pt x="1888" y="855"/>
                    <a:pt x="1865" y="845"/>
                    <a:pt x="1833" y="845"/>
                  </a:cubicBezTo>
                  <a:moveTo>
                    <a:pt x="2274" y="1142"/>
                  </a:moveTo>
                  <a:cubicBezTo>
                    <a:pt x="2070" y="1142"/>
                    <a:pt x="2070" y="1142"/>
                    <a:pt x="2070" y="1142"/>
                  </a:cubicBezTo>
                  <a:cubicBezTo>
                    <a:pt x="2070" y="803"/>
                    <a:pt x="2070" y="803"/>
                    <a:pt x="2070" y="803"/>
                  </a:cubicBezTo>
                  <a:cubicBezTo>
                    <a:pt x="2125" y="803"/>
                    <a:pt x="2125" y="803"/>
                    <a:pt x="2125" y="803"/>
                  </a:cubicBezTo>
                  <a:cubicBezTo>
                    <a:pt x="2125" y="1092"/>
                    <a:pt x="2125" y="1092"/>
                    <a:pt x="2125" y="1092"/>
                  </a:cubicBezTo>
                  <a:cubicBezTo>
                    <a:pt x="2274" y="1092"/>
                    <a:pt x="2274" y="1092"/>
                    <a:pt x="2274" y="1092"/>
                  </a:cubicBezTo>
                  <a:cubicBezTo>
                    <a:pt x="2274" y="1142"/>
                    <a:pt x="2274" y="1142"/>
                    <a:pt x="2274" y="1142"/>
                  </a:cubicBezTo>
                  <a:close/>
                  <a:moveTo>
                    <a:pt x="2475" y="1148"/>
                  </a:moveTo>
                  <a:cubicBezTo>
                    <a:pt x="2427" y="1148"/>
                    <a:pt x="2388" y="1132"/>
                    <a:pt x="2361" y="1102"/>
                  </a:cubicBezTo>
                  <a:cubicBezTo>
                    <a:pt x="2334" y="1071"/>
                    <a:pt x="2320" y="1028"/>
                    <a:pt x="2320" y="974"/>
                  </a:cubicBezTo>
                  <a:cubicBezTo>
                    <a:pt x="2320" y="918"/>
                    <a:pt x="2334" y="875"/>
                    <a:pt x="2360" y="844"/>
                  </a:cubicBezTo>
                  <a:cubicBezTo>
                    <a:pt x="2387" y="814"/>
                    <a:pt x="2426" y="798"/>
                    <a:pt x="2475" y="798"/>
                  </a:cubicBezTo>
                  <a:cubicBezTo>
                    <a:pt x="2525" y="798"/>
                    <a:pt x="2563" y="814"/>
                    <a:pt x="2590" y="844"/>
                  </a:cubicBezTo>
                  <a:cubicBezTo>
                    <a:pt x="2617" y="874"/>
                    <a:pt x="2630" y="918"/>
                    <a:pt x="2630" y="974"/>
                  </a:cubicBezTo>
                  <a:cubicBezTo>
                    <a:pt x="2630" y="1029"/>
                    <a:pt x="2617" y="1072"/>
                    <a:pt x="2590" y="1102"/>
                  </a:cubicBezTo>
                  <a:cubicBezTo>
                    <a:pt x="2563" y="1132"/>
                    <a:pt x="2525" y="1148"/>
                    <a:pt x="2475" y="1148"/>
                  </a:cubicBezTo>
                  <a:moveTo>
                    <a:pt x="2475" y="845"/>
                  </a:moveTo>
                  <a:cubicBezTo>
                    <a:pt x="2443" y="845"/>
                    <a:pt x="2420" y="855"/>
                    <a:pt x="2403" y="877"/>
                  </a:cubicBezTo>
                  <a:cubicBezTo>
                    <a:pt x="2386" y="899"/>
                    <a:pt x="2378" y="930"/>
                    <a:pt x="2378" y="971"/>
                  </a:cubicBezTo>
                  <a:cubicBezTo>
                    <a:pt x="2378" y="1013"/>
                    <a:pt x="2386" y="1045"/>
                    <a:pt x="2403" y="1067"/>
                  </a:cubicBezTo>
                  <a:cubicBezTo>
                    <a:pt x="2420" y="1089"/>
                    <a:pt x="2443" y="1099"/>
                    <a:pt x="2475" y="1099"/>
                  </a:cubicBezTo>
                  <a:cubicBezTo>
                    <a:pt x="2507" y="1099"/>
                    <a:pt x="2530" y="1089"/>
                    <a:pt x="2547" y="1067"/>
                  </a:cubicBezTo>
                  <a:cubicBezTo>
                    <a:pt x="2564" y="1046"/>
                    <a:pt x="2572" y="1014"/>
                    <a:pt x="2572" y="972"/>
                  </a:cubicBezTo>
                  <a:cubicBezTo>
                    <a:pt x="2572" y="931"/>
                    <a:pt x="2564" y="899"/>
                    <a:pt x="2547" y="877"/>
                  </a:cubicBezTo>
                  <a:cubicBezTo>
                    <a:pt x="2530" y="855"/>
                    <a:pt x="2507" y="845"/>
                    <a:pt x="2475" y="845"/>
                  </a:cubicBezTo>
                  <a:moveTo>
                    <a:pt x="2862" y="1148"/>
                  </a:moveTo>
                  <a:cubicBezTo>
                    <a:pt x="2811" y="1148"/>
                    <a:pt x="2770" y="1133"/>
                    <a:pt x="2741" y="1103"/>
                  </a:cubicBezTo>
                  <a:cubicBezTo>
                    <a:pt x="2711" y="1073"/>
                    <a:pt x="2696" y="1031"/>
                    <a:pt x="2696" y="980"/>
                  </a:cubicBezTo>
                  <a:cubicBezTo>
                    <a:pt x="2696" y="923"/>
                    <a:pt x="2711" y="878"/>
                    <a:pt x="2740" y="846"/>
                  </a:cubicBezTo>
                  <a:cubicBezTo>
                    <a:pt x="2769" y="814"/>
                    <a:pt x="2810" y="798"/>
                    <a:pt x="2862" y="798"/>
                  </a:cubicBezTo>
                  <a:cubicBezTo>
                    <a:pt x="2898" y="798"/>
                    <a:pt x="2927" y="806"/>
                    <a:pt x="2949" y="822"/>
                  </a:cubicBezTo>
                  <a:cubicBezTo>
                    <a:pt x="2970" y="839"/>
                    <a:pt x="2982" y="861"/>
                    <a:pt x="2983" y="890"/>
                  </a:cubicBezTo>
                  <a:cubicBezTo>
                    <a:pt x="2983" y="895"/>
                    <a:pt x="2983" y="895"/>
                    <a:pt x="2983" y="895"/>
                  </a:cubicBezTo>
                  <a:cubicBezTo>
                    <a:pt x="2924" y="895"/>
                    <a:pt x="2924" y="895"/>
                    <a:pt x="2924" y="895"/>
                  </a:cubicBezTo>
                  <a:cubicBezTo>
                    <a:pt x="2924" y="890"/>
                    <a:pt x="2924" y="890"/>
                    <a:pt x="2924" y="890"/>
                  </a:cubicBezTo>
                  <a:cubicBezTo>
                    <a:pt x="2924" y="877"/>
                    <a:pt x="2917" y="866"/>
                    <a:pt x="2905" y="856"/>
                  </a:cubicBezTo>
                  <a:cubicBezTo>
                    <a:pt x="2892" y="847"/>
                    <a:pt x="2876" y="842"/>
                    <a:pt x="2856" y="842"/>
                  </a:cubicBezTo>
                  <a:cubicBezTo>
                    <a:pt x="2824" y="842"/>
                    <a:pt x="2799" y="854"/>
                    <a:pt x="2781" y="877"/>
                  </a:cubicBezTo>
                  <a:cubicBezTo>
                    <a:pt x="2762" y="900"/>
                    <a:pt x="2753" y="933"/>
                    <a:pt x="2753" y="974"/>
                  </a:cubicBezTo>
                  <a:cubicBezTo>
                    <a:pt x="2753" y="1015"/>
                    <a:pt x="2763" y="1046"/>
                    <a:pt x="2782" y="1068"/>
                  </a:cubicBezTo>
                  <a:cubicBezTo>
                    <a:pt x="2801" y="1090"/>
                    <a:pt x="2829" y="1101"/>
                    <a:pt x="2864" y="1101"/>
                  </a:cubicBezTo>
                  <a:cubicBezTo>
                    <a:pt x="2873" y="1101"/>
                    <a:pt x="2883" y="1100"/>
                    <a:pt x="2893" y="1098"/>
                  </a:cubicBezTo>
                  <a:cubicBezTo>
                    <a:pt x="2902" y="1096"/>
                    <a:pt x="2913" y="1094"/>
                    <a:pt x="2926" y="1091"/>
                  </a:cubicBezTo>
                  <a:cubicBezTo>
                    <a:pt x="2926" y="1002"/>
                    <a:pt x="2926" y="1002"/>
                    <a:pt x="2926" y="1002"/>
                  </a:cubicBezTo>
                  <a:cubicBezTo>
                    <a:pt x="2857" y="1002"/>
                    <a:pt x="2857" y="1002"/>
                    <a:pt x="2857" y="1002"/>
                  </a:cubicBezTo>
                  <a:cubicBezTo>
                    <a:pt x="2857" y="955"/>
                    <a:pt x="2857" y="955"/>
                    <a:pt x="2857" y="955"/>
                  </a:cubicBezTo>
                  <a:cubicBezTo>
                    <a:pt x="2983" y="955"/>
                    <a:pt x="2983" y="955"/>
                    <a:pt x="2983" y="955"/>
                  </a:cubicBezTo>
                  <a:cubicBezTo>
                    <a:pt x="2983" y="1125"/>
                    <a:pt x="2983" y="1125"/>
                    <a:pt x="2983" y="1125"/>
                  </a:cubicBezTo>
                  <a:cubicBezTo>
                    <a:pt x="2979" y="1127"/>
                    <a:pt x="2979" y="1127"/>
                    <a:pt x="2979" y="1127"/>
                  </a:cubicBezTo>
                  <a:cubicBezTo>
                    <a:pt x="2957" y="1134"/>
                    <a:pt x="2937" y="1139"/>
                    <a:pt x="2918" y="1143"/>
                  </a:cubicBezTo>
                  <a:cubicBezTo>
                    <a:pt x="2899" y="1146"/>
                    <a:pt x="2880" y="1148"/>
                    <a:pt x="2862" y="1148"/>
                  </a:cubicBezTo>
                  <a:moveTo>
                    <a:pt x="3139" y="1142"/>
                  </a:moveTo>
                  <a:cubicBezTo>
                    <a:pt x="3084" y="1142"/>
                    <a:pt x="3084" y="1142"/>
                    <a:pt x="3084" y="1142"/>
                  </a:cubicBezTo>
                  <a:cubicBezTo>
                    <a:pt x="3084" y="803"/>
                    <a:pt x="3084" y="803"/>
                    <a:pt x="3084" y="803"/>
                  </a:cubicBezTo>
                  <a:cubicBezTo>
                    <a:pt x="3139" y="803"/>
                    <a:pt x="3139" y="803"/>
                    <a:pt x="3139" y="803"/>
                  </a:cubicBezTo>
                  <a:lnTo>
                    <a:pt x="3139" y="1142"/>
                  </a:lnTo>
                  <a:close/>
                  <a:moveTo>
                    <a:pt x="3461" y="1142"/>
                  </a:moveTo>
                  <a:cubicBezTo>
                    <a:pt x="3243" y="1142"/>
                    <a:pt x="3243" y="1142"/>
                    <a:pt x="3243" y="1142"/>
                  </a:cubicBezTo>
                  <a:cubicBezTo>
                    <a:pt x="3243" y="803"/>
                    <a:pt x="3243" y="803"/>
                    <a:pt x="3243" y="803"/>
                  </a:cubicBezTo>
                  <a:cubicBezTo>
                    <a:pt x="3458" y="803"/>
                    <a:pt x="3458" y="803"/>
                    <a:pt x="3458" y="803"/>
                  </a:cubicBezTo>
                  <a:cubicBezTo>
                    <a:pt x="3458" y="853"/>
                    <a:pt x="3458" y="853"/>
                    <a:pt x="3458" y="853"/>
                  </a:cubicBezTo>
                  <a:cubicBezTo>
                    <a:pt x="3298" y="853"/>
                    <a:pt x="3298" y="853"/>
                    <a:pt x="3298" y="853"/>
                  </a:cubicBezTo>
                  <a:cubicBezTo>
                    <a:pt x="3298" y="942"/>
                    <a:pt x="3298" y="942"/>
                    <a:pt x="3298" y="942"/>
                  </a:cubicBezTo>
                  <a:cubicBezTo>
                    <a:pt x="3451" y="942"/>
                    <a:pt x="3451" y="942"/>
                    <a:pt x="3451" y="942"/>
                  </a:cubicBezTo>
                  <a:cubicBezTo>
                    <a:pt x="3451" y="991"/>
                    <a:pt x="3451" y="991"/>
                    <a:pt x="3451" y="991"/>
                  </a:cubicBezTo>
                  <a:cubicBezTo>
                    <a:pt x="3298" y="991"/>
                    <a:pt x="3298" y="991"/>
                    <a:pt x="3298" y="991"/>
                  </a:cubicBezTo>
                  <a:cubicBezTo>
                    <a:pt x="3298" y="1092"/>
                    <a:pt x="3298" y="1092"/>
                    <a:pt x="3298" y="1092"/>
                  </a:cubicBezTo>
                  <a:cubicBezTo>
                    <a:pt x="3461" y="1092"/>
                    <a:pt x="3461" y="1092"/>
                    <a:pt x="3461" y="1092"/>
                  </a:cubicBezTo>
                  <a:lnTo>
                    <a:pt x="3461" y="1142"/>
                  </a:lnTo>
                  <a:close/>
                  <a:moveTo>
                    <a:pt x="3656" y="1148"/>
                  </a:moveTo>
                  <a:cubicBezTo>
                    <a:pt x="3615" y="1148"/>
                    <a:pt x="3583" y="1139"/>
                    <a:pt x="3562" y="1123"/>
                  </a:cubicBezTo>
                  <a:cubicBezTo>
                    <a:pt x="3541" y="1105"/>
                    <a:pt x="3530" y="1080"/>
                    <a:pt x="3530" y="1046"/>
                  </a:cubicBezTo>
                  <a:cubicBezTo>
                    <a:pt x="3530" y="1035"/>
                    <a:pt x="3530" y="1035"/>
                    <a:pt x="3530" y="1035"/>
                  </a:cubicBezTo>
                  <a:cubicBezTo>
                    <a:pt x="3588" y="1035"/>
                    <a:pt x="3588" y="1035"/>
                    <a:pt x="3588" y="1035"/>
                  </a:cubicBezTo>
                  <a:cubicBezTo>
                    <a:pt x="3588" y="1040"/>
                    <a:pt x="3588" y="1040"/>
                    <a:pt x="3588" y="1040"/>
                  </a:cubicBezTo>
                  <a:cubicBezTo>
                    <a:pt x="3589" y="1060"/>
                    <a:pt x="3595" y="1075"/>
                    <a:pt x="3606" y="1084"/>
                  </a:cubicBezTo>
                  <a:cubicBezTo>
                    <a:pt x="3617" y="1093"/>
                    <a:pt x="3635" y="1098"/>
                    <a:pt x="3658" y="1098"/>
                  </a:cubicBezTo>
                  <a:cubicBezTo>
                    <a:pt x="3682" y="1098"/>
                    <a:pt x="3700" y="1093"/>
                    <a:pt x="3714" y="1084"/>
                  </a:cubicBezTo>
                  <a:cubicBezTo>
                    <a:pt x="3727" y="1075"/>
                    <a:pt x="3733" y="1062"/>
                    <a:pt x="3733" y="1046"/>
                  </a:cubicBezTo>
                  <a:cubicBezTo>
                    <a:pt x="3733" y="1024"/>
                    <a:pt x="3709" y="1007"/>
                    <a:pt x="3660" y="995"/>
                  </a:cubicBezTo>
                  <a:cubicBezTo>
                    <a:pt x="3655" y="993"/>
                    <a:pt x="3651" y="992"/>
                    <a:pt x="3647" y="991"/>
                  </a:cubicBezTo>
                  <a:cubicBezTo>
                    <a:pt x="3644" y="991"/>
                    <a:pt x="3639" y="989"/>
                    <a:pt x="3632" y="988"/>
                  </a:cubicBezTo>
                  <a:cubicBezTo>
                    <a:pt x="3604" y="981"/>
                    <a:pt x="3584" y="974"/>
                    <a:pt x="3572" y="967"/>
                  </a:cubicBezTo>
                  <a:cubicBezTo>
                    <a:pt x="3560" y="959"/>
                    <a:pt x="3551" y="949"/>
                    <a:pt x="3544" y="937"/>
                  </a:cubicBezTo>
                  <a:cubicBezTo>
                    <a:pt x="3537" y="925"/>
                    <a:pt x="3534" y="911"/>
                    <a:pt x="3534" y="896"/>
                  </a:cubicBezTo>
                  <a:cubicBezTo>
                    <a:pt x="3534" y="866"/>
                    <a:pt x="3546" y="841"/>
                    <a:pt x="3569" y="824"/>
                  </a:cubicBezTo>
                  <a:cubicBezTo>
                    <a:pt x="3592" y="807"/>
                    <a:pt x="3624" y="798"/>
                    <a:pt x="3663" y="798"/>
                  </a:cubicBezTo>
                  <a:cubicBezTo>
                    <a:pt x="3698" y="798"/>
                    <a:pt x="3726" y="806"/>
                    <a:pt x="3747" y="821"/>
                  </a:cubicBezTo>
                  <a:cubicBezTo>
                    <a:pt x="3768" y="837"/>
                    <a:pt x="3778" y="858"/>
                    <a:pt x="3778" y="885"/>
                  </a:cubicBezTo>
                  <a:cubicBezTo>
                    <a:pt x="3778" y="895"/>
                    <a:pt x="3778" y="895"/>
                    <a:pt x="3778" y="895"/>
                  </a:cubicBezTo>
                  <a:cubicBezTo>
                    <a:pt x="3724" y="895"/>
                    <a:pt x="3724" y="895"/>
                    <a:pt x="3724" y="895"/>
                  </a:cubicBezTo>
                  <a:cubicBezTo>
                    <a:pt x="3723" y="890"/>
                    <a:pt x="3723" y="890"/>
                    <a:pt x="3723" y="890"/>
                  </a:cubicBezTo>
                  <a:cubicBezTo>
                    <a:pt x="3723" y="875"/>
                    <a:pt x="3717" y="865"/>
                    <a:pt x="3707" y="857"/>
                  </a:cubicBezTo>
                  <a:cubicBezTo>
                    <a:pt x="3696" y="849"/>
                    <a:pt x="3680" y="845"/>
                    <a:pt x="3659" y="845"/>
                  </a:cubicBezTo>
                  <a:cubicBezTo>
                    <a:pt x="3638" y="845"/>
                    <a:pt x="3621" y="850"/>
                    <a:pt x="3609" y="859"/>
                  </a:cubicBezTo>
                  <a:cubicBezTo>
                    <a:pt x="3597" y="867"/>
                    <a:pt x="3591" y="879"/>
                    <a:pt x="3591" y="893"/>
                  </a:cubicBezTo>
                  <a:cubicBezTo>
                    <a:pt x="3591" y="912"/>
                    <a:pt x="3613" y="927"/>
                    <a:pt x="3657" y="938"/>
                  </a:cubicBezTo>
                  <a:cubicBezTo>
                    <a:pt x="3666" y="940"/>
                    <a:pt x="3666" y="940"/>
                    <a:pt x="3666" y="940"/>
                  </a:cubicBezTo>
                  <a:cubicBezTo>
                    <a:pt x="3719" y="954"/>
                    <a:pt x="3751" y="967"/>
                    <a:pt x="3766" y="981"/>
                  </a:cubicBezTo>
                  <a:cubicBezTo>
                    <a:pt x="3781" y="995"/>
                    <a:pt x="3789" y="1015"/>
                    <a:pt x="3789" y="1040"/>
                  </a:cubicBezTo>
                  <a:cubicBezTo>
                    <a:pt x="3789" y="1075"/>
                    <a:pt x="3777" y="1102"/>
                    <a:pt x="3754" y="1120"/>
                  </a:cubicBezTo>
                  <a:cubicBezTo>
                    <a:pt x="3731" y="1138"/>
                    <a:pt x="3698" y="1148"/>
                    <a:pt x="3656" y="1148"/>
                  </a:cubicBezTo>
                  <a:moveTo>
                    <a:pt x="25" y="605"/>
                  </a:moveTo>
                  <a:cubicBezTo>
                    <a:pt x="25" y="11"/>
                    <a:pt x="25" y="11"/>
                    <a:pt x="25" y="11"/>
                  </a:cubicBezTo>
                  <a:cubicBezTo>
                    <a:pt x="152" y="11"/>
                    <a:pt x="152" y="11"/>
                    <a:pt x="152" y="11"/>
                  </a:cubicBezTo>
                  <a:cubicBezTo>
                    <a:pt x="152" y="268"/>
                    <a:pt x="152" y="268"/>
                    <a:pt x="152" y="268"/>
                  </a:cubicBezTo>
                  <a:cubicBezTo>
                    <a:pt x="346" y="11"/>
                    <a:pt x="346" y="11"/>
                    <a:pt x="346" y="11"/>
                  </a:cubicBezTo>
                  <a:cubicBezTo>
                    <a:pt x="488" y="11"/>
                    <a:pt x="488" y="11"/>
                    <a:pt x="488" y="11"/>
                  </a:cubicBezTo>
                  <a:cubicBezTo>
                    <a:pt x="279" y="277"/>
                    <a:pt x="279" y="277"/>
                    <a:pt x="279" y="277"/>
                  </a:cubicBezTo>
                  <a:cubicBezTo>
                    <a:pt x="509" y="605"/>
                    <a:pt x="509" y="605"/>
                    <a:pt x="509" y="605"/>
                  </a:cubicBezTo>
                  <a:cubicBezTo>
                    <a:pt x="361" y="605"/>
                    <a:pt x="361" y="605"/>
                    <a:pt x="361" y="605"/>
                  </a:cubicBezTo>
                  <a:cubicBezTo>
                    <a:pt x="152" y="297"/>
                    <a:pt x="152" y="297"/>
                    <a:pt x="152" y="297"/>
                  </a:cubicBezTo>
                  <a:cubicBezTo>
                    <a:pt x="152" y="605"/>
                    <a:pt x="152" y="605"/>
                    <a:pt x="152" y="605"/>
                  </a:cubicBezTo>
                  <a:cubicBezTo>
                    <a:pt x="25" y="605"/>
                    <a:pt x="25" y="605"/>
                    <a:pt x="25" y="605"/>
                  </a:cubicBezTo>
                  <a:close/>
                  <a:moveTo>
                    <a:pt x="553" y="605"/>
                  </a:moveTo>
                  <a:cubicBezTo>
                    <a:pt x="553" y="11"/>
                    <a:pt x="553" y="11"/>
                    <a:pt x="553" y="11"/>
                  </a:cubicBezTo>
                  <a:cubicBezTo>
                    <a:pt x="947" y="11"/>
                    <a:pt x="947" y="11"/>
                    <a:pt x="947" y="11"/>
                  </a:cubicBezTo>
                  <a:cubicBezTo>
                    <a:pt x="947" y="109"/>
                    <a:pt x="947" y="109"/>
                    <a:pt x="947" y="109"/>
                  </a:cubicBezTo>
                  <a:cubicBezTo>
                    <a:pt x="682" y="109"/>
                    <a:pt x="682" y="109"/>
                    <a:pt x="682" y="109"/>
                  </a:cubicBezTo>
                  <a:cubicBezTo>
                    <a:pt x="682" y="249"/>
                    <a:pt x="682" y="249"/>
                    <a:pt x="682" y="249"/>
                  </a:cubicBezTo>
                  <a:cubicBezTo>
                    <a:pt x="931" y="249"/>
                    <a:pt x="931" y="249"/>
                    <a:pt x="931" y="249"/>
                  </a:cubicBezTo>
                  <a:cubicBezTo>
                    <a:pt x="931" y="346"/>
                    <a:pt x="931" y="346"/>
                    <a:pt x="931" y="346"/>
                  </a:cubicBezTo>
                  <a:cubicBezTo>
                    <a:pt x="682" y="346"/>
                    <a:pt x="682" y="346"/>
                    <a:pt x="682" y="346"/>
                  </a:cubicBezTo>
                  <a:cubicBezTo>
                    <a:pt x="682" y="506"/>
                    <a:pt x="682" y="506"/>
                    <a:pt x="682" y="506"/>
                  </a:cubicBezTo>
                  <a:cubicBezTo>
                    <a:pt x="957" y="506"/>
                    <a:pt x="957" y="506"/>
                    <a:pt x="957" y="506"/>
                  </a:cubicBezTo>
                  <a:cubicBezTo>
                    <a:pt x="957" y="605"/>
                    <a:pt x="957" y="605"/>
                    <a:pt x="957" y="605"/>
                  </a:cubicBezTo>
                  <a:lnTo>
                    <a:pt x="553" y="605"/>
                  </a:lnTo>
                  <a:close/>
                  <a:moveTo>
                    <a:pt x="1190" y="605"/>
                  </a:moveTo>
                  <a:cubicBezTo>
                    <a:pt x="1190" y="386"/>
                    <a:pt x="1190" y="386"/>
                    <a:pt x="1190" y="386"/>
                  </a:cubicBezTo>
                  <a:cubicBezTo>
                    <a:pt x="989" y="11"/>
                    <a:pt x="989" y="11"/>
                    <a:pt x="989" y="11"/>
                  </a:cubicBezTo>
                  <a:cubicBezTo>
                    <a:pt x="1123" y="11"/>
                    <a:pt x="1123" y="11"/>
                    <a:pt x="1123" y="11"/>
                  </a:cubicBezTo>
                  <a:cubicBezTo>
                    <a:pt x="1259" y="265"/>
                    <a:pt x="1259" y="265"/>
                    <a:pt x="1259" y="265"/>
                  </a:cubicBezTo>
                  <a:cubicBezTo>
                    <a:pt x="1382" y="11"/>
                    <a:pt x="1382" y="11"/>
                    <a:pt x="1382" y="11"/>
                  </a:cubicBezTo>
                  <a:cubicBezTo>
                    <a:pt x="1515" y="11"/>
                    <a:pt x="1515" y="11"/>
                    <a:pt x="1515" y="11"/>
                  </a:cubicBezTo>
                  <a:cubicBezTo>
                    <a:pt x="1317" y="386"/>
                    <a:pt x="1317" y="386"/>
                    <a:pt x="1317" y="386"/>
                  </a:cubicBezTo>
                  <a:cubicBezTo>
                    <a:pt x="1317" y="605"/>
                    <a:pt x="1317" y="605"/>
                    <a:pt x="1317" y="605"/>
                  </a:cubicBezTo>
                  <a:lnTo>
                    <a:pt x="1190" y="605"/>
                  </a:lnTo>
                  <a:close/>
                  <a:moveTo>
                    <a:pt x="1504" y="412"/>
                  </a:moveTo>
                  <a:cubicBezTo>
                    <a:pt x="1629" y="412"/>
                    <a:pt x="1629" y="412"/>
                    <a:pt x="1629" y="412"/>
                  </a:cubicBezTo>
                  <a:cubicBezTo>
                    <a:pt x="1629" y="452"/>
                    <a:pt x="1638" y="481"/>
                    <a:pt x="1658" y="501"/>
                  </a:cubicBezTo>
                  <a:cubicBezTo>
                    <a:pt x="1678" y="521"/>
                    <a:pt x="1707" y="531"/>
                    <a:pt x="1746" y="531"/>
                  </a:cubicBezTo>
                  <a:cubicBezTo>
                    <a:pt x="1778" y="531"/>
                    <a:pt x="1803" y="524"/>
                    <a:pt x="1823" y="508"/>
                  </a:cubicBezTo>
                  <a:cubicBezTo>
                    <a:pt x="1843" y="493"/>
                    <a:pt x="1853" y="473"/>
                    <a:pt x="1853" y="449"/>
                  </a:cubicBezTo>
                  <a:cubicBezTo>
                    <a:pt x="1853" y="412"/>
                    <a:pt x="1806" y="377"/>
                    <a:pt x="1713" y="346"/>
                  </a:cubicBezTo>
                  <a:cubicBezTo>
                    <a:pt x="1699" y="341"/>
                    <a:pt x="1699" y="341"/>
                    <a:pt x="1699" y="341"/>
                  </a:cubicBezTo>
                  <a:cubicBezTo>
                    <a:pt x="1696" y="340"/>
                    <a:pt x="1692" y="339"/>
                    <a:pt x="1687" y="337"/>
                  </a:cubicBezTo>
                  <a:cubicBezTo>
                    <a:pt x="1635" y="320"/>
                    <a:pt x="1597" y="303"/>
                    <a:pt x="1574" y="286"/>
                  </a:cubicBezTo>
                  <a:cubicBezTo>
                    <a:pt x="1558" y="273"/>
                    <a:pt x="1545" y="257"/>
                    <a:pt x="1536" y="238"/>
                  </a:cubicBezTo>
                  <a:cubicBezTo>
                    <a:pt x="1527" y="219"/>
                    <a:pt x="1522" y="198"/>
                    <a:pt x="1522" y="174"/>
                  </a:cubicBezTo>
                  <a:cubicBezTo>
                    <a:pt x="1522" y="121"/>
                    <a:pt x="1542" y="78"/>
                    <a:pt x="1583" y="47"/>
                  </a:cubicBezTo>
                  <a:cubicBezTo>
                    <a:pt x="1623" y="16"/>
                    <a:pt x="1679" y="0"/>
                    <a:pt x="1749" y="0"/>
                  </a:cubicBezTo>
                  <a:cubicBezTo>
                    <a:pt x="1814" y="0"/>
                    <a:pt x="1864" y="15"/>
                    <a:pt x="1900" y="46"/>
                  </a:cubicBezTo>
                  <a:cubicBezTo>
                    <a:pt x="1936" y="76"/>
                    <a:pt x="1954" y="119"/>
                    <a:pt x="1954" y="173"/>
                  </a:cubicBezTo>
                  <a:cubicBezTo>
                    <a:pt x="1954" y="177"/>
                    <a:pt x="1954" y="177"/>
                    <a:pt x="1954" y="177"/>
                  </a:cubicBezTo>
                  <a:cubicBezTo>
                    <a:pt x="1844" y="177"/>
                    <a:pt x="1844" y="177"/>
                    <a:pt x="1844" y="177"/>
                  </a:cubicBezTo>
                  <a:cubicBezTo>
                    <a:pt x="1841" y="146"/>
                    <a:pt x="1831" y="122"/>
                    <a:pt x="1813" y="106"/>
                  </a:cubicBezTo>
                  <a:cubicBezTo>
                    <a:pt x="1796" y="90"/>
                    <a:pt x="1771" y="82"/>
                    <a:pt x="1741" y="82"/>
                  </a:cubicBezTo>
                  <a:cubicBezTo>
                    <a:pt x="1711" y="82"/>
                    <a:pt x="1687" y="89"/>
                    <a:pt x="1669" y="102"/>
                  </a:cubicBezTo>
                  <a:cubicBezTo>
                    <a:pt x="1652" y="116"/>
                    <a:pt x="1643" y="135"/>
                    <a:pt x="1643" y="158"/>
                  </a:cubicBezTo>
                  <a:cubicBezTo>
                    <a:pt x="1643" y="194"/>
                    <a:pt x="1692" y="228"/>
                    <a:pt x="1790" y="259"/>
                  </a:cubicBezTo>
                  <a:cubicBezTo>
                    <a:pt x="1797" y="262"/>
                    <a:pt x="1797" y="262"/>
                    <a:pt x="1797" y="262"/>
                  </a:cubicBezTo>
                  <a:cubicBezTo>
                    <a:pt x="1872" y="287"/>
                    <a:pt x="1921" y="311"/>
                    <a:pt x="1945" y="336"/>
                  </a:cubicBezTo>
                  <a:cubicBezTo>
                    <a:pt x="1968" y="361"/>
                    <a:pt x="1980" y="395"/>
                    <a:pt x="1980" y="439"/>
                  </a:cubicBezTo>
                  <a:cubicBezTo>
                    <a:pt x="1980" y="494"/>
                    <a:pt x="1959" y="537"/>
                    <a:pt x="1917" y="569"/>
                  </a:cubicBezTo>
                  <a:cubicBezTo>
                    <a:pt x="1874" y="600"/>
                    <a:pt x="1815" y="616"/>
                    <a:pt x="1740" y="616"/>
                  </a:cubicBezTo>
                  <a:cubicBezTo>
                    <a:pt x="1661" y="616"/>
                    <a:pt x="1602" y="599"/>
                    <a:pt x="1563" y="567"/>
                  </a:cubicBezTo>
                  <a:cubicBezTo>
                    <a:pt x="1524" y="534"/>
                    <a:pt x="1504" y="485"/>
                    <a:pt x="1504" y="420"/>
                  </a:cubicBezTo>
                  <a:cubicBezTo>
                    <a:pt x="1504" y="412"/>
                    <a:pt x="1504" y="412"/>
                    <a:pt x="1504" y="412"/>
                  </a:cubicBezTo>
                  <a:close/>
                  <a:moveTo>
                    <a:pt x="2061" y="11"/>
                  </a:moveTo>
                  <a:cubicBezTo>
                    <a:pt x="2188" y="11"/>
                    <a:pt x="2188" y="11"/>
                    <a:pt x="2188" y="11"/>
                  </a:cubicBezTo>
                  <a:cubicBezTo>
                    <a:pt x="2188" y="605"/>
                    <a:pt x="2188" y="605"/>
                    <a:pt x="2188" y="605"/>
                  </a:cubicBezTo>
                  <a:cubicBezTo>
                    <a:pt x="2061" y="605"/>
                    <a:pt x="2061" y="605"/>
                    <a:pt x="2061" y="605"/>
                  </a:cubicBezTo>
                  <a:lnTo>
                    <a:pt x="2061" y="11"/>
                  </a:lnTo>
                  <a:close/>
                  <a:moveTo>
                    <a:pt x="2816" y="288"/>
                  </a:moveTo>
                  <a:cubicBezTo>
                    <a:pt x="2816" y="567"/>
                    <a:pt x="2816" y="567"/>
                    <a:pt x="2816" y="567"/>
                  </a:cubicBezTo>
                  <a:cubicBezTo>
                    <a:pt x="2783" y="583"/>
                    <a:pt x="2748" y="595"/>
                    <a:pt x="2711" y="603"/>
                  </a:cubicBezTo>
                  <a:cubicBezTo>
                    <a:pt x="2673" y="612"/>
                    <a:pt x="2631" y="616"/>
                    <a:pt x="2585" y="616"/>
                  </a:cubicBezTo>
                  <a:cubicBezTo>
                    <a:pt x="2485" y="616"/>
                    <a:pt x="2407" y="590"/>
                    <a:pt x="2352" y="538"/>
                  </a:cubicBezTo>
                  <a:cubicBezTo>
                    <a:pt x="2298" y="486"/>
                    <a:pt x="2270" y="412"/>
                    <a:pt x="2270" y="316"/>
                  </a:cubicBezTo>
                  <a:cubicBezTo>
                    <a:pt x="2270" y="218"/>
                    <a:pt x="2298" y="140"/>
                    <a:pt x="2353" y="85"/>
                  </a:cubicBezTo>
                  <a:cubicBezTo>
                    <a:pt x="2408" y="29"/>
                    <a:pt x="2484" y="1"/>
                    <a:pt x="2582" y="1"/>
                  </a:cubicBezTo>
                  <a:cubicBezTo>
                    <a:pt x="2655" y="1"/>
                    <a:pt x="2712" y="17"/>
                    <a:pt x="2754" y="50"/>
                  </a:cubicBezTo>
                  <a:cubicBezTo>
                    <a:pt x="2797" y="84"/>
                    <a:pt x="2818" y="128"/>
                    <a:pt x="2818" y="183"/>
                  </a:cubicBezTo>
                  <a:cubicBezTo>
                    <a:pt x="2818" y="194"/>
                    <a:pt x="2818" y="194"/>
                    <a:pt x="2818" y="194"/>
                  </a:cubicBezTo>
                  <a:cubicBezTo>
                    <a:pt x="2698" y="194"/>
                    <a:pt x="2698" y="194"/>
                    <a:pt x="2698" y="194"/>
                  </a:cubicBezTo>
                  <a:cubicBezTo>
                    <a:pt x="2696" y="157"/>
                    <a:pt x="2685" y="130"/>
                    <a:pt x="2664" y="111"/>
                  </a:cubicBezTo>
                  <a:cubicBezTo>
                    <a:pt x="2643" y="91"/>
                    <a:pt x="2614" y="82"/>
                    <a:pt x="2575" y="82"/>
                  </a:cubicBezTo>
                  <a:cubicBezTo>
                    <a:pt x="2521" y="82"/>
                    <a:pt x="2478" y="102"/>
                    <a:pt x="2447" y="144"/>
                  </a:cubicBezTo>
                  <a:cubicBezTo>
                    <a:pt x="2416" y="185"/>
                    <a:pt x="2400" y="241"/>
                    <a:pt x="2400" y="312"/>
                  </a:cubicBezTo>
                  <a:cubicBezTo>
                    <a:pt x="2400" y="382"/>
                    <a:pt x="2416" y="435"/>
                    <a:pt x="2449" y="471"/>
                  </a:cubicBezTo>
                  <a:cubicBezTo>
                    <a:pt x="2482" y="507"/>
                    <a:pt x="2531" y="525"/>
                    <a:pt x="2595" y="525"/>
                  </a:cubicBezTo>
                  <a:cubicBezTo>
                    <a:pt x="2611" y="525"/>
                    <a:pt x="2628" y="524"/>
                    <a:pt x="2644" y="522"/>
                  </a:cubicBezTo>
                  <a:cubicBezTo>
                    <a:pt x="2660" y="520"/>
                    <a:pt x="2676" y="517"/>
                    <a:pt x="2692" y="513"/>
                  </a:cubicBezTo>
                  <a:cubicBezTo>
                    <a:pt x="2692" y="383"/>
                    <a:pt x="2692" y="383"/>
                    <a:pt x="2692" y="383"/>
                  </a:cubicBezTo>
                  <a:cubicBezTo>
                    <a:pt x="2579" y="383"/>
                    <a:pt x="2579" y="383"/>
                    <a:pt x="2579" y="383"/>
                  </a:cubicBezTo>
                  <a:cubicBezTo>
                    <a:pt x="2579" y="288"/>
                    <a:pt x="2579" y="288"/>
                    <a:pt x="2579" y="288"/>
                  </a:cubicBezTo>
                  <a:lnTo>
                    <a:pt x="2816" y="288"/>
                  </a:lnTo>
                  <a:close/>
                  <a:moveTo>
                    <a:pt x="2920" y="605"/>
                  </a:moveTo>
                  <a:cubicBezTo>
                    <a:pt x="2920" y="11"/>
                    <a:pt x="2920" y="11"/>
                    <a:pt x="2920" y="11"/>
                  </a:cubicBezTo>
                  <a:cubicBezTo>
                    <a:pt x="3048" y="11"/>
                    <a:pt x="3048" y="11"/>
                    <a:pt x="3048" y="11"/>
                  </a:cubicBezTo>
                  <a:cubicBezTo>
                    <a:pt x="3048" y="248"/>
                    <a:pt x="3048" y="248"/>
                    <a:pt x="3048" y="248"/>
                  </a:cubicBezTo>
                  <a:cubicBezTo>
                    <a:pt x="3273" y="248"/>
                    <a:pt x="3273" y="248"/>
                    <a:pt x="3273" y="248"/>
                  </a:cubicBezTo>
                  <a:cubicBezTo>
                    <a:pt x="3273" y="11"/>
                    <a:pt x="3273" y="11"/>
                    <a:pt x="3273" y="11"/>
                  </a:cubicBezTo>
                  <a:cubicBezTo>
                    <a:pt x="3397" y="11"/>
                    <a:pt x="3397" y="11"/>
                    <a:pt x="3397" y="11"/>
                  </a:cubicBezTo>
                  <a:cubicBezTo>
                    <a:pt x="3397" y="605"/>
                    <a:pt x="3397" y="605"/>
                    <a:pt x="3397" y="605"/>
                  </a:cubicBezTo>
                  <a:cubicBezTo>
                    <a:pt x="3273" y="605"/>
                    <a:pt x="3273" y="605"/>
                    <a:pt x="3273" y="605"/>
                  </a:cubicBezTo>
                  <a:cubicBezTo>
                    <a:pt x="3273" y="345"/>
                    <a:pt x="3273" y="345"/>
                    <a:pt x="3273" y="345"/>
                  </a:cubicBezTo>
                  <a:cubicBezTo>
                    <a:pt x="3048" y="345"/>
                    <a:pt x="3048" y="345"/>
                    <a:pt x="3048" y="345"/>
                  </a:cubicBezTo>
                  <a:cubicBezTo>
                    <a:pt x="3048" y="605"/>
                    <a:pt x="3048" y="605"/>
                    <a:pt x="3048" y="605"/>
                  </a:cubicBezTo>
                  <a:lnTo>
                    <a:pt x="2920" y="605"/>
                  </a:lnTo>
                  <a:close/>
                  <a:moveTo>
                    <a:pt x="3628" y="605"/>
                  </a:moveTo>
                  <a:cubicBezTo>
                    <a:pt x="3628" y="107"/>
                    <a:pt x="3628" y="107"/>
                    <a:pt x="3628" y="107"/>
                  </a:cubicBezTo>
                  <a:cubicBezTo>
                    <a:pt x="3453" y="107"/>
                    <a:pt x="3453" y="107"/>
                    <a:pt x="3453" y="107"/>
                  </a:cubicBezTo>
                  <a:cubicBezTo>
                    <a:pt x="3453" y="11"/>
                    <a:pt x="3453" y="11"/>
                    <a:pt x="3453" y="11"/>
                  </a:cubicBezTo>
                  <a:cubicBezTo>
                    <a:pt x="3931" y="11"/>
                    <a:pt x="3931" y="11"/>
                    <a:pt x="3931" y="11"/>
                  </a:cubicBezTo>
                  <a:cubicBezTo>
                    <a:pt x="3931" y="107"/>
                    <a:pt x="3931" y="107"/>
                    <a:pt x="3931" y="107"/>
                  </a:cubicBezTo>
                  <a:cubicBezTo>
                    <a:pt x="3756" y="107"/>
                    <a:pt x="3756" y="107"/>
                    <a:pt x="3756" y="107"/>
                  </a:cubicBezTo>
                  <a:cubicBezTo>
                    <a:pt x="3756" y="605"/>
                    <a:pt x="3756" y="605"/>
                    <a:pt x="3756" y="605"/>
                  </a:cubicBezTo>
                  <a:lnTo>
                    <a:pt x="3628" y="605"/>
                  </a:lnTo>
                  <a:close/>
                </a:path>
              </a:pathLst>
            </a:custGeom>
            <a:solidFill>
              <a:srgbClr val="55555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6">
              <a:extLst>
                <a:ext uri="{FF2B5EF4-FFF2-40B4-BE49-F238E27FC236}">
                  <a16:creationId xmlns:a16="http://schemas.microsoft.com/office/drawing/2014/main" id="{98453535-0FA3-4BC2-896D-B75809B1977B}"/>
                </a:ext>
              </a:extLst>
            </p:cNvPr>
            <p:cNvSpPr>
              <a:spLocks/>
            </p:cNvSpPr>
            <p:nvPr userDrawn="1"/>
          </p:nvSpPr>
          <p:spPr bwMode="black">
            <a:xfrm>
              <a:off x="1231901" y="5359401"/>
              <a:ext cx="3417888" cy="2630487"/>
            </a:xfrm>
            <a:custGeom>
              <a:avLst/>
              <a:gdLst>
                <a:gd name="T0" fmla="*/ 1831 w 1831"/>
                <a:gd name="T1" fmla="*/ 726 h 1406"/>
                <a:gd name="T2" fmla="*/ 1765 w 1831"/>
                <a:gd name="T3" fmla="*/ 626 h 1406"/>
                <a:gd name="T4" fmla="*/ 1654 w 1831"/>
                <a:gd name="T5" fmla="*/ 379 h 1406"/>
                <a:gd name="T6" fmla="*/ 1533 w 1831"/>
                <a:gd name="T7" fmla="*/ 626 h 1406"/>
                <a:gd name="T8" fmla="*/ 1456 w 1831"/>
                <a:gd name="T9" fmla="*/ 726 h 1406"/>
                <a:gd name="T10" fmla="*/ 1339 w 1831"/>
                <a:gd name="T11" fmla="*/ 505 h 1406"/>
                <a:gd name="T12" fmla="*/ 1119 w 1831"/>
                <a:gd name="T13" fmla="*/ 0 h 1406"/>
                <a:gd name="T14" fmla="*/ 911 w 1831"/>
                <a:gd name="T15" fmla="*/ 506 h 1406"/>
                <a:gd name="T16" fmla="*/ 757 w 1831"/>
                <a:gd name="T17" fmla="*/ 726 h 1406"/>
                <a:gd name="T18" fmla="*/ 626 w 1831"/>
                <a:gd name="T19" fmla="*/ 553 h 1406"/>
                <a:gd name="T20" fmla="*/ 458 w 1831"/>
                <a:gd name="T21" fmla="*/ 218 h 1406"/>
                <a:gd name="T22" fmla="*/ 288 w 1831"/>
                <a:gd name="T23" fmla="*/ 562 h 1406"/>
                <a:gd name="T24" fmla="*/ 153 w 1831"/>
                <a:gd name="T25" fmla="*/ 726 h 1406"/>
                <a:gd name="T26" fmla="*/ 0 w 1831"/>
                <a:gd name="T27" fmla="*/ 726 h 1406"/>
                <a:gd name="T28" fmla="*/ 0 w 1831"/>
                <a:gd name="T29" fmla="*/ 727 h 1406"/>
                <a:gd name="T30" fmla="*/ 70 w 1831"/>
                <a:gd name="T31" fmla="*/ 830 h 1406"/>
                <a:gd name="T32" fmla="*/ 166 w 1831"/>
                <a:gd name="T33" fmla="*/ 1075 h 1406"/>
                <a:gd name="T34" fmla="*/ 268 w 1831"/>
                <a:gd name="T35" fmla="*/ 869 h 1406"/>
                <a:gd name="T36" fmla="*/ 374 w 1831"/>
                <a:gd name="T37" fmla="*/ 727 h 1406"/>
                <a:gd name="T38" fmla="*/ 506 w 1831"/>
                <a:gd name="T39" fmla="*/ 958 h 1406"/>
                <a:gd name="T40" fmla="*/ 707 w 1831"/>
                <a:gd name="T41" fmla="*/ 1406 h 1406"/>
                <a:gd name="T42" fmla="*/ 915 w 1831"/>
                <a:gd name="T43" fmla="*/ 958 h 1406"/>
                <a:gd name="T44" fmla="*/ 1083 w 1831"/>
                <a:gd name="T45" fmla="*/ 727 h 1406"/>
                <a:gd name="T46" fmla="*/ 1234 w 1831"/>
                <a:gd name="T47" fmla="*/ 901 h 1406"/>
                <a:gd name="T48" fmla="*/ 1380 w 1831"/>
                <a:gd name="T49" fmla="*/ 1131 h 1406"/>
                <a:gd name="T50" fmla="*/ 1534 w 1831"/>
                <a:gd name="T51" fmla="*/ 873 h 1406"/>
                <a:gd name="T52" fmla="*/ 1677 w 1831"/>
                <a:gd name="T53" fmla="*/ 727 h 1406"/>
                <a:gd name="T54" fmla="*/ 1831 w 1831"/>
                <a:gd name="T55" fmla="*/ 727 h 1406"/>
                <a:gd name="T56" fmla="*/ 1831 w 1831"/>
                <a:gd name="T57" fmla="*/ 726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31" h="1406">
                  <a:moveTo>
                    <a:pt x="1831" y="726"/>
                  </a:moveTo>
                  <a:cubicBezTo>
                    <a:pt x="1817" y="724"/>
                    <a:pt x="1786" y="709"/>
                    <a:pt x="1765" y="626"/>
                  </a:cubicBezTo>
                  <a:cubicBezTo>
                    <a:pt x="1730" y="493"/>
                    <a:pt x="1713" y="379"/>
                    <a:pt x="1654" y="379"/>
                  </a:cubicBezTo>
                  <a:cubicBezTo>
                    <a:pt x="1595" y="379"/>
                    <a:pt x="1568" y="493"/>
                    <a:pt x="1533" y="626"/>
                  </a:cubicBezTo>
                  <a:cubicBezTo>
                    <a:pt x="1512" y="705"/>
                    <a:pt x="1491" y="726"/>
                    <a:pt x="1456" y="726"/>
                  </a:cubicBezTo>
                  <a:cubicBezTo>
                    <a:pt x="1423" y="726"/>
                    <a:pt x="1389" y="711"/>
                    <a:pt x="1339" y="505"/>
                  </a:cubicBezTo>
                  <a:cubicBezTo>
                    <a:pt x="1295" y="325"/>
                    <a:pt x="1266" y="0"/>
                    <a:pt x="1119" y="0"/>
                  </a:cubicBezTo>
                  <a:cubicBezTo>
                    <a:pt x="973" y="0"/>
                    <a:pt x="930" y="424"/>
                    <a:pt x="911" y="506"/>
                  </a:cubicBezTo>
                  <a:cubicBezTo>
                    <a:pt x="887" y="607"/>
                    <a:pt x="830" y="726"/>
                    <a:pt x="757" y="726"/>
                  </a:cubicBezTo>
                  <a:cubicBezTo>
                    <a:pt x="685" y="726"/>
                    <a:pt x="647" y="643"/>
                    <a:pt x="626" y="553"/>
                  </a:cubicBezTo>
                  <a:cubicBezTo>
                    <a:pt x="592" y="416"/>
                    <a:pt x="555" y="218"/>
                    <a:pt x="458" y="218"/>
                  </a:cubicBezTo>
                  <a:cubicBezTo>
                    <a:pt x="362" y="218"/>
                    <a:pt x="331" y="382"/>
                    <a:pt x="288" y="562"/>
                  </a:cubicBezTo>
                  <a:cubicBezTo>
                    <a:pt x="263" y="668"/>
                    <a:pt x="223" y="726"/>
                    <a:pt x="153" y="726"/>
                  </a:cubicBezTo>
                  <a:cubicBezTo>
                    <a:pt x="0" y="726"/>
                    <a:pt x="0" y="726"/>
                    <a:pt x="0" y="726"/>
                  </a:cubicBezTo>
                  <a:cubicBezTo>
                    <a:pt x="0" y="727"/>
                    <a:pt x="0" y="727"/>
                    <a:pt x="0" y="727"/>
                  </a:cubicBezTo>
                  <a:cubicBezTo>
                    <a:pt x="20" y="733"/>
                    <a:pt x="60" y="766"/>
                    <a:pt x="70" y="830"/>
                  </a:cubicBezTo>
                  <a:cubicBezTo>
                    <a:pt x="94" y="981"/>
                    <a:pt x="113" y="1075"/>
                    <a:pt x="166" y="1075"/>
                  </a:cubicBezTo>
                  <a:cubicBezTo>
                    <a:pt x="218" y="1075"/>
                    <a:pt x="238" y="994"/>
                    <a:pt x="268" y="869"/>
                  </a:cubicBezTo>
                  <a:cubicBezTo>
                    <a:pt x="292" y="770"/>
                    <a:pt x="329" y="727"/>
                    <a:pt x="374" y="727"/>
                  </a:cubicBezTo>
                  <a:cubicBezTo>
                    <a:pt x="439" y="727"/>
                    <a:pt x="470" y="807"/>
                    <a:pt x="506" y="958"/>
                  </a:cubicBezTo>
                  <a:cubicBezTo>
                    <a:pt x="577" y="1260"/>
                    <a:pt x="592" y="1406"/>
                    <a:pt x="707" y="1406"/>
                  </a:cubicBezTo>
                  <a:cubicBezTo>
                    <a:pt x="821" y="1406"/>
                    <a:pt x="839" y="1260"/>
                    <a:pt x="915" y="958"/>
                  </a:cubicBezTo>
                  <a:cubicBezTo>
                    <a:pt x="949" y="827"/>
                    <a:pt x="1011" y="727"/>
                    <a:pt x="1083" y="727"/>
                  </a:cubicBezTo>
                  <a:cubicBezTo>
                    <a:pt x="1156" y="727"/>
                    <a:pt x="1207" y="824"/>
                    <a:pt x="1234" y="901"/>
                  </a:cubicBezTo>
                  <a:cubicBezTo>
                    <a:pt x="1291" y="1068"/>
                    <a:pt x="1317" y="1131"/>
                    <a:pt x="1380" y="1131"/>
                  </a:cubicBezTo>
                  <a:cubicBezTo>
                    <a:pt x="1443" y="1131"/>
                    <a:pt x="1478" y="1055"/>
                    <a:pt x="1534" y="873"/>
                  </a:cubicBezTo>
                  <a:cubicBezTo>
                    <a:pt x="1569" y="758"/>
                    <a:pt x="1574" y="727"/>
                    <a:pt x="1677" y="727"/>
                  </a:cubicBezTo>
                  <a:cubicBezTo>
                    <a:pt x="1831" y="727"/>
                    <a:pt x="1831" y="727"/>
                    <a:pt x="1831" y="727"/>
                  </a:cubicBezTo>
                  <a:cubicBezTo>
                    <a:pt x="1831" y="726"/>
                    <a:pt x="1831" y="726"/>
                    <a:pt x="1831" y="726"/>
                  </a:cubicBezTo>
                  <a:close/>
                </a:path>
              </a:pathLst>
            </a:custGeom>
            <a:solidFill>
              <a:srgbClr val="EB0029"/>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7" name="Ruler">
            <a:extLst>
              <a:ext uri="{FF2B5EF4-FFF2-40B4-BE49-F238E27FC236}">
                <a16:creationId xmlns:a16="http://schemas.microsoft.com/office/drawing/2014/main" id="{70E5BD5C-60C7-4101-99EB-CFC9224AD7B1}"/>
              </a:ext>
            </a:extLst>
          </p:cNvPr>
          <p:cNvGrpSpPr/>
          <p:nvPr userDrawn="1"/>
        </p:nvGrpSpPr>
        <p:grpSpPr>
          <a:xfrm>
            <a:off x="5273041" y="4219340"/>
            <a:ext cx="1645920" cy="339946"/>
            <a:chOff x="5273041" y="4219340"/>
            <a:chExt cx="1645920" cy="339946"/>
          </a:xfrm>
        </p:grpSpPr>
        <p:cxnSp>
          <p:nvCxnSpPr>
            <p:cNvPr id="38" name="Straight Connector 37">
              <a:extLst>
                <a:ext uri="{FF2B5EF4-FFF2-40B4-BE49-F238E27FC236}">
                  <a16:creationId xmlns:a16="http://schemas.microsoft.com/office/drawing/2014/main" id="{2B101E02-F838-4187-B559-8AAE85AB8E2C}"/>
                </a:ext>
              </a:extLst>
            </p:cNvPr>
            <p:cNvCxnSpPr>
              <a:cxnSpLocks/>
            </p:cNvCxnSpPr>
            <p:nvPr/>
          </p:nvCxnSpPr>
          <p:spPr>
            <a:xfrm>
              <a:off x="6096003" y="4219340"/>
              <a:ext cx="0" cy="339946"/>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704FBA9-913D-4B32-AC77-21FE53C07630}"/>
                </a:ext>
              </a:extLst>
            </p:cNvPr>
            <p:cNvCxnSpPr/>
            <p:nvPr/>
          </p:nvCxnSpPr>
          <p:spPr>
            <a:xfrm>
              <a:off x="5273041"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7620BDF-DEE5-4359-9427-F80C2D3B2F2A}"/>
                </a:ext>
              </a:extLst>
            </p:cNvPr>
            <p:cNvCxnSpPr/>
            <p:nvPr/>
          </p:nvCxnSpPr>
          <p:spPr>
            <a:xfrm>
              <a:off x="5364485" y="4447203"/>
              <a:ext cx="0" cy="112083"/>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09FFEF8-C551-442A-BFBE-82B27BAA70D4}"/>
                </a:ext>
              </a:extLst>
            </p:cNvPr>
            <p:cNvCxnSpPr/>
            <p:nvPr/>
          </p:nvCxnSpPr>
          <p:spPr>
            <a:xfrm>
              <a:off x="5455924"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30E7191-0FEE-4B6B-AAE0-7E6505AAFF96}"/>
                </a:ext>
              </a:extLst>
            </p:cNvPr>
            <p:cNvCxnSpPr/>
            <p:nvPr/>
          </p:nvCxnSpPr>
          <p:spPr>
            <a:xfrm>
              <a:off x="5547364" y="4391160"/>
              <a:ext cx="0" cy="168126"/>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0B20760-2C74-490B-8779-0A3CEC331376}"/>
                </a:ext>
              </a:extLst>
            </p:cNvPr>
            <p:cNvCxnSpPr/>
            <p:nvPr/>
          </p:nvCxnSpPr>
          <p:spPr>
            <a:xfrm>
              <a:off x="5638804"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2C7CD8C-10E9-4C4D-AF46-8EAA7E7B84D7}"/>
                </a:ext>
              </a:extLst>
            </p:cNvPr>
            <p:cNvCxnSpPr/>
            <p:nvPr/>
          </p:nvCxnSpPr>
          <p:spPr>
            <a:xfrm>
              <a:off x="5730244" y="4447203"/>
              <a:ext cx="0" cy="112083"/>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A9DBD41-B998-4B1C-A2AD-746277984ECF}"/>
                </a:ext>
              </a:extLst>
            </p:cNvPr>
            <p:cNvCxnSpPr/>
            <p:nvPr/>
          </p:nvCxnSpPr>
          <p:spPr>
            <a:xfrm>
              <a:off x="5821684"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0011DFB-F9A6-4F90-A169-06A40F2D4491}"/>
                </a:ext>
              </a:extLst>
            </p:cNvPr>
            <p:cNvCxnSpPr/>
            <p:nvPr/>
          </p:nvCxnSpPr>
          <p:spPr>
            <a:xfrm>
              <a:off x="5913123" y="4391160"/>
              <a:ext cx="0" cy="168126"/>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FCB742D-4AAE-446A-95AF-D86CE705B38D}"/>
                </a:ext>
              </a:extLst>
            </p:cNvPr>
            <p:cNvCxnSpPr/>
            <p:nvPr/>
          </p:nvCxnSpPr>
          <p:spPr>
            <a:xfrm>
              <a:off x="6004563"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3622024-A6FB-4862-AAA9-378E17CB2F65}"/>
                </a:ext>
              </a:extLst>
            </p:cNvPr>
            <p:cNvCxnSpPr/>
            <p:nvPr/>
          </p:nvCxnSpPr>
          <p:spPr>
            <a:xfrm>
              <a:off x="6187443"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DDF8BE4-F228-4207-9F16-38714201F036}"/>
                </a:ext>
              </a:extLst>
            </p:cNvPr>
            <p:cNvCxnSpPr/>
            <p:nvPr/>
          </p:nvCxnSpPr>
          <p:spPr>
            <a:xfrm>
              <a:off x="6278882" y="4391160"/>
              <a:ext cx="0" cy="168126"/>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F0D7718-987E-4A31-88D8-257BD9D16439}"/>
                </a:ext>
              </a:extLst>
            </p:cNvPr>
            <p:cNvCxnSpPr/>
            <p:nvPr/>
          </p:nvCxnSpPr>
          <p:spPr>
            <a:xfrm>
              <a:off x="6370322"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1895AC8-2DE9-4C57-9175-D6619461AA6A}"/>
                </a:ext>
              </a:extLst>
            </p:cNvPr>
            <p:cNvCxnSpPr/>
            <p:nvPr/>
          </p:nvCxnSpPr>
          <p:spPr>
            <a:xfrm>
              <a:off x="6461762" y="4447203"/>
              <a:ext cx="0" cy="112083"/>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15B7B8D-36D9-46DB-BDD6-8D7FCA31766A}"/>
                </a:ext>
              </a:extLst>
            </p:cNvPr>
            <p:cNvCxnSpPr/>
            <p:nvPr/>
          </p:nvCxnSpPr>
          <p:spPr>
            <a:xfrm>
              <a:off x="6553202"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81AF8FD-CBB7-47C3-92D4-68F412B850C3}"/>
                </a:ext>
              </a:extLst>
            </p:cNvPr>
            <p:cNvCxnSpPr/>
            <p:nvPr/>
          </p:nvCxnSpPr>
          <p:spPr>
            <a:xfrm>
              <a:off x="6644642" y="4391160"/>
              <a:ext cx="0" cy="168126"/>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75397F3-9A79-4A57-9C34-2D06B47E2F34}"/>
                </a:ext>
              </a:extLst>
            </p:cNvPr>
            <p:cNvCxnSpPr/>
            <p:nvPr/>
          </p:nvCxnSpPr>
          <p:spPr>
            <a:xfrm>
              <a:off x="6736081"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17F042D-D6EC-49C7-8409-4FB587063A25}"/>
                </a:ext>
              </a:extLst>
            </p:cNvPr>
            <p:cNvCxnSpPr/>
            <p:nvPr/>
          </p:nvCxnSpPr>
          <p:spPr>
            <a:xfrm>
              <a:off x="6827521" y="4447203"/>
              <a:ext cx="0" cy="112083"/>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F47560C-6D83-4B1E-A656-E798CCE71DB3}"/>
                </a:ext>
              </a:extLst>
            </p:cNvPr>
            <p:cNvCxnSpPr/>
            <p:nvPr/>
          </p:nvCxnSpPr>
          <p:spPr>
            <a:xfrm>
              <a:off x="6918961" y="4503244"/>
              <a:ext cx="0" cy="56042"/>
            </a:xfrm>
            <a:prstGeom prst="line">
              <a:avLst/>
            </a:prstGeom>
            <a:ln w="12700" cap="flat">
              <a:solidFill>
                <a:schemeClr val="accent1"/>
              </a:solidFill>
              <a:miter lim="800000"/>
            </a:ln>
          </p:spPr>
          <p:style>
            <a:lnRef idx="1">
              <a:schemeClr val="accent1"/>
            </a:lnRef>
            <a:fillRef idx="0">
              <a:schemeClr val="accent1"/>
            </a:fillRef>
            <a:effectRef idx="0">
              <a:schemeClr val="accent1"/>
            </a:effectRef>
            <a:fontRef idx="minor">
              <a:schemeClr val="tx1"/>
            </a:fontRef>
          </p:style>
        </p:cxnSp>
      </p:grpSp>
      <p:sp>
        <p:nvSpPr>
          <p:cNvPr id="33" name="Speaker Name">
            <a:extLst>
              <a:ext uri="{FF2B5EF4-FFF2-40B4-BE49-F238E27FC236}">
                <a16:creationId xmlns:a16="http://schemas.microsoft.com/office/drawing/2014/main" id="{0D03EEEE-B07B-48F4-B55F-C322BA4FCCF0}"/>
              </a:ext>
            </a:extLst>
          </p:cNvPr>
          <p:cNvSpPr>
            <a:spLocks noGrp="1"/>
          </p:cNvSpPr>
          <p:nvPr>
            <p:ph type="body" sz="quarter" idx="17" hasCustomPrompt="1"/>
          </p:nvPr>
        </p:nvSpPr>
        <p:spPr>
          <a:xfrm>
            <a:off x="3329295" y="2953512"/>
            <a:ext cx="4020340" cy="402336"/>
          </a:xfrm>
          <a:noFill/>
          <a:ln w="19050">
            <a:solidFill>
              <a:schemeClr val="tx1">
                <a:lumMod val="75000"/>
                <a:lumOff val="25000"/>
              </a:schemeClr>
            </a:solidFill>
            <a:miter lim="800000"/>
          </a:ln>
        </p:spPr>
        <p:txBody>
          <a:bodyPr vert="horz" wrap="square" lIns="182880" tIns="0" rIns="182880" bIns="0" rtlCol="0" anchor="ctr">
            <a:noAutofit/>
          </a:bodyPr>
          <a:lstStyle>
            <a:lvl1pPr marL="0" indent="0">
              <a:buFont typeface="Arial" panose="020B0604020202020204" pitchFamily="34" charset="0"/>
              <a:buNone/>
              <a:defRPr lang="en-US" sz="1600" b="0" i="1" cap="none" spc="60" baseline="0" dirty="0">
                <a:solidFill>
                  <a:schemeClr val="tx1">
                    <a:lumMod val="85000"/>
                    <a:lumOff val="15000"/>
                  </a:schemeClr>
                </a:solidFill>
                <a:latin typeface="+mj-lt"/>
                <a:ea typeface="+mj-ea"/>
                <a:cs typeface="+mj-cs"/>
              </a:defRPr>
            </a:lvl1pPr>
          </a:lstStyle>
          <a:p>
            <a:pPr marL="182880" lvl="0" indent="-182880">
              <a:spcBef>
                <a:spcPct val="0"/>
              </a:spcBef>
            </a:pPr>
            <a:r>
              <a:rPr lang="en-US"/>
              <a:t>Speaker Name</a:t>
            </a:r>
          </a:p>
        </p:txBody>
      </p:sp>
      <p:sp>
        <p:nvSpPr>
          <p:cNvPr id="58" name="Text Placeholder 128">
            <a:extLst>
              <a:ext uri="{FF2B5EF4-FFF2-40B4-BE49-F238E27FC236}">
                <a16:creationId xmlns:a16="http://schemas.microsoft.com/office/drawing/2014/main" id="{02F3F674-6E3E-4B4F-A461-192B2E1A3EA4}"/>
              </a:ext>
            </a:extLst>
          </p:cNvPr>
          <p:cNvSpPr>
            <a:spLocks noGrp="1"/>
          </p:cNvSpPr>
          <p:nvPr>
            <p:ph type="body" sz="quarter" idx="18" hasCustomPrompt="1"/>
          </p:nvPr>
        </p:nvSpPr>
        <p:spPr>
          <a:xfrm>
            <a:off x="7349638" y="2953512"/>
            <a:ext cx="1513062" cy="402336"/>
          </a:xfrm>
          <a:solidFill>
            <a:schemeClr val="tx1">
              <a:lumMod val="85000"/>
              <a:lumOff val="15000"/>
            </a:schemeClr>
          </a:solidFill>
          <a:ln w="19050">
            <a:solidFill>
              <a:schemeClr val="tx1">
                <a:lumMod val="75000"/>
                <a:lumOff val="25000"/>
              </a:schemeClr>
            </a:solidFill>
            <a:miter lim="800000"/>
          </a:ln>
        </p:spPr>
        <p:txBody>
          <a:bodyPr vert="horz" wrap="square" lIns="0" tIns="0" rIns="0" bIns="0" rtlCol="0" anchor="ctr">
            <a:noAutofit/>
          </a:bodyPr>
          <a:lstStyle>
            <a:lvl1pPr marL="0" indent="0" algn="ctr">
              <a:buFont typeface="Arial" panose="020B0604020202020204" pitchFamily="34" charset="0"/>
              <a:buNone/>
              <a:defRPr lang="en-US" sz="1600" b="1" i="1" cap="all" spc="60" baseline="0" dirty="0">
                <a:solidFill>
                  <a:schemeClr val="bg1"/>
                </a:solidFill>
                <a:latin typeface="+mj-lt"/>
                <a:ea typeface="+mj-ea"/>
                <a:cs typeface="+mj-cs"/>
              </a:defRPr>
            </a:lvl1pPr>
          </a:lstStyle>
          <a:p>
            <a:pPr marL="182880" lvl="0" indent="-182880" algn="ctr">
              <a:spcBef>
                <a:spcPct val="0"/>
              </a:spcBef>
            </a:pPr>
            <a:r>
              <a:rPr lang="en-US"/>
              <a:t>YYYY.MM.DD</a:t>
            </a:r>
          </a:p>
        </p:txBody>
      </p:sp>
      <p:sp>
        <p:nvSpPr>
          <p:cNvPr id="59" name="Speaker Title">
            <a:extLst>
              <a:ext uri="{FF2B5EF4-FFF2-40B4-BE49-F238E27FC236}">
                <a16:creationId xmlns:a16="http://schemas.microsoft.com/office/drawing/2014/main" id="{058F1415-E1D6-47DA-A185-76C3FC2257D8}"/>
              </a:ext>
            </a:extLst>
          </p:cNvPr>
          <p:cNvSpPr>
            <a:spLocks noGrp="1"/>
          </p:cNvSpPr>
          <p:nvPr>
            <p:ph type="body" sz="quarter" idx="19" hasCustomPrompt="1"/>
          </p:nvPr>
        </p:nvSpPr>
        <p:spPr>
          <a:xfrm>
            <a:off x="3329295" y="3355848"/>
            <a:ext cx="5533405" cy="402336"/>
          </a:xfrm>
          <a:noFill/>
          <a:ln w="19050">
            <a:solidFill>
              <a:schemeClr val="tx1">
                <a:lumMod val="75000"/>
                <a:lumOff val="25000"/>
              </a:schemeClr>
            </a:solidFill>
            <a:miter lim="800000"/>
          </a:ln>
        </p:spPr>
        <p:txBody>
          <a:bodyPr vert="horz" wrap="square" lIns="182880" tIns="0" rIns="182880" bIns="0" rtlCol="0" anchor="ctr">
            <a:noAutofit/>
          </a:bodyPr>
          <a:lstStyle>
            <a:lvl1pPr marL="0" indent="0">
              <a:buFont typeface="Arial" panose="020B0604020202020204" pitchFamily="34" charset="0"/>
              <a:buNone/>
              <a:defRPr lang="en-US" sz="1600" b="0" i="1" cap="none" spc="60" baseline="0" dirty="0">
                <a:solidFill>
                  <a:schemeClr val="tx1">
                    <a:lumMod val="75000"/>
                    <a:lumOff val="25000"/>
                  </a:schemeClr>
                </a:solidFill>
                <a:latin typeface="+mj-lt"/>
                <a:ea typeface="+mj-ea"/>
                <a:cs typeface="+mj-cs"/>
              </a:defRPr>
            </a:lvl1pPr>
          </a:lstStyle>
          <a:p>
            <a:pPr marL="182880" lvl="0" indent="-182880">
              <a:spcBef>
                <a:spcPct val="0"/>
              </a:spcBef>
            </a:pPr>
            <a:r>
              <a:rPr lang="en-US"/>
              <a:t>Speaker Title / Company Name</a:t>
            </a:r>
          </a:p>
        </p:txBody>
      </p:sp>
      <p:sp>
        <p:nvSpPr>
          <p:cNvPr id="11" name="Subtitle">
            <a:extLst>
              <a:ext uri="{FF2B5EF4-FFF2-40B4-BE49-F238E27FC236}">
                <a16:creationId xmlns:a16="http://schemas.microsoft.com/office/drawing/2014/main" id="{5B3A83E2-FA5C-4BC9-8B76-2DE81BEB6132}"/>
              </a:ext>
            </a:extLst>
          </p:cNvPr>
          <p:cNvSpPr>
            <a:spLocks noGrp="1"/>
          </p:cNvSpPr>
          <p:nvPr>
            <p:ph type="body" sz="quarter" idx="13" hasCustomPrompt="1"/>
          </p:nvPr>
        </p:nvSpPr>
        <p:spPr bwMode="ltGray">
          <a:xfrm>
            <a:off x="3329295" y="2440333"/>
            <a:ext cx="5533406" cy="393954"/>
          </a:xfrm>
          <a:gradFill>
            <a:gsLst>
              <a:gs pos="0">
                <a:schemeClr val="accent1"/>
              </a:gs>
              <a:gs pos="100000">
                <a:schemeClr val="accent1">
                  <a:lumMod val="50000"/>
                </a:schemeClr>
              </a:gs>
            </a:gsLst>
            <a:lin ang="5400000" scaled="1"/>
          </a:gradFill>
        </p:spPr>
        <p:txBody>
          <a:bodyPr vert="horz" lIns="137160" tIns="73152" rIns="137160" bIns="73152" rtlCol="0" anchor="ctr">
            <a:spAutoFit/>
          </a:bodyPr>
          <a:lstStyle>
            <a:lvl1pPr marL="0" indent="0" algn="ctr">
              <a:buNone/>
              <a:defRPr lang="en-US" sz="1600" b="1" cap="all" spc="300" baseline="0" dirty="0">
                <a:solidFill>
                  <a:schemeClr val="bg1"/>
                </a:solidFill>
              </a:defRPr>
            </a:lvl1pPr>
          </a:lstStyle>
          <a:p>
            <a:pPr marL="182880" lvl="0" indent="-182880"/>
            <a:r>
              <a:rPr lang="en-US"/>
              <a:t>subtitle</a:t>
            </a:r>
          </a:p>
        </p:txBody>
      </p:sp>
      <p:sp>
        <p:nvSpPr>
          <p:cNvPr id="2" name="Title">
            <a:extLst>
              <a:ext uri="{FF2B5EF4-FFF2-40B4-BE49-F238E27FC236}">
                <a16:creationId xmlns:a16="http://schemas.microsoft.com/office/drawing/2014/main" id="{14F1EC20-D177-4F9A-AF02-5ABB483C640C}"/>
              </a:ext>
            </a:extLst>
          </p:cNvPr>
          <p:cNvSpPr>
            <a:spLocks noGrp="1"/>
          </p:cNvSpPr>
          <p:nvPr>
            <p:ph type="title" hasCustomPrompt="1"/>
          </p:nvPr>
        </p:nvSpPr>
        <p:spPr>
          <a:xfrm>
            <a:off x="1409700" y="935570"/>
            <a:ext cx="9372600" cy="1335024"/>
          </a:xfrm>
        </p:spPr>
        <p:txBody>
          <a:bodyPr anchor="b"/>
          <a:lstStyle>
            <a:lvl1pPr algn="ctr">
              <a:lnSpc>
                <a:spcPct val="90000"/>
              </a:lnSpc>
              <a:defRPr sz="4400"/>
            </a:lvl1pPr>
          </a:lstStyle>
          <a:p>
            <a:r>
              <a:rPr lang="en-US"/>
              <a:t>Title Slide</a:t>
            </a:r>
            <a:br>
              <a:rPr lang="en-US"/>
            </a:br>
            <a:r>
              <a:rPr lang="en-US"/>
              <a:t>with Subtitle Layout</a:t>
            </a:r>
          </a:p>
        </p:txBody>
      </p:sp>
      <p:sp>
        <p:nvSpPr>
          <p:cNvPr id="3" name="Rectangle 2">
            <a:extLst>
              <a:ext uri="{FF2B5EF4-FFF2-40B4-BE49-F238E27FC236}">
                <a16:creationId xmlns:a16="http://schemas.microsoft.com/office/drawing/2014/main" id="{0F0DA467-6522-4105-A238-D69A42AC0280}"/>
              </a:ext>
            </a:extLst>
          </p:cNvPr>
          <p:cNvSpPr/>
          <p:nvPr userDrawn="1"/>
        </p:nvSpPr>
        <p:spPr>
          <a:xfrm>
            <a:off x="0" y="0"/>
            <a:ext cx="12192000" cy="141619"/>
          </a:xfrm>
          <a:prstGeom prst="rect">
            <a:avLst/>
          </a:prstGeom>
          <a:gradFill flip="none" rotWithShape="1">
            <a:gsLst>
              <a:gs pos="0">
                <a:schemeClr val="accent1"/>
              </a:gs>
              <a:gs pos="100000">
                <a:schemeClr val="accent1">
                  <a:lumMod val="50000"/>
                </a:schemeClr>
              </a:gs>
            </a:gsLst>
            <a:path path="circle">
              <a:fillToRect l="50000" t="50000" r="50000" b="50000"/>
            </a:path>
            <a:tileRect/>
          </a:gradFill>
        </p:spPr>
        <p:txBody>
          <a:bodyPr vert="horz" lIns="137160" tIns="73152" rIns="137160" bIns="73152" rtlCol="0" anchor="ctr">
            <a:noAutofit/>
          </a:bodyPr>
          <a:lstStyle/>
          <a:p>
            <a:pPr marL="182880" lvl="0" indent="-182880" algn="ctr" defTabSz="914400">
              <a:lnSpc>
                <a:spcPct val="100000"/>
              </a:lnSpc>
              <a:spcBef>
                <a:spcPts val="1000"/>
              </a:spcBef>
              <a:buClr>
                <a:schemeClr val="accent1"/>
              </a:buClr>
              <a:buFont typeface="Arial" panose="020B0604020202020204" pitchFamily="34" charset="0"/>
              <a:buNone/>
            </a:pPr>
            <a:endParaRPr lang="en-US" sz="1600" b="1" cap="all" spc="300" baseline="0" err="1">
              <a:solidFill>
                <a:schemeClr val="bg1"/>
              </a:solidFill>
            </a:endParaRPr>
          </a:p>
        </p:txBody>
      </p:sp>
    </p:spTree>
    <p:extLst>
      <p:ext uri="{BB962C8B-B14F-4D97-AF65-F5344CB8AC3E}">
        <p14:creationId xmlns:p14="http://schemas.microsoft.com/office/powerpoint/2010/main" val="27533489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gue">
    <p:bg>
      <p:bgPr>
        <a:solidFill>
          <a:schemeClr val="bg1"/>
        </a:solidFill>
        <a:effectLst/>
      </p:bgPr>
    </p:bg>
    <p:spTree>
      <p:nvGrpSpPr>
        <p:cNvPr id="1" name=""/>
        <p:cNvGrpSpPr/>
        <p:nvPr/>
      </p:nvGrpSpPr>
      <p:grpSpPr>
        <a:xfrm>
          <a:off x="0" y="0"/>
          <a:ext cx="0" cy="0"/>
          <a:chOff x="0" y="0"/>
          <a:chExt cx="0" cy="0"/>
        </a:xfrm>
      </p:grpSpPr>
      <p:sp>
        <p:nvSpPr>
          <p:cNvPr id="15" name="Texture">
            <a:extLst>
              <a:ext uri="{FF2B5EF4-FFF2-40B4-BE49-F238E27FC236}">
                <a16:creationId xmlns:a16="http://schemas.microsoft.com/office/drawing/2014/main" id="{8069FB3F-2D73-4C3F-A7A8-E6A22F71C3AB}"/>
              </a:ext>
            </a:extLst>
          </p:cNvPr>
          <p:cNvSpPr/>
          <p:nvPr userDrawn="1"/>
        </p:nvSpPr>
        <p:spPr>
          <a:xfrm>
            <a:off x="0" y="0"/>
            <a:ext cx="12192000" cy="6858000"/>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err="1"/>
          </a:p>
        </p:txBody>
      </p:sp>
      <p:pic>
        <p:nvPicPr>
          <p:cNvPr id="14" name="Picture 13">
            <a:extLst>
              <a:ext uri="{FF2B5EF4-FFF2-40B4-BE49-F238E27FC236}">
                <a16:creationId xmlns:a16="http://schemas.microsoft.com/office/drawing/2014/main" id="{4544ECD5-A100-4CBB-BE85-5E2DB9399658}"/>
              </a:ext>
            </a:extLst>
          </p:cNvPr>
          <p:cNvPicPr>
            <a:picLocks noChangeAspect="1"/>
          </p:cNvPicPr>
          <p:nvPr userDrawn="1"/>
        </p:nvPicPr>
        <p:blipFill rotWithShape="1">
          <a:blip r:embed="rId3"/>
          <a:srcRect l="21034" b="37183"/>
          <a:stretch/>
        </p:blipFill>
        <p:spPr>
          <a:xfrm>
            <a:off x="0" y="5372101"/>
            <a:ext cx="2354138" cy="1485900"/>
          </a:xfrm>
          <a:prstGeom prst="rect">
            <a:avLst/>
          </a:prstGeom>
        </p:spPr>
      </p:pic>
      <p:sp>
        <p:nvSpPr>
          <p:cNvPr id="5" name="Subtitle">
            <a:extLst>
              <a:ext uri="{FF2B5EF4-FFF2-40B4-BE49-F238E27FC236}">
                <a16:creationId xmlns:a16="http://schemas.microsoft.com/office/drawing/2014/main" id="{1C588A51-7159-4E94-9856-B64483B8F966}"/>
              </a:ext>
            </a:extLst>
          </p:cNvPr>
          <p:cNvSpPr>
            <a:spLocks noGrp="1"/>
          </p:cNvSpPr>
          <p:nvPr>
            <p:ph type="body" sz="quarter" idx="13" hasCustomPrompt="1"/>
          </p:nvPr>
        </p:nvSpPr>
        <p:spPr bwMode="ltGray">
          <a:xfrm>
            <a:off x="449201" y="4799085"/>
            <a:ext cx="7453790" cy="393954"/>
          </a:xfrm>
          <a:gradFill>
            <a:gsLst>
              <a:gs pos="0">
                <a:schemeClr val="accent1"/>
              </a:gs>
              <a:gs pos="100000">
                <a:schemeClr val="accent1">
                  <a:lumMod val="50000"/>
                </a:schemeClr>
              </a:gs>
            </a:gsLst>
            <a:lin ang="5400000" scaled="1"/>
          </a:gradFill>
        </p:spPr>
        <p:txBody>
          <a:bodyPr vert="horz" lIns="137160" tIns="73152" rIns="137160" bIns="73152" rtlCol="0" anchor="ctr">
            <a:spAutoFit/>
          </a:bodyPr>
          <a:lstStyle>
            <a:lvl1pPr marL="0" indent="0">
              <a:buNone/>
              <a:defRPr lang="en-US" sz="1600" b="1" cap="all" spc="300" baseline="0" dirty="0">
                <a:solidFill>
                  <a:schemeClr val="bg1"/>
                </a:solidFill>
              </a:defRPr>
            </a:lvl1pPr>
          </a:lstStyle>
          <a:p>
            <a:pPr marL="182880" lvl="0" indent="-182880"/>
            <a:r>
              <a:rPr lang="en-US"/>
              <a:t>Subtitle (Delete if not used)</a:t>
            </a:r>
          </a:p>
        </p:txBody>
      </p:sp>
      <p:sp>
        <p:nvSpPr>
          <p:cNvPr id="2" name="Title">
            <a:extLst>
              <a:ext uri="{FF2B5EF4-FFF2-40B4-BE49-F238E27FC236}">
                <a16:creationId xmlns:a16="http://schemas.microsoft.com/office/drawing/2014/main" id="{CDB11C21-4702-4664-8D59-793314F8EA10}"/>
              </a:ext>
            </a:extLst>
          </p:cNvPr>
          <p:cNvSpPr>
            <a:spLocks noGrp="1"/>
          </p:cNvSpPr>
          <p:nvPr>
            <p:ph type="title" hasCustomPrompt="1"/>
          </p:nvPr>
        </p:nvSpPr>
        <p:spPr>
          <a:xfrm>
            <a:off x="449202" y="3528919"/>
            <a:ext cx="9372600" cy="1214393"/>
          </a:xfrm>
        </p:spPr>
        <p:txBody>
          <a:bodyPr anchor="b">
            <a:noAutofit/>
          </a:bodyPr>
          <a:lstStyle>
            <a:lvl1pPr>
              <a:lnSpc>
                <a:spcPct val="100000"/>
              </a:lnSpc>
              <a:defRPr/>
            </a:lvl1pPr>
          </a:lstStyle>
          <a:p>
            <a:r>
              <a:rPr lang="en-US"/>
              <a:t>Segue Layout</a:t>
            </a:r>
          </a:p>
        </p:txBody>
      </p:sp>
      <p:sp>
        <p:nvSpPr>
          <p:cNvPr id="3" name="Footer Placeholder 2">
            <a:extLst>
              <a:ext uri="{FF2B5EF4-FFF2-40B4-BE49-F238E27FC236}">
                <a16:creationId xmlns:a16="http://schemas.microsoft.com/office/drawing/2014/main" id="{72052D0D-2EA4-4CCE-90FA-A02A78C35856}"/>
              </a:ext>
            </a:extLst>
          </p:cNvPr>
          <p:cNvSpPr>
            <a:spLocks noGrp="1"/>
          </p:cNvSpPr>
          <p:nvPr>
            <p:ph type="ftr" sz="quarter" idx="14"/>
          </p:nvPr>
        </p:nvSpPr>
        <p:spPr/>
        <p:txBody>
          <a:bodyPr/>
          <a:lstStyle/>
          <a:p>
            <a:endParaRPr lang="en-US"/>
          </a:p>
        </p:txBody>
      </p:sp>
      <p:sp>
        <p:nvSpPr>
          <p:cNvPr id="17" name="Slide Number">
            <a:extLst>
              <a:ext uri="{FF2B5EF4-FFF2-40B4-BE49-F238E27FC236}">
                <a16:creationId xmlns:a16="http://schemas.microsoft.com/office/drawing/2014/main" id="{C761C9BF-9222-4B2A-A19A-B5A2710D93B3}"/>
              </a:ext>
            </a:extLst>
          </p:cNvPr>
          <p:cNvSpPr txBox="1">
            <a:spLocks/>
          </p:cNvSpPr>
          <p:nvPr userDrawn="1"/>
        </p:nvSpPr>
        <p:spPr bwMode="gray">
          <a:xfrm>
            <a:off x="11006977" y="6447297"/>
            <a:ext cx="735822" cy="153888"/>
          </a:xfrm>
          <a:prstGeom prst="rect">
            <a:avLst/>
          </a:prstGeom>
        </p:spPr>
        <p:txBody>
          <a:bodyPr vert="horz" wrap="square" lIns="0" tIns="0" rIns="0" bIns="0" rtlCol="0" anchor="ctr">
            <a:noAutofit/>
          </a:bodyPr>
          <a:lstStyle>
            <a:defPPr>
              <a:defRPr lang="en-US"/>
            </a:defPPr>
            <a:lvl1pPr marL="0" algn="r" defTabSz="457200" rtl="0" eaLnBrk="1" latinLnBrk="0" hangingPunct="1">
              <a:defRPr sz="1000" kern="1200">
                <a:solidFill>
                  <a:schemeClr val="bg1">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862D98-B5C3-4BE4-8A34-4F5B36AB20BC}" type="slidenum">
              <a:rPr lang="en-US" smtClean="0">
                <a:solidFill>
                  <a:schemeClr val="bg1">
                    <a:lumMod val="65000"/>
                  </a:schemeClr>
                </a:solidFill>
              </a:rPr>
              <a:pPr/>
              <a:t>‹#›</a:t>
            </a:fld>
            <a:endParaRPr lang="en-US">
              <a:solidFill>
                <a:schemeClr val="bg1">
                  <a:lumMod val="65000"/>
                </a:schemeClr>
              </a:solidFill>
            </a:endParaRPr>
          </a:p>
        </p:txBody>
      </p:sp>
      <p:grpSp>
        <p:nvGrpSpPr>
          <p:cNvPr id="18" name="Logo">
            <a:extLst>
              <a:ext uri="{FF2B5EF4-FFF2-40B4-BE49-F238E27FC236}">
                <a16:creationId xmlns:a16="http://schemas.microsoft.com/office/drawing/2014/main" id="{507CC42B-659C-4CD4-9F20-358BBD7B0A6B}"/>
              </a:ext>
            </a:extLst>
          </p:cNvPr>
          <p:cNvGrpSpPr>
            <a:grpSpLocks noChangeAspect="1"/>
          </p:cNvGrpSpPr>
          <p:nvPr userDrawn="1"/>
        </p:nvGrpSpPr>
        <p:grpSpPr bwMode="black">
          <a:xfrm>
            <a:off x="428653" y="6447297"/>
            <a:ext cx="914400" cy="214552"/>
            <a:chOff x="1231901" y="5359401"/>
            <a:chExt cx="11210925" cy="2630487"/>
          </a:xfrm>
        </p:grpSpPr>
        <p:sp>
          <p:nvSpPr>
            <p:cNvPr id="19" name="Freeform 5">
              <a:extLst>
                <a:ext uri="{FF2B5EF4-FFF2-40B4-BE49-F238E27FC236}">
                  <a16:creationId xmlns:a16="http://schemas.microsoft.com/office/drawing/2014/main" id="{648801B8-52B3-47AC-9853-2375E256E3A9}"/>
                </a:ext>
              </a:extLst>
            </p:cNvPr>
            <p:cNvSpPr>
              <a:spLocks noEditPoints="1"/>
            </p:cNvSpPr>
            <p:nvPr userDrawn="1"/>
          </p:nvSpPr>
          <p:spPr bwMode="black">
            <a:xfrm>
              <a:off x="5105401" y="5586413"/>
              <a:ext cx="7337425" cy="2147887"/>
            </a:xfrm>
            <a:custGeom>
              <a:avLst/>
              <a:gdLst>
                <a:gd name="T0" fmla="*/ 0 w 3931"/>
                <a:gd name="T1" fmla="*/ 803 h 1148"/>
                <a:gd name="T2" fmla="*/ 552 w 3931"/>
                <a:gd name="T3" fmla="*/ 1142 h 1148"/>
                <a:gd name="T4" fmla="*/ 388 w 3931"/>
                <a:gd name="T5" fmla="*/ 853 h 1148"/>
                <a:gd name="T6" fmla="*/ 388 w 3931"/>
                <a:gd name="T7" fmla="*/ 1092 h 1148"/>
                <a:gd name="T8" fmla="*/ 620 w 3931"/>
                <a:gd name="T9" fmla="*/ 974 h 1148"/>
                <a:gd name="T10" fmla="*/ 887 w 3931"/>
                <a:gd name="T11" fmla="*/ 900 h 1148"/>
                <a:gd name="T12" fmla="*/ 701 w 3931"/>
                <a:gd name="T13" fmla="*/ 877 h 1148"/>
                <a:gd name="T14" fmla="*/ 828 w 3931"/>
                <a:gd name="T15" fmla="*/ 1048 h 1148"/>
                <a:gd name="T16" fmla="*/ 762 w 3931"/>
                <a:gd name="T17" fmla="*/ 1148 h 1148"/>
                <a:gd name="T18" fmla="*/ 1018 w 3931"/>
                <a:gd name="T19" fmla="*/ 1142 h 1148"/>
                <a:gd name="T20" fmla="*/ 1169 w 3931"/>
                <a:gd name="T21" fmla="*/ 943 h 1148"/>
                <a:gd name="T22" fmla="*/ 1533 w 3931"/>
                <a:gd name="T23" fmla="*/ 1142 h 1148"/>
                <a:gd name="T24" fmla="*/ 1327 w 3931"/>
                <a:gd name="T25" fmla="*/ 803 h 1148"/>
                <a:gd name="T26" fmla="*/ 1596 w 3931"/>
                <a:gd name="T27" fmla="*/ 1142 h 1148"/>
                <a:gd name="T28" fmla="*/ 1719 w 3931"/>
                <a:gd name="T29" fmla="*/ 844 h 1148"/>
                <a:gd name="T30" fmla="*/ 1834 w 3931"/>
                <a:gd name="T31" fmla="*/ 1148 h 1148"/>
                <a:gd name="T32" fmla="*/ 1833 w 3931"/>
                <a:gd name="T33" fmla="*/ 1099 h 1148"/>
                <a:gd name="T34" fmla="*/ 2274 w 3931"/>
                <a:gd name="T35" fmla="*/ 1142 h 1148"/>
                <a:gd name="T36" fmla="*/ 2274 w 3931"/>
                <a:gd name="T37" fmla="*/ 1092 h 1148"/>
                <a:gd name="T38" fmla="*/ 2360 w 3931"/>
                <a:gd name="T39" fmla="*/ 844 h 1148"/>
                <a:gd name="T40" fmla="*/ 2475 w 3931"/>
                <a:gd name="T41" fmla="*/ 1148 h 1148"/>
                <a:gd name="T42" fmla="*/ 2475 w 3931"/>
                <a:gd name="T43" fmla="*/ 1099 h 1148"/>
                <a:gd name="T44" fmla="*/ 2862 w 3931"/>
                <a:gd name="T45" fmla="*/ 1148 h 1148"/>
                <a:gd name="T46" fmla="*/ 2949 w 3931"/>
                <a:gd name="T47" fmla="*/ 822 h 1148"/>
                <a:gd name="T48" fmla="*/ 2905 w 3931"/>
                <a:gd name="T49" fmla="*/ 856 h 1148"/>
                <a:gd name="T50" fmla="*/ 2864 w 3931"/>
                <a:gd name="T51" fmla="*/ 1101 h 1148"/>
                <a:gd name="T52" fmla="*/ 2857 w 3931"/>
                <a:gd name="T53" fmla="*/ 955 h 1148"/>
                <a:gd name="T54" fmla="*/ 2862 w 3931"/>
                <a:gd name="T55" fmla="*/ 1148 h 1148"/>
                <a:gd name="T56" fmla="*/ 3139 w 3931"/>
                <a:gd name="T57" fmla="*/ 1142 h 1148"/>
                <a:gd name="T58" fmla="*/ 3458 w 3931"/>
                <a:gd name="T59" fmla="*/ 853 h 1148"/>
                <a:gd name="T60" fmla="*/ 3298 w 3931"/>
                <a:gd name="T61" fmla="*/ 991 h 1148"/>
                <a:gd name="T62" fmla="*/ 3562 w 3931"/>
                <a:gd name="T63" fmla="*/ 1123 h 1148"/>
                <a:gd name="T64" fmla="*/ 3606 w 3931"/>
                <a:gd name="T65" fmla="*/ 1084 h 1148"/>
                <a:gd name="T66" fmla="*/ 3647 w 3931"/>
                <a:gd name="T67" fmla="*/ 991 h 1148"/>
                <a:gd name="T68" fmla="*/ 3569 w 3931"/>
                <a:gd name="T69" fmla="*/ 824 h 1148"/>
                <a:gd name="T70" fmla="*/ 3724 w 3931"/>
                <a:gd name="T71" fmla="*/ 895 h 1148"/>
                <a:gd name="T72" fmla="*/ 3591 w 3931"/>
                <a:gd name="T73" fmla="*/ 893 h 1148"/>
                <a:gd name="T74" fmla="*/ 3754 w 3931"/>
                <a:gd name="T75" fmla="*/ 1120 h 1148"/>
                <a:gd name="T76" fmla="*/ 152 w 3931"/>
                <a:gd name="T77" fmla="*/ 268 h 1148"/>
                <a:gd name="T78" fmla="*/ 361 w 3931"/>
                <a:gd name="T79" fmla="*/ 605 h 1148"/>
                <a:gd name="T80" fmla="*/ 553 w 3931"/>
                <a:gd name="T81" fmla="*/ 11 h 1148"/>
                <a:gd name="T82" fmla="*/ 931 w 3931"/>
                <a:gd name="T83" fmla="*/ 249 h 1148"/>
                <a:gd name="T84" fmla="*/ 957 w 3931"/>
                <a:gd name="T85" fmla="*/ 605 h 1148"/>
                <a:gd name="T86" fmla="*/ 1123 w 3931"/>
                <a:gd name="T87" fmla="*/ 11 h 1148"/>
                <a:gd name="T88" fmla="*/ 1317 w 3931"/>
                <a:gd name="T89" fmla="*/ 605 h 1148"/>
                <a:gd name="T90" fmla="*/ 1746 w 3931"/>
                <a:gd name="T91" fmla="*/ 531 h 1148"/>
                <a:gd name="T92" fmla="*/ 1687 w 3931"/>
                <a:gd name="T93" fmla="*/ 337 h 1148"/>
                <a:gd name="T94" fmla="*/ 1749 w 3931"/>
                <a:gd name="T95" fmla="*/ 0 h 1148"/>
                <a:gd name="T96" fmla="*/ 1813 w 3931"/>
                <a:gd name="T97" fmla="*/ 106 h 1148"/>
                <a:gd name="T98" fmla="*/ 1797 w 3931"/>
                <a:gd name="T99" fmla="*/ 262 h 1148"/>
                <a:gd name="T100" fmla="*/ 1563 w 3931"/>
                <a:gd name="T101" fmla="*/ 567 h 1148"/>
                <a:gd name="T102" fmla="*/ 2188 w 3931"/>
                <a:gd name="T103" fmla="*/ 605 h 1148"/>
                <a:gd name="T104" fmla="*/ 2711 w 3931"/>
                <a:gd name="T105" fmla="*/ 603 h 1148"/>
                <a:gd name="T106" fmla="*/ 2582 w 3931"/>
                <a:gd name="T107" fmla="*/ 1 h 1148"/>
                <a:gd name="T108" fmla="*/ 2664 w 3931"/>
                <a:gd name="T109" fmla="*/ 111 h 1148"/>
                <a:gd name="T110" fmla="*/ 2595 w 3931"/>
                <a:gd name="T111" fmla="*/ 525 h 1148"/>
                <a:gd name="T112" fmla="*/ 2579 w 3931"/>
                <a:gd name="T113" fmla="*/ 288 h 1148"/>
                <a:gd name="T114" fmla="*/ 3048 w 3931"/>
                <a:gd name="T115" fmla="*/ 248 h 1148"/>
                <a:gd name="T116" fmla="*/ 3273 w 3931"/>
                <a:gd name="T117" fmla="*/ 605 h 1148"/>
                <a:gd name="T118" fmla="*/ 3628 w 3931"/>
                <a:gd name="T119" fmla="*/ 605 h 1148"/>
                <a:gd name="T120" fmla="*/ 3931 w 3931"/>
                <a:gd name="T121" fmla="*/ 107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1" h="1148">
                  <a:moveTo>
                    <a:pt x="163" y="1142"/>
                  </a:moveTo>
                  <a:cubicBezTo>
                    <a:pt x="109" y="1142"/>
                    <a:pt x="109" y="1142"/>
                    <a:pt x="109" y="1142"/>
                  </a:cubicBezTo>
                  <a:cubicBezTo>
                    <a:pt x="109" y="853"/>
                    <a:pt x="109" y="853"/>
                    <a:pt x="109" y="853"/>
                  </a:cubicBezTo>
                  <a:cubicBezTo>
                    <a:pt x="0" y="853"/>
                    <a:pt x="0" y="853"/>
                    <a:pt x="0" y="853"/>
                  </a:cubicBezTo>
                  <a:cubicBezTo>
                    <a:pt x="0" y="803"/>
                    <a:pt x="0" y="803"/>
                    <a:pt x="0" y="803"/>
                  </a:cubicBezTo>
                  <a:cubicBezTo>
                    <a:pt x="273" y="803"/>
                    <a:pt x="273" y="803"/>
                    <a:pt x="273" y="803"/>
                  </a:cubicBezTo>
                  <a:cubicBezTo>
                    <a:pt x="273" y="853"/>
                    <a:pt x="273" y="853"/>
                    <a:pt x="273" y="853"/>
                  </a:cubicBezTo>
                  <a:cubicBezTo>
                    <a:pt x="163" y="853"/>
                    <a:pt x="163" y="853"/>
                    <a:pt x="163" y="853"/>
                  </a:cubicBezTo>
                  <a:lnTo>
                    <a:pt x="163" y="1142"/>
                  </a:lnTo>
                  <a:close/>
                  <a:moveTo>
                    <a:pt x="552" y="1142"/>
                  </a:moveTo>
                  <a:cubicBezTo>
                    <a:pt x="334" y="1142"/>
                    <a:pt x="334" y="1142"/>
                    <a:pt x="334" y="1142"/>
                  </a:cubicBezTo>
                  <a:cubicBezTo>
                    <a:pt x="334" y="803"/>
                    <a:pt x="334" y="803"/>
                    <a:pt x="334" y="803"/>
                  </a:cubicBezTo>
                  <a:cubicBezTo>
                    <a:pt x="548" y="803"/>
                    <a:pt x="548" y="803"/>
                    <a:pt x="548" y="803"/>
                  </a:cubicBezTo>
                  <a:cubicBezTo>
                    <a:pt x="548" y="853"/>
                    <a:pt x="548" y="853"/>
                    <a:pt x="548" y="853"/>
                  </a:cubicBezTo>
                  <a:cubicBezTo>
                    <a:pt x="388" y="853"/>
                    <a:pt x="388" y="853"/>
                    <a:pt x="388" y="853"/>
                  </a:cubicBezTo>
                  <a:cubicBezTo>
                    <a:pt x="388" y="942"/>
                    <a:pt x="388" y="942"/>
                    <a:pt x="388" y="942"/>
                  </a:cubicBezTo>
                  <a:cubicBezTo>
                    <a:pt x="541" y="942"/>
                    <a:pt x="541" y="942"/>
                    <a:pt x="541" y="942"/>
                  </a:cubicBezTo>
                  <a:cubicBezTo>
                    <a:pt x="541" y="991"/>
                    <a:pt x="541" y="991"/>
                    <a:pt x="541" y="991"/>
                  </a:cubicBezTo>
                  <a:cubicBezTo>
                    <a:pt x="388" y="991"/>
                    <a:pt x="388" y="991"/>
                    <a:pt x="388" y="991"/>
                  </a:cubicBezTo>
                  <a:cubicBezTo>
                    <a:pt x="388" y="1092"/>
                    <a:pt x="388" y="1092"/>
                    <a:pt x="388" y="1092"/>
                  </a:cubicBezTo>
                  <a:cubicBezTo>
                    <a:pt x="552" y="1092"/>
                    <a:pt x="552" y="1092"/>
                    <a:pt x="552" y="1092"/>
                  </a:cubicBezTo>
                  <a:lnTo>
                    <a:pt x="552" y="1142"/>
                  </a:lnTo>
                  <a:close/>
                  <a:moveTo>
                    <a:pt x="762" y="1148"/>
                  </a:moveTo>
                  <a:cubicBezTo>
                    <a:pt x="716" y="1148"/>
                    <a:pt x="681" y="1133"/>
                    <a:pt x="656" y="1103"/>
                  </a:cubicBezTo>
                  <a:cubicBezTo>
                    <a:pt x="632" y="1073"/>
                    <a:pt x="620" y="1030"/>
                    <a:pt x="620" y="974"/>
                  </a:cubicBezTo>
                  <a:cubicBezTo>
                    <a:pt x="620" y="919"/>
                    <a:pt x="633" y="875"/>
                    <a:pt x="658" y="845"/>
                  </a:cubicBezTo>
                  <a:cubicBezTo>
                    <a:pt x="683" y="814"/>
                    <a:pt x="719" y="798"/>
                    <a:pt x="766" y="798"/>
                  </a:cubicBezTo>
                  <a:cubicBezTo>
                    <a:pt x="802" y="798"/>
                    <a:pt x="831" y="807"/>
                    <a:pt x="853" y="824"/>
                  </a:cubicBezTo>
                  <a:cubicBezTo>
                    <a:pt x="874" y="841"/>
                    <a:pt x="886" y="865"/>
                    <a:pt x="887" y="894"/>
                  </a:cubicBezTo>
                  <a:cubicBezTo>
                    <a:pt x="887" y="900"/>
                    <a:pt x="887" y="900"/>
                    <a:pt x="887" y="900"/>
                  </a:cubicBezTo>
                  <a:cubicBezTo>
                    <a:pt x="830" y="900"/>
                    <a:pt x="830" y="900"/>
                    <a:pt x="830" y="900"/>
                  </a:cubicBezTo>
                  <a:cubicBezTo>
                    <a:pt x="829" y="895"/>
                    <a:pt x="829" y="895"/>
                    <a:pt x="829" y="895"/>
                  </a:cubicBezTo>
                  <a:cubicBezTo>
                    <a:pt x="828" y="880"/>
                    <a:pt x="822" y="868"/>
                    <a:pt x="810" y="858"/>
                  </a:cubicBezTo>
                  <a:cubicBezTo>
                    <a:pt x="797" y="848"/>
                    <a:pt x="782" y="844"/>
                    <a:pt x="764" y="844"/>
                  </a:cubicBezTo>
                  <a:cubicBezTo>
                    <a:pt x="737" y="844"/>
                    <a:pt x="716" y="854"/>
                    <a:pt x="701" y="877"/>
                  </a:cubicBezTo>
                  <a:cubicBezTo>
                    <a:pt x="686" y="899"/>
                    <a:pt x="678" y="932"/>
                    <a:pt x="678" y="973"/>
                  </a:cubicBezTo>
                  <a:cubicBezTo>
                    <a:pt x="678" y="1014"/>
                    <a:pt x="685" y="1045"/>
                    <a:pt x="700" y="1067"/>
                  </a:cubicBezTo>
                  <a:cubicBezTo>
                    <a:pt x="715" y="1089"/>
                    <a:pt x="735" y="1099"/>
                    <a:pt x="762" y="1099"/>
                  </a:cubicBezTo>
                  <a:cubicBezTo>
                    <a:pt x="782" y="1099"/>
                    <a:pt x="797" y="1095"/>
                    <a:pt x="809" y="1086"/>
                  </a:cubicBezTo>
                  <a:cubicBezTo>
                    <a:pt x="820" y="1076"/>
                    <a:pt x="827" y="1064"/>
                    <a:pt x="828" y="1048"/>
                  </a:cubicBezTo>
                  <a:cubicBezTo>
                    <a:pt x="829" y="1043"/>
                    <a:pt x="829" y="1043"/>
                    <a:pt x="829" y="1043"/>
                  </a:cubicBezTo>
                  <a:cubicBezTo>
                    <a:pt x="888" y="1043"/>
                    <a:pt x="888" y="1043"/>
                    <a:pt x="888" y="1043"/>
                  </a:cubicBezTo>
                  <a:cubicBezTo>
                    <a:pt x="888" y="1049"/>
                    <a:pt x="888" y="1049"/>
                    <a:pt x="888" y="1049"/>
                  </a:cubicBezTo>
                  <a:cubicBezTo>
                    <a:pt x="887" y="1079"/>
                    <a:pt x="875" y="1103"/>
                    <a:pt x="852" y="1121"/>
                  </a:cubicBezTo>
                  <a:cubicBezTo>
                    <a:pt x="830" y="1139"/>
                    <a:pt x="800" y="1148"/>
                    <a:pt x="762" y="1148"/>
                  </a:cubicBezTo>
                  <a:moveTo>
                    <a:pt x="1223" y="1142"/>
                  </a:moveTo>
                  <a:cubicBezTo>
                    <a:pt x="1169" y="1142"/>
                    <a:pt x="1169" y="1142"/>
                    <a:pt x="1169" y="1142"/>
                  </a:cubicBezTo>
                  <a:cubicBezTo>
                    <a:pt x="1169" y="993"/>
                    <a:pt x="1169" y="993"/>
                    <a:pt x="1169" y="993"/>
                  </a:cubicBezTo>
                  <a:cubicBezTo>
                    <a:pt x="1018" y="993"/>
                    <a:pt x="1018" y="993"/>
                    <a:pt x="1018" y="993"/>
                  </a:cubicBezTo>
                  <a:cubicBezTo>
                    <a:pt x="1018" y="1142"/>
                    <a:pt x="1018" y="1142"/>
                    <a:pt x="1018" y="1142"/>
                  </a:cubicBezTo>
                  <a:cubicBezTo>
                    <a:pt x="963" y="1142"/>
                    <a:pt x="963" y="1142"/>
                    <a:pt x="963" y="1142"/>
                  </a:cubicBezTo>
                  <a:cubicBezTo>
                    <a:pt x="963" y="803"/>
                    <a:pt x="963" y="803"/>
                    <a:pt x="963" y="803"/>
                  </a:cubicBezTo>
                  <a:cubicBezTo>
                    <a:pt x="1018" y="803"/>
                    <a:pt x="1018" y="803"/>
                    <a:pt x="1018" y="803"/>
                  </a:cubicBezTo>
                  <a:cubicBezTo>
                    <a:pt x="1018" y="943"/>
                    <a:pt x="1018" y="943"/>
                    <a:pt x="1018" y="943"/>
                  </a:cubicBezTo>
                  <a:cubicBezTo>
                    <a:pt x="1169" y="943"/>
                    <a:pt x="1169" y="943"/>
                    <a:pt x="1169" y="943"/>
                  </a:cubicBezTo>
                  <a:cubicBezTo>
                    <a:pt x="1169" y="803"/>
                    <a:pt x="1169" y="803"/>
                    <a:pt x="1169" y="803"/>
                  </a:cubicBezTo>
                  <a:cubicBezTo>
                    <a:pt x="1223" y="803"/>
                    <a:pt x="1223" y="803"/>
                    <a:pt x="1223" y="803"/>
                  </a:cubicBezTo>
                  <a:lnTo>
                    <a:pt x="1223" y="1142"/>
                  </a:lnTo>
                  <a:close/>
                  <a:moveTo>
                    <a:pt x="1595" y="1142"/>
                  </a:moveTo>
                  <a:cubicBezTo>
                    <a:pt x="1533" y="1142"/>
                    <a:pt x="1533" y="1142"/>
                    <a:pt x="1533" y="1142"/>
                  </a:cubicBezTo>
                  <a:cubicBezTo>
                    <a:pt x="1532" y="1140"/>
                    <a:pt x="1532" y="1140"/>
                    <a:pt x="1532" y="1140"/>
                  </a:cubicBezTo>
                  <a:cubicBezTo>
                    <a:pt x="1378" y="878"/>
                    <a:pt x="1378" y="878"/>
                    <a:pt x="1378" y="878"/>
                  </a:cubicBezTo>
                  <a:cubicBezTo>
                    <a:pt x="1378" y="1142"/>
                    <a:pt x="1378" y="1142"/>
                    <a:pt x="1378" y="1142"/>
                  </a:cubicBezTo>
                  <a:cubicBezTo>
                    <a:pt x="1327" y="1142"/>
                    <a:pt x="1327" y="1142"/>
                    <a:pt x="1327" y="1142"/>
                  </a:cubicBezTo>
                  <a:cubicBezTo>
                    <a:pt x="1327" y="803"/>
                    <a:pt x="1327" y="803"/>
                    <a:pt x="1327" y="803"/>
                  </a:cubicBezTo>
                  <a:cubicBezTo>
                    <a:pt x="1398" y="803"/>
                    <a:pt x="1398" y="803"/>
                    <a:pt x="1398" y="803"/>
                  </a:cubicBezTo>
                  <a:cubicBezTo>
                    <a:pt x="1545" y="1056"/>
                    <a:pt x="1545" y="1056"/>
                    <a:pt x="1545" y="1056"/>
                  </a:cubicBezTo>
                  <a:cubicBezTo>
                    <a:pt x="1545" y="803"/>
                    <a:pt x="1545" y="803"/>
                    <a:pt x="1545" y="803"/>
                  </a:cubicBezTo>
                  <a:cubicBezTo>
                    <a:pt x="1596" y="803"/>
                    <a:pt x="1596" y="803"/>
                    <a:pt x="1596" y="803"/>
                  </a:cubicBezTo>
                  <a:cubicBezTo>
                    <a:pt x="1596" y="1142"/>
                    <a:pt x="1596" y="1142"/>
                    <a:pt x="1596" y="1142"/>
                  </a:cubicBezTo>
                  <a:lnTo>
                    <a:pt x="1595" y="1142"/>
                  </a:lnTo>
                  <a:close/>
                  <a:moveTo>
                    <a:pt x="1834" y="1148"/>
                  </a:moveTo>
                  <a:cubicBezTo>
                    <a:pt x="1785" y="1148"/>
                    <a:pt x="1746" y="1132"/>
                    <a:pt x="1719" y="1102"/>
                  </a:cubicBezTo>
                  <a:cubicBezTo>
                    <a:pt x="1692" y="1071"/>
                    <a:pt x="1678" y="1028"/>
                    <a:pt x="1678" y="974"/>
                  </a:cubicBezTo>
                  <a:cubicBezTo>
                    <a:pt x="1678" y="918"/>
                    <a:pt x="1692" y="875"/>
                    <a:pt x="1719" y="844"/>
                  </a:cubicBezTo>
                  <a:cubicBezTo>
                    <a:pt x="1746" y="814"/>
                    <a:pt x="1785" y="798"/>
                    <a:pt x="1834" y="798"/>
                  </a:cubicBezTo>
                  <a:cubicBezTo>
                    <a:pt x="1883" y="798"/>
                    <a:pt x="1922" y="814"/>
                    <a:pt x="1949" y="844"/>
                  </a:cubicBezTo>
                  <a:cubicBezTo>
                    <a:pt x="1975" y="874"/>
                    <a:pt x="1989" y="918"/>
                    <a:pt x="1989" y="974"/>
                  </a:cubicBezTo>
                  <a:cubicBezTo>
                    <a:pt x="1989" y="1029"/>
                    <a:pt x="1975" y="1072"/>
                    <a:pt x="1948" y="1102"/>
                  </a:cubicBezTo>
                  <a:cubicBezTo>
                    <a:pt x="1921" y="1132"/>
                    <a:pt x="1883" y="1148"/>
                    <a:pt x="1834" y="1148"/>
                  </a:cubicBezTo>
                  <a:moveTo>
                    <a:pt x="1833" y="845"/>
                  </a:moveTo>
                  <a:cubicBezTo>
                    <a:pt x="1802" y="845"/>
                    <a:pt x="1778" y="855"/>
                    <a:pt x="1761" y="877"/>
                  </a:cubicBezTo>
                  <a:cubicBezTo>
                    <a:pt x="1745" y="899"/>
                    <a:pt x="1736" y="930"/>
                    <a:pt x="1736" y="971"/>
                  </a:cubicBezTo>
                  <a:cubicBezTo>
                    <a:pt x="1736" y="1013"/>
                    <a:pt x="1745" y="1045"/>
                    <a:pt x="1762" y="1067"/>
                  </a:cubicBezTo>
                  <a:cubicBezTo>
                    <a:pt x="1778" y="1089"/>
                    <a:pt x="1802" y="1099"/>
                    <a:pt x="1833" y="1099"/>
                  </a:cubicBezTo>
                  <a:cubicBezTo>
                    <a:pt x="1865" y="1099"/>
                    <a:pt x="1889" y="1089"/>
                    <a:pt x="1905" y="1067"/>
                  </a:cubicBezTo>
                  <a:cubicBezTo>
                    <a:pt x="1922" y="1046"/>
                    <a:pt x="1931" y="1014"/>
                    <a:pt x="1931" y="972"/>
                  </a:cubicBezTo>
                  <a:cubicBezTo>
                    <a:pt x="1931" y="931"/>
                    <a:pt x="1922" y="899"/>
                    <a:pt x="1905" y="877"/>
                  </a:cubicBezTo>
                  <a:cubicBezTo>
                    <a:pt x="1888" y="855"/>
                    <a:pt x="1865" y="845"/>
                    <a:pt x="1833" y="845"/>
                  </a:cubicBezTo>
                  <a:moveTo>
                    <a:pt x="2274" y="1142"/>
                  </a:moveTo>
                  <a:cubicBezTo>
                    <a:pt x="2070" y="1142"/>
                    <a:pt x="2070" y="1142"/>
                    <a:pt x="2070" y="1142"/>
                  </a:cubicBezTo>
                  <a:cubicBezTo>
                    <a:pt x="2070" y="803"/>
                    <a:pt x="2070" y="803"/>
                    <a:pt x="2070" y="803"/>
                  </a:cubicBezTo>
                  <a:cubicBezTo>
                    <a:pt x="2125" y="803"/>
                    <a:pt x="2125" y="803"/>
                    <a:pt x="2125" y="803"/>
                  </a:cubicBezTo>
                  <a:cubicBezTo>
                    <a:pt x="2125" y="1092"/>
                    <a:pt x="2125" y="1092"/>
                    <a:pt x="2125" y="1092"/>
                  </a:cubicBezTo>
                  <a:cubicBezTo>
                    <a:pt x="2274" y="1092"/>
                    <a:pt x="2274" y="1092"/>
                    <a:pt x="2274" y="1092"/>
                  </a:cubicBezTo>
                  <a:cubicBezTo>
                    <a:pt x="2274" y="1142"/>
                    <a:pt x="2274" y="1142"/>
                    <a:pt x="2274" y="1142"/>
                  </a:cubicBezTo>
                  <a:close/>
                  <a:moveTo>
                    <a:pt x="2475" y="1148"/>
                  </a:moveTo>
                  <a:cubicBezTo>
                    <a:pt x="2427" y="1148"/>
                    <a:pt x="2388" y="1132"/>
                    <a:pt x="2361" y="1102"/>
                  </a:cubicBezTo>
                  <a:cubicBezTo>
                    <a:pt x="2334" y="1071"/>
                    <a:pt x="2320" y="1028"/>
                    <a:pt x="2320" y="974"/>
                  </a:cubicBezTo>
                  <a:cubicBezTo>
                    <a:pt x="2320" y="918"/>
                    <a:pt x="2334" y="875"/>
                    <a:pt x="2360" y="844"/>
                  </a:cubicBezTo>
                  <a:cubicBezTo>
                    <a:pt x="2387" y="814"/>
                    <a:pt x="2426" y="798"/>
                    <a:pt x="2475" y="798"/>
                  </a:cubicBezTo>
                  <a:cubicBezTo>
                    <a:pt x="2525" y="798"/>
                    <a:pt x="2563" y="814"/>
                    <a:pt x="2590" y="844"/>
                  </a:cubicBezTo>
                  <a:cubicBezTo>
                    <a:pt x="2617" y="874"/>
                    <a:pt x="2630" y="918"/>
                    <a:pt x="2630" y="974"/>
                  </a:cubicBezTo>
                  <a:cubicBezTo>
                    <a:pt x="2630" y="1029"/>
                    <a:pt x="2617" y="1072"/>
                    <a:pt x="2590" y="1102"/>
                  </a:cubicBezTo>
                  <a:cubicBezTo>
                    <a:pt x="2563" y="1132"/>
                    <a:pt x="2525" y="1148"/>
                    <a:pt x="2475" y="1148"/>
                  </a:cubicBezTo>
                  <a:moveTo>
                    <a:pt x="2475" y="845"/>
                  </a:moveTo>
                  <a:cubicBezTo>
                    <a:pt x="2443" y="845"/>
                    <a:pt x="2420" y="855"/>
                    <a:pt x="2403" y="877"/>
                  </a:cubicBezTo>
                  <a:cubicBezTo>
                    <a:pt x="2386" y="899"/>
                    <a:pt x="2378" y="930"/>
                    <a:pt x="2378" y="971"/>
                  </a:cubicBezTo>
                  <a:cubicBezTo>
                    <a:pt x="2378" y="1013"/>
                    <a:pt x="2386" y="1045"/>
                    <a:pt x="2403" y="1067"/>
                  </a:cubicBezTo>
                  <a:cubicBezTo>
                    <a:pt x="2420" y="1089"/>
                    <a:pt x="2443" y="1099"/>
                    <a:pt x="2475" y="1099"/>
                  </a:cubicBezTo>
                  <a:cubicBezTo>
                    <a:pt x="2507" y="1099"/>
                    <a:pt x="2530" y="1089"/>
                    <a:pt x="2547" y="1067"/>
                  </a:cubicBezTo>
                  <a:cubicBezTo>
                    <a:pt x="2564" y="1046"/>
                    <a:pt x="2572" y="1014"/>
                    <a:pt x="2572" y="972"/>
                  </a:cubicBezTo>
                  <a:cubicBezTo>
                    <a:pt x="2572" y="931"/>
                    <a:pt x="2564" y="899"/>
                    <a:pt x="2547" y="877"/>
                  </a:cubicBezTo>
                  <a:cubicBezTo>
                    <a:pt x="2530" y="855"/>
                    <a:pt x="2507" y="845"/>
                    <a:pt x="2475" y="845"/>
                  </a:cubicBezTo>
                  <a:moveTo>
                    <a:pt x="2862" y="1148"/>
                  </a:moveTo>
                  <a:cubicBezTo>
                    <a:pt x="2811" y="1148"/>
                    <a:pt x="2770" y="1133"/>
                    <a:pt x="2741" y="1103"/>
                  </a:cubicBezTo>
                  <a:cubicBezTo>
                    <a:pt x="2711" y="1073"/>
                    <a:pt x="2696" y="1031"/>
                    <a:pt x="2696" y="980"/>
                  </a:cubicBezTo>
                  <a:cubicBezTo>
                    <a:pt x="2696" y="923"/>
                    <a:pt x="2711" y="878"/>
                    <a:pt x="2740" y="846"/>
                  </a:cubicBezTo>
                  <a:cubicBezTo>
                    <a:pt x="2769" y="814"/>
                    <a:pt x="2810" y="798"/>
                    <a:pt x="2862" y="798"/>
                  </a:cubicBezTo>
                  <a:cubicBezTo>
                    <a:pt x="2898" y="798"/>
                    <a:pt x="2927" y="806"/>
                    <a:pt x="2949" y="822"/>
                  </a:cubicBezTo>
                  <a:cubicBezTo>
                    <a:pt x="2970" y="839"/>
                    <a:pt x="2982" y="861"/>
                    <a:pt x="2983" y="890"/>
                  </a:cubicBezTo>
                  <a:cubicBezTo>
                    <a:pt x="2983" y="895"/>
                    <a:pt x="2983" y="895"/>
                    <a:pt x="2983" y="895"/>
                  </a:cubicBezTo>
                  <a:cubicBezTo>
                    <a:pt x="2924" y="895"/>
                    <a:pt x="2924" y="895"/>
                    <a:pt x="2924" y="895"/>
                  </a:cubicBezTo>
                  <a:cubicBezTo>
                    <a:pt x="2924" y="890"/>
                    <a:pt x="2924" y="890"/>
                    <a:pt x="2924" y="890"/>
                  </a:cubicBezTo>
                  <a:cubicBezTo>
                    <a:pt x="2924" y="877"/>
                    <a:pt x="2917" y="866"/>
                    <a:pt x="2905" y="856"/>
                  </a:cubicBezTo>
                  <a:cubicBezTo>
                    <a:pt x="2892" y="847"/>
                    <a:pt x="2876" y="842"/>
                    <a:pt x="2856" y="842"/>
                  </a:cubicBezTo>
                  <a:cubicBezTo>
                    <a:pt x="2824" y="842"/>
                    <a:pt x="2799" y="854"/>
                    <a:pt x="2781" y="877"/>
                  </a:cubicBezTo>
                  <a:cubicBezTo>
                    <a:pt x="2762" y="900"/>
                    <a:pt x="2753" y="933"/>
                    <a:pt x="2753" y="974"/>
                  </a:cubicBezTo>
                  <a:cubicBezTo>
                    <a:pt x="2753" y="1015"/>
                    <a:pt x="2763" y="1046"/>
                    <a:pt x="2782" y="1068"/>
                  </a:cubicBezTo>
                  <a:cubicBezTo>
                    <a:pt x="2801" y="1090"/>
                    <a:pt x="2829" y="1101"/>
                    <a:pt x="2864" y="1101"/>
                  </a:cubicBezTo>
                  <a:cubicBezTo>
                    <a:pt x="2873" y="1101"/>
                    <a:pt x="2883" y="1100"/>
                    <a:pt x="2893" y="1098"/>
                  </a:cubicBezTo>
                  <a:cubicBezTo>
                    <a:pt x="2902" y="1096"/>
                    <a:pt x="2913" y="1094"/>
                    <a:pt x="2926" y="1091"/>
                  </a:cubicBezTo>
                  <a:cubicBezTo>
                    <a:pt x="2926" y="1002"/>
                    <a:pt x="2926" y="1002"/>
                    <a:pt x="2926" y="1002"/>
                  </a:cubicBezTo>
                  <a:cubicBezTo>
                    <a:pt x="2857" y="1002"/>
                    <a:pt x="2857" y="1002"/>
                    <a:pt x="2857" y="1002"/>
                  </a:cubicBezTo>
                  <a:cubicBezTo>
                    <a:pt x="2857" y="955"/>
                    <a:pt x="2857" y="955"/>
                    <a:pt x="2857" y="955"/>
                  </a:cubicBezTo>
                  <a:cubicBezTo>
                    <a:pt x="2983" y="955"/>
                    <a:pt x="2983" y="955"/>
                    <a:pt x="2983" y="955"/>
                  </a:cubicBezTo>
                  <a:cubicBezTo>
                    <a:pt x="2983" y="1125"/>
                    <a:pt x="2983" y="1125"/>
                    <a:pt x="2983" y="1125"/>
                  </a:cubicBezTo>
                  <a:cubicBezTo>
                    <a:pt x="2979" y="1127"/>
                    <a:pt x="2979" y="1127"/>
                    <a:pt x="2979" y="1127"/>
                  </a:cubicBezTo>
                  <a:cubicBezTo>
                    <a:pt x="2957" y="1134"/>
                    <a:pt x="2937" y="1139"/>
                    <a:pt x="2918" y="1143"/>
                  </a:cubicBezTo>
                  <a:cubicBezTo>
                    <a:pt x="2899" y="1146"/>
                    <a:pt x="2880" y="1148"/>
                    <a:pt x="2862" y="1148"/>
                  </a:cubicBezTo>
                  <a:moveTo>
                    <a:pt x="3139" y="1142"/>
                  </a:moveTo>
                  <a:cubicBezTo>
                    <a:pt x="3084" y="1142"/>
                    <a:pt x="3084" y="1142"/>
                    <a:pt x="3084" y="1142"/>
                  </a:cubicBezTo>
                  <a:cubicBezTo>
                    <a:pt x="3084" y="803"/>
                    <a:pt x="3084" y="803"/>
                    <a:pt x="3084" y="803"/>
                  </a:cubicBezTo>
                  <a:cubicBezTo>
                    <a:pt x="3139" y="803"/>
                    <a:pt x="3139" y="803"/>
                    <a:pt x="3139" y="803"/>
                  </a:cubicBezTo>
                  <a:lnTo>
                    <a:pt x="3139" y="1142"/>
                  </a:lnTo>
                  <a:close/>
                  <a:moveTo>
                    <a:pt x="3461" y="1142"/>
                  </a:moveTo>
                  <a:cubicBezTo>
                    <a:pt x="3243" y="1142"/>
                    <a:pt x="3243" y="1142"/>
                    <a:pt x="3243" y="1142"/>
                  </a:cubicBezTo>
                  <a:cubicBezTo>
                    <a:pt x="3243" y="803"/>
                    <a:pt x="3243" y="803"/>
                    <a:pt x="3243" y="803"/>
                  </a:cubicBezTo>
                  <a:cubicBezTo>
                    <a:pt x="3458" y="803"/>
                    <a:pt x="3458" y="803"/>
                    <a:pt x="3458" y="803"/>
                  </a:cubicBezTo>
                  <a:cubicBezTo>
                    <a:pt x="3458" y="853"/>
                    <a:pt x="3458" y="853"/>
                    <a:pt x="3458" y="853"/>
                  </a:cubicBezTo>
                  <a:cubicBezTo>
                    <a:pt x="3298" y="853"/>
                    <a:pt x="3298" y="853"/>
                    <a:pt x="3298" y="853"/>
                  </a:cubicBezTo>
                  <a:cubicBezTo>
                    <a:pt x="3298" y="942"/>
                    <a:pt x="3298" y="942"/>
                    <a:pt x="3298" y="942"/>
                  </a:cubicBezTo>
                  <a:cubicBezTo>
                    <a:pt x="3451" y="942"/>
                    <a:pt x="3451" y="942"/>
                    <a:pt x="3451" y="942"/>
                  </a:cubicBezTo>
                  <a:cubicBezTo>
                    <a:pt x="3451" y="991"/>
                    <a:pt x="3451" y="991"/>
                    <a:pt x="3451" y="991"/>
                  </a:cubicBezTo>
                  <a:cubicBezTo>
                    <a:pt x="3298" y="991"/>
                    <a:pt x="3298" y="991"/>
                    <a:pt x="3298" y="991"/>
                  </a:cubicBezTo>
                  <a:cubicBezTo>
                    <a:pt x="3298" y="1092"/>
                    <a:pt x="3298" y="1092"/>
                    <a:pt x="3298" y="1092"/>
                  </a:cubicBezTo>
                  <a:cubicBezTo>
                    <a:pt x="3461" y="1092"/>
                    <a:pt x="3461" y="1092"/>
                    <a:pt x="3461" y="1092"/>
                  </a:cubicBezTo>
                  <a:lnTo>
                    <a:pt x="3461" y="1142"/>
                  </a:lnTo>
                  <a:close/>
                  <a:moveTo>
                    <a:pt x="3656" y="1148"/>
                  </a:moveTo>
                  <a:cubicBezTo>
                    <a:pt x="3615" y="1148"/>
                    <a:pt x="3583" y="1139"/>
                    <a:pt x="3562" y="1123"/>
                  </a:cubicBezTo>
                  <a:cubicBezTo>
                    <a:pt x="3541" y="1105"/>
                    <a:pt x="3530" y="1080"/>
                    <a:pt x="3530" y="1046"/>
                  </a:cubicBezTo>
                  <a:cubicBezTo>
                    <a:pt x="3530" y="1035"/>
                    <a:pt x="3530" y="1035"/>
                    <a:pt x="3530" y="1035"/>
                  </a:cubicBezTo>
                  <a:cubicBezTo>
                    <a:pt x="3588" y="1035"/>
                    <a:pt x="3588" y="1035"/>
                    <a:pt x="3588" y="1035"/>
                  </a:cubicBezTo>
                  <a:cubicBezTo>
                    <a:pt x="3588" y="1040"/>
                    <a:pt x="3588" y="1040"/>
                    <a:pt x="3588" y="1040"/>
                  </a:cubicBezTo>
                  <a:cubicBezTo>
                    <a:pt x="3589" y="1060"/>
                    <a:pt x="3595" y="1075"/>
                    <a:pt x="3606" y="1084"/>
                  </a:cubicBezTo>
                  <a:cubicBezTo>
                    <a:pt x="3617" y="1093"/>
                    <a:pt x="3635" y="1098"/>
                    <a:pt x="3658" y="1098"/>
                  </a:cubicBezTo>
                  <a:cubicBezTo>
                    <a:pt x="3682" y="1098"/>
                    <a:pt x="3700" y="1093"/>
                    <a:pt x="3714" y="1084"/>
                  </a:cubicBezTo>
                  <a:cubicBezTo>
                    <a:pt x="3727" y="1075"/>
                    <a:pt x="3733" y="1062"/>
                    <a:pt x="3733" y="1046"/>
                  </a:cubicBezTo>
                  <a:cubicBezTo>
                    <a:pt x="3733" y="1024"/>
                    <a:pt x="3709" y="1007"/>
                    <a:pt x="3660" y="995"/>
                  </a:cubicBezTo>
                  <a:cubicBezTo>
                    <a:pt x="3655" y="993"/>
                    <a:pt x="3651" y="992"/>
                    <a:pt x="3647" y="991"/>
                  </a:cubicBezTo>
                  <a:cubicBezTo>
                    <a:pt x="3644" y="991"/>
                    <a:pt x="3639" y="989"/>
                    <a:pt x="3632" y="988"/>
                  </a:cubicBezTo>
                  <a:cubicBezTo>
                    <a:pt x="3604" y="981"/>
                    <a:pt x="3584" y="974"/>
                    <a:pt x="3572" y="967"/>
                  </a:cubicBezTo>
                  <a:cubicBezTo>
                    <a:pt x="3560" y="959"/>
                    <a:pt x="3551" y="949"/>
                    <a:pt x="3544" y="937"/>
                  </a:cubicBezTo>
                  <a:cubicBezTo>
                    <a:pt x="3537" y="925"/>
                    <a:pt x="3534" y="911"/>
                    <a:pt x="3534" y="896"/>
                  </a:cubicBezTo>
                  <a:cubicBezTo>
                    <a:pt x="3534" y="866"/>
                    <a:pt x="3546" y="841"/>
                    <a:pt x="3569" y="824"/>
                  </a:cubicBezTo>
                  <a:cubicBezTo>
                    <a:pt x="3592" y="807"/>
                    <a:pt x="3624" y="798"/>
                    <a:pt x="3663" y="798"/>
                  </a:cubicBezTo>
                  <a:cubicBezTo>
                    <a:pt x="3698" y="798"/>
                    <a:pt x="3726" y="806"/>
                    <a:pt x="3747" y="821"/>
                  </a:cubicBezTo>
                  <a:cubicBezTo>
                    <a:pt x="3768" y="837"/>
                    <a:pt x="3778" y="858"/>
                    <a:pt x="3778" y="885"/>
                  </a:cubicBezTo>
                  <a:cubicBezTo>
                    <a:pt x="3778" y="895"/>
                    <a:pt x="3778" y="895"/>
                    <a:pt x="3778" y="895"/>
                  </a:cubicBezTo>
                  <a:cubicBezTo>
                    <a:pt x="3724" y="895"/>
                    <a:pt x="3724" y="895"/>
                    <a:pt x="3724" y="895"/>
                  </a:cubicBezTo>
                  <a:cubicBezTo>
                    <a:pt x="3723" y="890"/>
                    <a:pt x="3723" y="890"/>
                    <a:pt x="3723" y="890"/>
                  </a:cubicBezTo>
                  <a:cubicBezTo>
                    <a:pt x="3723" y="875"/>
                    <a:pt x="3717" y="865"/>
                    <a:pt x="3707" y="857"/>
                  </a:cubicBezTo>
                  <a:cubicBezTo>
                    <a:pt x="3696" y="849"/>
                    <a:pt x="3680" y="845"/>
                    <a:pt x="3659" y="845"/>
                  </a:cubicBezTo>
                  <a:cubicBezTo>
                    <a:pt x="3638" y="845"/>
                    <a:pt x="3621" y="850"/>
                    <a:pt x="3609" y="859"/>
                  </a:cubicBezTo>
                  <a:cubicBezTo>
                    <a:pt x="3597" y="867"/>
                    <a:pt x="3591" y="879"/>
                    <a:pt x="3591" y="893"/>
                  </a:cubicBezTo>
                  <a:cubicBezTo>
                    <a:pt x="3591" y="912"/>
                    <a:pt x="3613" y="927"/>
                    <a:pt x="3657" y="938"/>
                  </a:cubicBezTo>
                  <a:cubicBezTo>
                    <a:pt x="3666" y="940"/>
                    <a:pt x="3666" y="940"/>
                    <a:pt x="3666" y="940"/>
                  </a:cubicBezTo>
                  <a:cubicBezTo>
                    <a:pt x="3719" y="954"/>
                    <a:pt x="3751" y="967"/>
                    <a:pt x="3766" y="981"/>
                  </a:cubicBezTo>
                  <a:cubicBezTo>
                    <a:pt x="3781" y="995"/>
                    <a:pt x="3789" y="1015"/>
                    <a:pt x="3789" y="1040"/>
                  </a:cubicBezTo>
                  <a:cubicBezTo>
                    <a:pt x="3789" y="1075"/>
                    <a:pt x="3777" y="1102"/>
                    <a:pt x="3754" y="1120"/>
                  </a:cubicBezTo>
                  <a:cubicBezTo>
                    <a:pt x="3731" y="1138"/>
                    <a:pt x="3698" y="1148"/>
                    <a:pt x="3656" y="1148"/>
                  </a:cubicBezTo>
                  <a:moveTo>
                    <a:pt x="25" y="605"/>
                  </a:moveTo>
                  <a:cubicBezTo>
                    <a:pt x="25" y="11"/>
                    <a:pt x="25" y="11"/>
                    <a:pt x="25" y="11"/>
                  </a:cubicBezTo>
                  <a:cubicBezTo>
                    <a:pt x="152" y="11"/>
                    <a:pt x="152" y="11"/>
                    <a:pt x="152" y="11"/>
                  </a:cubicBezTo>
                  <a:cubicBezTo>
                    <a:pt x="152" y="268"/>
                    <a:pt x="152" y="268"/>
                    <a:pt x="152" y="268"/>
                  </a:cubicBezTo>
                  <a:cubicBezTo>
                    <a:pt x="346" y="11"/>
                    <a:pt x="346" y="11"/>
                    <a:pt x="346" y="11"/>
                  </a:cubicBezTo>
                  <a:cubicBezTo>
                    <a:pt x="488" y="11"/>
                    <a:pt x="488" y="11"/>
                    <a:pt x="488" y="11"/>
                  </a:cubicBezTo>
                  <a:cubicBezTo>
                    <a:pt x="279" y="277"/>
                    <a:pt x="279" y="277"/>
                    <a:pt x="279" y="277"/>
                  </a:cubicBezTo>
                  <a:cubicBezTo>
                    <a:pt x="509" y="605"/>
                    <a:pt x="509" y="605"/>
                    <a:pt x="509" y="605"/>
                  </a:cubicBezTo>
                  <a:cubicBezTo>
                    <a:pt x="361" y="605"/>
                    <a:pt x="361" y="605"/>
                    <a:pt x="361" y="605"/>
                  </a:cubicBezTo>
                  <a:cubicBezTo>
                    <a:pt x="152" y="297"/>
                    <a:pt x="152" y="297"/>
                    <a:pt x="152" y="297"/>
                  </a:cubicBezTo>
                  <a:cubicBezTo>
                    <a:pt x="152" y="605"/>
                    <a:pt x="152" y="605"/>
                    <a:pt x="152" y="605"/>
                  </a:cubicBezTo>
                  <a:cubicBezTo>
                    <a:pt x="25" y="605"/>
                    <a:pt x="25" y="605"/>
                    <a:pt x="25" y="605"/>
                  </a:cubicBezTo>
                  <a:close/>
                  <a:moveTo>
                    <a:pt x="553" y="605"/>
                  </a:moveTo>
                  <a:cubicBezTo>
                    <a:pt x="553" y="11"/>
                    <a:pt x="553" y="11"/>
                    <a:pt x="553" y="11"/>
                  </a:cubicBezTo>
                  <a:cubicBezTo>
                    <a:pt x="947" y="11"/>
                    <a:pt x="947" y="11"/>
                    <a:pt x="947" y="11"/>
                  </a:cubicBezTo>
                  <a:cubicBezTo>
                    <a:pt x="947" y="109"/>
                    <a:pt x="947" y="109"/>
                    <a:pt x="947" y="109"/>
                  </a:cubicBezTo>
                  <a:cubicBezTo>
                    <a:pt x="682" y="109"/>
                    <a:pt x="682" y="109"/>
                    <a:pt x="682" y="109"/>
                  </a:cubicBezTo>
                  <a:cubicBezTo>
                    <a:pt x="682" y="249"/>
                    <a:pt x="682" y="249"/>
                    <a:pt x="682" y="249"/>
                  </a:cubicBezTo>
                  <a:cubicBezTo>
                    <a:pt x="931" y="249"/>
                    <a:pt x="931" y="249"/>
                    <a:pt x="931" y="249"/>
                  </a:cubicBezTo>
                  <a:cubicBezTo>
                    <a:pt x="931" y="346"/>
                    <a:pt x="931" y="346"/>
                    <a:pt x="931" y="346"/>
                  </a:cubicBezTo>
                  <a:cubicBezTo>
                    <a:pt x="682" y="346"/>
                    <a:pt x="682" y="346"/>
                    <a:pt x="682" y="346"/>
                  </a:cubicBezTo>
                  <a:cubicBezTo>
                    <a:pt x="682" y="506"/>
                    <a:pt x="682" y="506"/>
                    <a:pt x="682" y="506"/>
                  </a:cubicBezTo>
                  <a:cubicBezTo>
                    <a:pt x="957" y="506"/>
                    <a:pt x="957" y="506"/>
                    <a:pt x="957" y="506"/>
                  </a:cubicBezTo>
                  <a:cubicBezTo>
                    <a:pt x="957" y="605"/>
                    <a:pt x="957" y="605"/>
                    <a:pt x="957" y="605"/>
                  </a:cubicBezTo>
                  <a:lnTo>
                    <a:pt x="553" y="605"/>
                  </a:lnTo>
                  <a:close/>
                  <a:moveTo>
                    <a:pt x="1190" y="605"/>
                  </a:moveTo>
                  <a:cubicBezTo>
                    <a:pt x="1190" y="386"/>
                    <a:pt x="1190" y="386"/>
                    <a:pt x="1190" y="386"/>
                  </a:cubicBezTo>
                  <a:cubicBezTo>
                    <a:pt x="989" y="11"/>
                    <a:pt x="989" y="11"/>
                    <a:pt x="989" y="11"/>
                  </a:cubicBezTo>
                  <a:cubicBezTo>
                    <a:pt x="1123" y="11"/>
                    <a:pt x="1123" y="11"/>
                    <a:pt x="1123" y="11"/>
                  </a:cubicBezTo>
                  <a:cubicBezTo>
                    <a:pt x="1259" y="265"/>
                    <a:pt x="1259" y="265"/>
                    <a:pt x="1259" y="265"/>
                  </a:cubicBezTo>
                  <a:cubicBezTo>
                    <a:pt x="1382" y="11"/>
                    <a:pt x="1382" y="11"/>
                    <a:pt x="1382" y="11"/>
                  </a:cubicBezTo>
                  <a:cubicBezTo>
                    <a:pt x="1515" y="11"/>
                    <a:pt x="1515" y="11"/>
                    <a:pt x="1515" y="11"/>
                  </a:cubicBezTo>
                  <a:cubicBezTo>
                    <a:pt x="1317" y="386"/>
                    <a:pt x="1317" y="386"/>
                    <a:pt x="1317" y="386"/>
                  </a:cubicBezTo>
                  <a:cubicBezTo>
                    <a:pt x="1317" y="605"/>
                    <a:pt x="1317" y="605"/>
                    <a:pt x="1317" y="605"/>
                  </a:cubicBezTo>
                  <a:lnTo>
                    <a:pt x="1190" y="605"/>
                  </a:lnTo>
                  <a:close/>
                  <a:moveTo>
                    <a:pt x="1504" y="412"/>
                  </a:moveTo>
                  <a:cubicBezTo>
                    <a:pt x="1629" y="412"/>
                    <a:pt x="1629" y="412"/>
                    <a:pt x="1629" y="412"/>
                  </a:cubicBezTo>
                  <a:cubicBezTo>
                    <a:pt x="1629" y="452"/>
                    <a:pt x="1638" y="481"/>
                    <a:pt x="1658" y="501"/>
                  </a:cubicBezTo>
                  <a:cubicBezTo>
                    <a:pt x="1678" y="521"/>
                    <a:pt x="1707" y="531"/>
                    <a:pt x="1746" y="531"/>
                  </a:cubicBezTo>
                  <a:cubicBezTo>
                    <a:pt x="1778" y="531"/>
                    <a:pt x="1803" y="524"/>
                    <a:pt x="1823" y="508"/>
                  </a:cubicBezTo>
                  <a:cubicBezTo>
                    <a:pt x="1843" y="493"/>
                    <a:pt x="1853" y="473"/>
                    <a:pt x="1853" y="449"/>
                  </a:cubicBezTo>
                  <a:cubicBezTo>
                    <a:pt x="1853" y="412"/>
                    <a:pt x="1806" y="377"/>
                    <a:pt x="1713" y="346"/>
                  </a:cubicBezTo>
                  <a:cubicBezTo>
                    <a:pt x="1699" y="341"/>
                    <a:pt x="1699" y="341"/>
                    <a:pt x="1699" y="341"/>
                  </a:cubicBezTo>
                  <a:cubicBezTo>
                    <a:pt x="1696" y="340"/>
                    <a:pt x="1692" y="339"/>
                    <a:pt x="1687" y="337"/>
                  </a:cubicBezTo>
                  <a:cubicBezTo>
                    <a:pt x="1635" y="320"/>
                    <a:pt x="1597" y="303"/>
                    <a:pt x="1574" y="286"/>
                  </a:cubicBezTo>
                  <a:cubicBezTo>
                    <a:pt x="1558" y="273"/>
                    <a:pt x="1545" y="257"/>
                    <a:pt x="1536" y="238"/>
                  </a:cubicBezTo>
                  <a:cubicBezTo>
                    <a:pt x="1527" y="219"/>
                    <a:pt x="1522" y="198"/>
                    <a:pt x="1522" y="174"/>
                  </a:cubicBezTo>
                  <a:cubicBezTo>
                    <a:pt x="1522" y="121"/>
                    <a:pt x="1542" y="78"/>
                    <a:pt x="1583" y="47"/>
                  </a:cubicBezTo>
                  <a:cubicBezTo>
                    <a:pt x="1623" y="16"/>
                    <a:pt x="1679" y="0"/>
                    <a:pt x="1749" y="0"/>
                  </a:cubicBezTo>
                  <a:cubicBezTo>
                    <a:pt x="1814" y="0"/>
                    <a:pt x="1864" y="15"/>
                    <a:pt x="1900" y="46"/>
                  </a:cubicBezTo>
                  <a:cubicBezTo>
                    <a:pt x="1936" y="76"/>
                    <a:pt x="1954" y="119"/>
                    <a:pt x="1954" y="173"/>
                  </a:cubicBezTo>
                  <a:cubicBezTo>
                    <a:pt x="1954" y="177"/>
                    <a:pt x="1954" y="177"/>
                    <a:pt x="1954" y="177"/>
                  </a:cubicBezTo>
                  <a:cubicBezTo>
                    <a:pt x="1844" y="177"/>
                    <a:pt x="1844" y="177"/>
                    <a:pt x="1844" y="177"/>
                  </a:cubicBezTo>
                  <a:cubicBezTo>
                    <a:pt x="1841" y="146"/>
                    <a:pt x="1831" y="122"/>
                    <a:pt x="1813" y="106"/>
                  </a:cubicBezTo>
                  <a:cubicBezTo>
                    <a:pt x="1796" y="90"/>
                    <a:pt x="1771" y="82"/>
                    <a:pt x="1741" y="82"/>
                  </a:cubicBezTo>
                  <a:cubicBezTo>
                    <a:pt x="1711" y="82"/>
                    <a:pt x="1687" y="89"/>
                    <a:pt x="1669" y="102"/>
                  </a:cubicBezTo>
                  <a:cubicBezTo>
                    <a:pt x="1652" y="116"/>
                    <a:pt x="1643" y="135"/>
                    <a:pt x="1643" y="158"/>
                  </a:cubicBezTo>
                  <a:cubicBezTo>
                    <a:pt x="1643" y="194"/>
                    <a:pt x="1692" y="228"/>
                    <a:pt x="1790" y="259"/>
                  </a:cubicBezTo>
                  <a:cubicBezTo>
                    <a:pt x="1797" y="262"/>
                    <a:pt x="1797" y="262"/>
                    <a:pt x="1797" y="262"/>
                  </a:cubicBezTo>
                  <a:cubicBezTo>
                    <a:pt x="1872" y="287"/>
                    <a:pt x="1921" y="311"/>
                    <a:pt x="1945" y="336"/>
                  </a:cubicBezTo>
                  <a:cubicBezTo>
                    <a:pt x="1968" y="361"/>
                    <a:pt x="1980" y="395"/>
                    <a:pt x="1980" y="439"/>
                  </a:cubicBezTo>
                  <a:cubicBezTo>
                    <a:pt x="1980" y="494"/>
                    <a:pt x="1959" y="537"/>
                    <a:pt x="1917" y="569"/>
                  </a:cubicBezTo>
                  <a:cubicBezTo>
                    <a:pt x="1874" y="600"/>
                    <a:pt x="1815" y="616"/>
                    <a:pt x="1740" y="616"/>
                  </a:cubicBezTo>
                  <a:cubicBezTo>
                    <a:pt x="1661" y="616"/>
                    <a:pt x="1602" y="599"/>
                    <a:pt x="1563" y="567"/>
                  </a:cubicBezTo>
                  <a:cubicBezTo>
                    <a:pt x="1524" y="534"/>
                    <a:pt x="1504" y="485"/>
                    <a:pt x="1504" y="420"/>
                  </a:cubicBezTo>
                  <a:cubicBezTo>
                    <a:pt x="1504" y="412"/>
                    <a:pt x="1504" y="412"/>
                    <a:pt x="1504" y="412"/>
                  </a:cubicBezTo>
                  <a:close/>
                  <a:moveTo>
                    <a:pt x="2061" y="11"/>
                  </a:moveTo>
                  <a:cubicBezTo>
                    <a:pt x="2188" y="11"/>
                    <a:pt x="2188" y="11"/>
                    <a:pt x="2188" y="11"/>
                  </a:cubicBezTo>
                  <a:cubicBezTo>
                    <a:pt x="2188" y="605"/>
                    <a:pt x="2188" y="605"/>
                    <a:pt x="2188" y="605"/>
                  </a:cubicBezTo>
                  <a:cubicBezTo>
                    <a:pt x="2061" y="605"/>
                    <a:pt x="2061" y="605"/>
                    <a:pt x="2061" y="605"/>
                  </a:cubicBezTo>
                  <a:lnTo>
                    <a:pt x="2061" y="11"/>
                  </a:lnTo>
                  <a:close/>
                  <a:moveTo>
                    <a:pt x="2816" y="288"/>
                  </a:moveTo>
                  <a:cubicBezTo>
                    <a:pt x="2816" y="567"/>
                    <a:pt x="2816" y="567"/>
                    <a:pt x="2816" y="567"/>
                  </a:cubicBezTo>
                  <a:cubicBezTo>
                    <a:pt x="2783" y="583"/>
                    <a:pt x="2748" y="595"/>
                    <a:pt x="2711" y="603"/>
                  </a:cubicBezTo>
                  <a:cubicBezTo>
                    <a:pt x="2673" y="612"/>
                    <a:pt x="2631" y="616"/>
                    <a:pt x="2585" y="616"/>
                  </a:cubicBezTo>
                  <a:cubicBezTo>
                    <a:pt x="2485" y="616"/>
                    <a:pt x="2407" y="590"/>
                    <a:pt x="2352" y="538"/>
                  </a:cubicBezTo>
                  <a:cubicBezTo>
                    <a:pt x="2298" y="486"/>
                    <a:pt x="2270" y="412"/>
                    <a:pt x="2270" y="316"/>
                  </a:cubicBezTo>
                  <a:cubicBezTo>
                    <a:pt x="2270" y="218"/>
                    <a:pt x="2298" y="140"/>
                    <a:pt x="2353" y="85"/>
                  </a:cubicBezTo>
                  <a:cubicBezTo>
                    <a:pt x="2408" y="29"/>
                    <a:pt x="2484" y="1"/>
                    <a:pt x="2582" y="1"/>
                  </a:cubicBezTo>
                  <a:cubicBezTo>
                    <a:pt x="2655" y="1"/>
                    <a:pt x="2712" y="17"/>
                    <a:pt x="2754" y="50"/>
                  </a:cubicBezTo>
                  <a:cubicBezTo>
                    <a:pt x="2797" y="84"/>
                    <a:pt x="2818" y="128"/>
                    <a:pt x="2818" y="183"/>
                  </a:cubicBezTo>
                  <a:cubicBezTo>
                    <a:pt x="2818" y="194"/>
                    <a:pt x="2818" y="194"/>
                    <a:pt x="2818" y="194"/>
                  </a:cubicBezTo>
                  <a:cubicBezTo>
                    <a:pt x="2698" y="194"/>
                    <a:pt x="2698" y="194"/>
                    <a:pt x="2698" y="194"/>
                  </a:cubicBezTo>
                  <a:cubicBezTo>
                    <a:pt x="2696" y="157"/>
                    <a:pt x="2685" y="130"/>
                    <a:pt x="2664" y="111"/>
                  </a:cubicBezTo>
                  <a:cubicBezTo>
                    <a:pt x="2643" y="91"/>
                    <a:pt x="2614" y="82"/>
                    <a:pt x="2575" y="82"/>
                  </a:cubicBezTo>
                  <a:cubicBezTo>
                    <a:pt x="2521" y="82"/>
                    <a:pt x="2478" y="102"/>
                    <a:pt x="2447" y="144"/>
                  </a:cubicBezTo>
                  <a:cubicBezTo>
                    <a:pt x="2416" y="185"/>
                    <a:pt x="2400" y="241"/>
                    <a:pt x="2400" y="312"/>
                  </a:cubicBezTo>
                  <a:cubicBezTo>
                    <a:pt x="2400" y="382"/>
                    <a:pt x="2416" y="435"/>
                    <a:pt x="2449" y="471"/>
                  </a:cubicBezTo>
                  <a:cubicBezTo>
                    <a:pt x="2482" y="507"/>
                    <a:pt x="2531" y="525"/>
                    <a:pt x="2595" y="525"/>
                  </a:cubicBezTo>
                  <a:cubicBezTo>
                    <a:pt x="2611" y="525"/>
                    <a:pt x="2628" y="524"/>
                    <a:pt x="2644" y="522"/>
                  </a:cubicBezTo>
                  <a:cubicBezTo>
                    <a:pt x="2660" y="520"/>
                    <a:pt x="2676" y="517"/>
                    <a:pt x="2692" y="513"/>
                  </a:cubicBezTo>
                  <a:cubicBezTo>
                    <a:pt x="2692" y="383"/>
                    <a:pt x="2692" y="383"/>
                    <a:pt x="2692" y="383"/>
                  </a:cubicBezTo>
                  <a:cubicBezTo>
                    <a:pt x="2579" y="383"/>
                    <a:pt x="2579" y="383"/>
                    <a:pt x="2579" y="383"/>
                  </a:cubicBezTo>
                  <a:cubicBezTo>
                    <a:pt x="2579" y="288"/>
                    <a:pt x="2579" y="288"/>
                    <a:pt x="2579" y="288"/>
                  </a:cubicBezTo>
                  <a:lnTo>
                    <a:pt x="2816" y="288"/>
                  </a:lnTo>
                  <a:close/>
                  <a:moveTo>
                    <a:pt x="2920" y="605"/>
                  </a:moveTo>
                  <a:cubicBezTo>
                    <a:pt x="2920" y="11"/>
                    <a:pt x="2920" y="11"/>
                    <a:pt x="2920" y="11"/>
                  </a:cubicBezTo>
                  <a:cubicBezTo>
                    <a:pt x="3048" y="11"/>
                    <a:pt x="3048" y="11"/>
                    <a:pt x="3048" y="11"/>
                  </a:cubicBezTo>
                  <a:cubicBezTo>
                    <a:pt x="3048" y="248"/>
                    <a:pt x="3048" y="248"/>
                    <a:pt x="3048" y="248"/>
                  </a:cubicBezTo>
                  <a:cubicBezTo>
                    <a:pt x="3273" y="248"/>
                    <a:pt x="3273" y="248"/>
                    <a:pt x="3273" y="248"/>
                  </a:cubicBezTo>
                  <a:cubicBezTo>
                    <a:pt x="3273" y="11"/>
                    <a:pt x="3273" y="11"/>
                    <a:pt x="3273" y="11"/>
                  </a:cubicBezTo>
                  <a:cubicBezTo>
                    <a:pt x="3397" y="11"/>
                    <a:pt x="3397" y="11"/>
                    <a:pt x="3397" y="11"/>
                  </a:cubicBezTo>
                  <a:cubicBezTo>
                    <a:pt x="3397" y="605"/>
                    <a:pt x="3397" y="605"/>
                    <a:pt x="3397" y="605"/>
                  </a:cubicBezTo>
                  <a:cubicBezTo>
                    <a:pt x="3273" y="605"/>
                    <a:pt x="3273" y="605"/>
                    <a:pt x="3273" y="605"/>
                  </a:cubicBezTo>
                  <a:cubicBezTo>
                    <a:pt x="3273" y="345"/>
                    <a:pt x="3273" y="345"/>
                    <a:pt x="3273" y="345"/>
                  </a:cubicBezTo>
                  <a:cubicBezTo>
                    <a:pt x="3048" y="345"/>
                    <a:pt x="3048" y="345"/>
                    <a:pt x="3048" y="345"/>
                  </a:cubicBezTo>
                  <a:cubicBezTo>
                    <a:pt x="3048" y="605"/>
                    <a:pt x="3048" y="605"/>
                    <a:pt x="3048" y="605"/>
                  </a:cubicBezTo>
                  <a:lnTo>
                    <a:pt x="2920" y="605"/>
                  </a:lnTo>
                  <a:close/>
                  <a:moveTo>
                    <a:pt x="3628" y="605"/>
                  </a:moveTo>
                  <a:cubicBezTo>
                    <a:pt x="3628" y="107"/>
                    <a:pt x="3628" y="107"/>
                    <a:pt x="3628" y="107"/>
                  </a:cubicBezTo>
                  <a:cubicBezTo>
                    <a:pt x="3453" y="107"/>
                    <a:pt x="3453" y="107"/>
                    <a:pt x="3453" y="107"/>
                  </a:cubicBezTo>
                  <a:cubicBezTo>
                    <a:pt x="3453" y="11"/>
                    <a:pt x="3453" y="11"/>
                    <a:pt x="3453" y="11"/>
                  </a:cubicBezTo>
                  <a:cubicBezTo>
                    <a:pt x="3931" y="11"/>
                    <a:pt x="3931" y="11"/>
                    <a:pt x="3931" y="11"/>
                  </a:cubicBezTo>
                  <a:cubicBezTo>
                    <a:pt x="3931" y="107"/>
                    <a:pt x="3931" y="107"/>
                    <a:pt x="3931" y="107"/>
                  </a:cubicBezTo>
                  <a:cubicBezTo>
                    <a:pt x="3756" y="107"/>
                    <a:pt x="3756" y="107"/>
                    <a:pt x="3756" y="107"/>
                  </a:cubicBezTo>
                  <a:cubicBezTo>
                    <a:pt x="3756" y="605"/>
                    <a:pt x="3756" y="605"/>
                    <a:pt x="3756" y="605"/>
                  </a:cubicBezTo>
                  <a:lnTo>
                    <a:pt x="3628" y="605"/>
                  </a:lnTo>
                  <a:close/>
                </a:path>
              </a:pathLst>
            </a:custGeom>
            <a:solidFill>
              <a:srgbClr val="55555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6">
              <a:extLst>
                <a:ext uri="{FF2B5EF4-FFF2-40B4-BE49-F238E27FC236}">
                  <a16:creationId xmlns:a16="http://schemas.microsoft.com/office/drawing/2014/main" id="{64F20CB9-4127-4672-B9D3-714FA916023D}"/>
                </a:ext>
              </a:extLst>
            </p:cNvPr>
            <p:cNvSpPr>
              <a:spLocks/>
            </p:cNvSpPr>
            <p:nvPr userDrawn="1"/>
          </p:nvSpPr>
          <p:spPr bwMode="black">
            <a:xfrm>
              <a:off x="1231901" y="5359401"/>
              <a:ext cx="3417888" cy="2630487"/>
            </a:xfrm>
            <a:custGeom>
              <a:avLst/>
              <a:gdLst>
                <a:gd name="T0" fmla="*/ 1831 w 1831"/>
                <a:gd name="T1" fmla="*/ 726 h 1406"/>
                <a:gd name="T2" fmla="*/ 1765 w 1831"/>
                <a:gd name="T3" fmla="*/ 626 h 1406"/>
                <a:gd name="T4" fmla="*/ 1654 w 1831"/>
                <a:gd name="T5" fmla="*/ 379 h 1406"/>
                <a:gd name="T6" fmla="*/ 1533 w 1831"/>
                <a:gd name="T7" fmla="*/ 626 h 1406"/>
                <a:gd name="T8" fmla="*/ 1456 w 1831"/>
                <a:gd name="T9" fmla="*/ 726 h 1406"/>
                <a:gd name="T10" fmla="*/ 1339 w 1831"/>
                <a:gd name="T11" fmla="*/ 505 h 1406"/>
                <a:gd name="T12" fmla="*/ 1119 w 1831"/>
                <a:gd name="T13" fmla="*/ 0 h 1406"/>
                <a:gd name="T14" fmla="*/ 911 w 1831"/>
                <a:gd name="T15" fmla="*/ 506 h 1406"/>
                <a:gd name="T16" fmla="*/ 757 w 1831"/>
                <a:gd name="T17" fmla="*/ 726 h 1406"/>
                <a:gd name="T18" fmla="*/ 626 w 1831"/>
                <a:gd name="T19" fmla="*/ 553 h 1406"/>
                <a:gd name="T20" fmla="*/ 458 w 1831"/>
                <a:gd name="T21" fmla="*/ 218 h 1406"/>
                <a:gd name="T22" fmla="*/ 288 w 1831"/>
                <a:gd name="T23" fmla="*/ 562 h 1406"/>
                <a:gd name="T24" fmla="*/ 153 w 1831"/>
                <a:gd name="T25" fmla="*/ 726 h 1406"/>
                <a:gd name="T26" fmla="*/ 0 w 1831"/>
                <a:gd name="T27" fmla="*/ 726 h 1406"/>
                <a:gd name="T28" fmla="*/ 0 w 1831"/>
                <a:gd name="T29" fmla="*/ 727 h 1406"/>
                <a:gd name="T30" fmla="*/ 70 w 1831"/>
                <a:gd name="T31" fmla="*/ 830 h 1406"/>
                <a:gd name="T32" fmla="*/ 166 w 1831"/>
                <a:gd name="T33" fmla="*/ 1075 h 1406"/>
                <a:gd name="T34" fmla="*/ 268 w 1831"/>
                <a:gd name="T35" fmla="*/ 869 h 1406"/>
                <a:gd name="T36" fmla="*/ 374 w 1831"/>
                <a:gd name="T37" fmla="*/ 727 h 1406"/>
                <a:gd name="T38" fmla="*/ 506 w 1831"/>
                <a:gd name="T39" fmla="*/ 958 h 1406"/>
                <a:gd name="T40" fmla="*/ 707 w 1831"/>
                <a:gd name="T41" fmla="*/ 1406 h 1406"/>
                <a:gd name="T42" fmla="*/ 915 w 1831"/>
                <a:gd name="T43" fmla="*/ 958 h 1406"/>
                <a:gd name="T44" fmla="*/ 1083 w 1831"/>
                <a:gd name="T45" fmla="*/ 727 h 1406"/>
                <a:gd name="T46" fmla="*/ 1234 w 1831"/>
                <a:gd name="T47" fmla="*/ 901 h 1406"/>
                <a:gd name="T48" fmla="*/ 1380 w 1831"/>
                <a:gd name="T49" fmla="*/ 1131 h 1406"/>
                <a:gd name="T50" fmla="*/ 1534 w 1831"/>
                <a:gd name="T51" fmla="*/ 873 h 1406"/>
                <a:gd name="T52" fmla="*/ 1677 w 1831"/>
                <a:gd name="T53" fmla="*/ 727 h 1406"/>
                <a:gd name="T54" fmla="*/ 1831 w 1831"/>
                <a:gd name="T55" fmla="*/ 727 h 1406"/>
                <a:gd name="T56" fmla="*/ 1831 w 1831"/>
                <a:gd name="T57" fmla="*/ 726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31" h="1406">
                  <a:moveTo>
                    <a:pt x="1831" y="726"/>
                  </a:moveTo>
                  <a:cubicBezTo>
                    <a:pt x="1817" y="724"/>
                    <a:pt x="1786" y="709"/>
                    <a:pt x="1765" y="626"/>
                  </a:cubicBezTo>
                  <a:cubicBezTo>
                    <a:pt x="1730" y="493"/>
                    <a:pt x="1713" y="379"/>
                    <a:pt x="1654" y="379"/>
                  </a:cubicBezTo>
                  <a:cubicBezTo>
                    <a:pt x="1595" y="379"/>
                    <a:pt x="1568" y="493"/>
                    <a:pt x="1533" y="626"/>
                  </a:cubicBezTo>
                  <a:cubicBezTo>
                    <a:pt x="1512" y="705"/>
                    <a:pt x="1491" y="726"/>
                    <a:pt x="1456" y="726"/>
                  </a:cubicBezTo>
                  <a:cubicBezTo>
                    <a:pt x="1423" y="726"/>
                    <a:pt x="1389" y="711"/>
                    <a:pt x="1339" y="505"/>
                  </a:cubicBezTo>
                  <a:cubicBezTo>
                    <a:pt x="1295" y="325"/>
                    <a:pt x="1266" y="0"/>
                    <a:pt x="1119" y="0"/>
                  </a:cubicBezTo>
                  <a:cubicBezTo>
                    <a:pt x="973" y="0"/>
                    <a:pt x="930" y="424"/>
                    <a:pt x="911" y="506"/>
                  </a:cubicBezTo>
                  <a:cubicBezTo>
                    <a:pt x="887" y="607"/>
                    <a:pt x="830" y="726"/>
                    <a:pt x="757" y="726"/>
                  </a:cubicBezTo>
                  <a:cubicBezTo>
                    <a:pt x="685" y="726"/>
                    <a:pt x="647" y="643"/>
                    <a:pt x="626" y="553"/>
                  </a:cubicBezTo>
                  <a:cubicBezTo>
                    <a:pt x="592" y="416"/>
                    <a:pt x="555" y="218"/>
                    <a:pt x="458" y="218"/>
                  </a:cubicBezTo>
                  <a:cubicBezTo>
                    <a:pt x="362" y="218"/>
                    <a:pt x="331" y="382"/>
                    <a:pt x="288" y="562"/>
                  </a:cubicBezTo>
                  <a:cubicBezTo>
                    <a:pt x="263" y="668"/>
                    <a:pt x="223" y="726"/>
                    <a:pt x="153" y="726"/>
                  </a:cubicBezTo>
                  <a:cubicBezTo>
                    <a:pt x="0" y="726"/>
                    <a:pt x="0" y="726"/>
                    <a:pt x="0" y="726"/>
                  </a:cubicBezTo>
                  <a:cubicBezTo>
                    <a:pt x="0" y="727"/>
                    <a:pt x="0" y="727"/>
                    <a:pt x="0" y="727"/>
                  </a:cubicBezTo>
                  <a:cubicBezTo>
                    <a:pt x="20" y="733"/>
                    <a:pt x="60" y="766"/>
                    <a:pt x="70" y="830"/>
                  </a:cubicBezTo>
                  <a:cubicBezTo>
                    <a:pt x="94" y="981"/>
                    <a:pt x="113" y="1075"/>
                    <a:pt x="166" y="1075"/>
                  </a:cubicBezTo>
                  <a:cubicBezTo>
                    <a:pt x="218" y="1075"/>
                    <a:pt x="238" y="994"/>
                    <a:pt x="268" y="869"/>
                  </a:cubicBezTo>
                  <a:cubicBezTo>
                    <a:pt x="292" y="770"/>
                    <a:pt x="329" y="727"/>
                    <a:pt x="374" y="727"/>
                  </a:cubicBezTo>
                  <a:cubicBezTo>
                    <a:pt x="439" y="727"/>
                    <a:pt x="470" y="807"/>
                    <a:pt x="506" y="958"/>
                  </a:cubicBezTo>
                  <a:cubicBezTo>
                    <a:pt x="577" y="1260"/>
                    <a:pt x="592" y="1406"/>
                    <a:pt x="707" y="1406"/>
                  </a:cubicBezTo>
                  <a:cubicBezTo>
                    <a:pt x="821" y="1406"/>
                    <a:pt x="839" y="1260"/>
                    <a:pt x="915" y="958"/>
                  </a:cubicBezTo>
                  <a:cubicBezTo>
                    <a:pt x="949" y="827"/>
                    <a:pt x="1011" y="727"/>
                    <a:pt x="1083" y="727"/>
                  </a:cubicBezTo>
                  <a:cubicBezTo>
                    <a:pt x="1156" y="727"/>
                    <a:pt x="1207" y="824"/>
                    <a:pt x="1234" y="901"/>
                  </a:cubicBezTo>
                  <a:cubicBezTo>
                    <a:pt x="1291" y="1068"/>
                    <a:pt x="1317" y="1131"/>
                    <a:pt x="1380" y="1131"/>
                  </a:cubicBezTo>
                  <a:cubicBezTo>
                    <a:pt x="1443" y="1131"/>
                    <a:pt x="1478" y="1055"/>
                    <a:pt x="1534" y="873"/>
                  </a:cubicBezTo>
                  <a:cubicBezTo>
                    <a:pt x="1569" y="758"/>
                    <a:pt x="1574" y="727"/>
                    <a:pt x="1677" y="727"/>
                  </a:cubicBezTo>
                  <a:cubicBezTo>
                    <a:pt x="1831" y="727"/>
                    <a:pt x="1831" y="727"/>
                    <a:pt x="1831" y="727"/>
                  </a:cubicBezTo>
                  <a:cubicBezTo>
                    <a:pt x="1831" y="726"/>
                    <a:pt x="1831" y="726"/>
                    <a:pt x="1831" y="726"/>
                  </a:cubicBezTo>
                  <a:close/>
                </a:path>
              </a:pathLst>
            </a:custGeom>
            <a:solidFill>
              <a:srgbClr val="EB0029"/>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0832009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Subtitle">
            <a:extLst>
              <a:ext uri="{FF2B5EF4-FFF2-40B4-BE49-F238E27FC236}">
                <a16:creationId xmlns:a16="http://schemas.microsoft.com/office/drawing/2014/main" id="{DFCA12C4-AE90-4F31-9EA7-3AA24CB39148}"/>
              </a:ext>
            </a:extLst>
          </p:cNvPr>
          <p:cNvSpPr>
            <a:spLocks noGrp="1"/>
          </p:cNvSpPr>
          <p:nvPr>
            <p:ph type="body" sz="quarter" idx="13" hasCustomPrompt="1"/>
          </p:nvPr>
        </p:nvSpPr>
        <p:spPr bwMode="ltGray">
          <a:xfrm>
            <a:off x="449201" y="920555"/>
            <a:ext cx="7453790" cy="393954"/>
          </a:xfrm>
          <a:gradFill>
            <a:gsLst>
              <a:gs pos="0">
                <a:schemeClr val="accent1"/>
              </a:gs>
              <a:gs pos="100000">
                <a:schemeClr val="accent1">
                  <a:lumMod val="50000"/>
                </a:schemeClr>
              </a:gs>
            </a:gsLst>
            <a:lin ang="5400000" scaled="1"/>
          </a:gradFill>
        </p:spPr>
        <p:txBody>
          <a:bodyPr vert="horz" lIns="137160" tIns="73152" rIns="137160" bIns="73152" rtlCol="0" anchor="ctr">
            <a:spAutoFit/>
          </a:bodyPr>
          <a:lstStyle>
            <a:lvl1pPr marL="0" indent="0">
              <a:buFont typeface="Arial" panose="020B0604020202020204" pitchFamily="34" charset="0"/>
              <a:buNone/>
              <a:defRPr lang="en-US" sz="1600" b="1" cap="all" spc="300" baseline="0" dirty="0">
                <a:solidFill>
                  <a:schemeClr val="bg1"/>
                </a:solidFill>
              </a:defRPr>
            </a:lvl1pPr>
          </a:lstStyle>
          <a:p>
            <a:pPr marL="182880" lvl="0" indent="-182880"/>
            <a:r>
              <a:rPr lang="en-US"/>
              <a:t>Subtitle (Delete if not used)</a:t>
            </a:r>
          </a:p>
        </p:txBody>
      </p:sp>
      <p:sp>
        <p:nvSpPr>
          <p:cNvPr id="3" name="Footer Placeholder 2">
            <a:extLst>
              <a:ext uri="{FF2B5EF4-FFF2-40B4-BE49-F238E27FC236}">
                <a16:creationId xmlns:a16="http://schemas.microsoft.com/office/drawing/2014/main" id="{F4ADC8EF-0ABA-4B52-AEA2-7A3943163EAA}"/>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72B8CEC4-B0CD-4400-A6AD-DD3E12310A92}"/>
              </a:ext>
            </a:extLst>
          </p:cNvPr>
          <p:cNvSpPr>
            <a:spLocks noGrp="1"/>
          </p:cNvSpPr>
          <p:nvPr>
            <p:ph type="title" hasCustomPrompt="1"/>
          </p:nvPr>
        </p:nvSpPr>
        <p:spPr/>
        <p:txBody>
          <a:bodyPr/>
          <a:lstStyle>
            <a:lvl1pPr>
              <a:defRPr/>
            </a:lvl1pPr>
          </a:lstStyle>
          <a:p>
            <a:r>
              <a:rPr lang="en-US"/>
              <a:t>Title Only Layout</a:t>
            </a:r>
          </a:p>
        </p:txBody>
      </p:sp>
    </p:spTree>
    <p:extLst>
      <p:ext uri="{BB962C8B-B14F-4D97-AF65-F5344CB8AC3E}">
        <p14:creationId xmlns:p14="http://schemas.microsoft.com/office/powerpoint/2010/main" val="15068027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6D468E16-0E6F-4B64-BCD8-5D8D8376E1AB}"/>
              </a:ext>
            </a:extLst>
          </p:cNvPr>
          <p:cNvSpPr>
            <a:spLocks noGrp="1"/>
          </p:cNvSpPr>
          <p:nvPr>
            <p:ph sz="quarter" idx="14"/>
          </p:nvPr>
        </p:nvSpPr>
        <p:spPr>
          <a:xfrm>
            <a:off x="449580" y="1802869"/>
            <a:ext cx="11292840" cy="4479059"/>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a:extLst>
              <a:ext uri="{FF2B5EF4-FFF2-40B4-BE49-F238E27FC236}">
                <a16:creationId xmlns:a16="http://schemas.microsoft.com/office/drawing/2014/main" id="{DFCA12C4-AE90-4F31-9EA7-3AA24CB39148}"/>
              </a:ext>
            </a:extLst>
          </p:cNvPr>
          <p:cNvSpPr>
            <a:spLocks noGrp="1"/>
          </p:cNvSpPr>
          <p:nvPr>
            <p:ph type="body" sz="quarter" idx="13" hasCustomPrompt="1"/>
          </p:nvPr>
        </p:nvSpPr>
        <p:spPr bwMode="ltGray">
          <a:xfrm>
            <a:off x="449201" y="920555"/>
            <a:ext cx="7453790" cy="393954"/>
          </a:xfrm>
          <a:gradFill>
            <a:gsLst>
              <a:gs pos="0">
                <a:schemeClr val="accent1"/>
              </a:gs>
              <a:gs pos="100000">
                <a:schemeClr val="accent1">
                  <a:lumMod val="50000"/>
                </a:schemeClr>
              </a:gs>
            </a:gsLst>
            <a:lin ang="5400000" scaled="1"/>
          </a:gradFill>
        </p:spPr>
        <p:txBody>
          <a:bodyPr vert="horz" lIns="137160" tIns="73152" rIns="137160" bIns="73152" rtlCol="0" anchor="ctr">
            <a:spAutoFit/>
          </a:bodyPr>
          <a:lstStyle>
            <a:lvl1pPr marL="0" indent="0">
              <a:buNone/>
              <a:defRPr lang="en-US" sz="1600" b="1" kern="1200" cap="all" spc="300" baseline="0" dirty="0">
                <a:solidFill>
                  <a:schemeClr val="bg1"/>
                </a:solidFill>
                <a:latin typeface="+mn-lt"/>
                <a:ea typeface="+mn-ea"/>
                <a:cs typeface="+mn-cs"/>
              </a:defRPr>
            </a:lvl1pPr>
          </a:lstStyle>
          <a:p>
            <a:pPr marL="285750" lvl="0" indent="-285750" algn="l" defTabSz="914400" rtl="0" eaLnBrk="1" latinLnBrk="0" hangingPunct="1">
              <a:lnSpc>
                <a:spcPct val="100000"/>
              </a:lnSpc>
              <a:spcBef>
                <a:spcPts val="1000"/>
              </a:spcBef>
              <a:buClr>
                <a:schemeClr val="accent1"/>
              </a:buClr>
            </a:pPr>
            <a:r>
              <a:rPr lang="en-US"/>
              <a:t>Subtitle (Delete if not used)</a:t>
            </a:r>
          </a:p>
        </p:txBody>
      </p:sp>
      <p:sp>
        <p:nvSpPr>
          <p:cNvPr id="3" name="Footer Placeholder 2">
            <a:extLst>
              <a:ext uri="{FF2B5EF4-FFF2-40B4-BE49-F238E27FC236}">
                <a16:creationId xmlns:a16="http://schemas.microsoft.com/office/drawing/2014/main" id="{9EF94C0C-A1DE-4B4E-81B9-17917168456C}"/>
              </a:ext>
            </a:extLst>
          </p:cNvPr>
          <p:cNvSpPr>
            <a:spLocks noGrp="1"/>
          </p:cNvSpPr>
          <p:nvPr>
            <p:ph type="ftr" sz="quarter" idx="15"/>
          </p:nvPr>
        </p:nvSpPr>
        <p:spPr/>
        <p:txBody>
          <a:bodyPr/>
          <a:lstStyle/>
          <a:p>
            <a:endParaRPr lang="en-US"/>
          </a:p>
        </p:txBody>
      </p:sp>
      <p:sp>
        <p:nvSpPr>
          <p:cNvPr id="4" name="Title 3">
            <a:extLst>
              <a:ext uri="{FF2B5EF4-FFF2-40B4-BE49-F238E27FC236}">
                <a16:creationId xmlns:a16="http://schemas.microsoft.com/office/drawing/2014/main" id="{856CA66E-0730-4548-BD28-48477B0C3CAB}"/>
              </a:ext>
            </a:extLst>
          </p:cNvPr>
          <p:cNvSpPr>
            <a:spLocks noGrp="1"/>
          </p:cNvSpPr>
          <p:nvPr>
            <p:ph type="title" hasCustomPrompt="1"/>
          </p:nvPr>
        </p:nvSpPr>
        <p:spPr/>
        <p:txBody>
          <a:bodyPr/>
          <a:lstStyle>
            <a:lvl1pPr>
              <a:defRPr/>
            </a:lvl1pPr>
          </a:lstStyle>
          <a:p>
            <a:r>
              <a:rPr lang="en-US"/>
              <a:t>One Column Layout</a:t>
            </a:r>
          </a:p>
        </p:txBody>
      </p:sp>
    </p:spTree>
    <p:extLst>
      <p:ext uri="{BB962C8B-B14F-4D97-AF65-F5344CB8AC3E}">
        <p14:creationId xmlns:p14="http://schemas.microsoft.com/office/powerpoint/2010/main" val="398775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4419DE35-D0AB-4348-89C4-2714CF5EEDE7}"/>
              </a:ext>
            </a:extLst>
          </p:cNvPr>
          <p:cNvSpPr>
            <a:spLocks noGrp="1"/>
          </p:cNvSpPr>
          <p:nvPr>
            <p:ph sz="quarter" idx="15"/>
          </p:nvPr>
        </p:nvSpPr>
        <p:spPr>
          <a:xfrm>
            <a:off x="6208776" y="1802869"/>
            <a:ext cx="5532120" cy="4479059"/>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5pPr>
              <a:defRPr>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6D468E16-0E6F-4B64-BCD8-5D8D8376E1AB}"/>
              </a:ext>
            </a:extLst>
          </p:cNvPr>
          <p:cNvSpPr>
            <a:spLocks noGrp="1"/>
          </p:cNvSpPr>
          <p:nvPr>
            <p:ph sz="quarter" idx="14"/>
          </p:nvPr>
        </p:nvSpPr>
        <p:spPr>
          <a:xfrm>
            <a:off x="449580" y="1802869"/>
            <a:ext cx="5532120" cy="4479059"/>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a:extLst>
              <a:ext uri="{FF2B5EF4-FFF2-40B4-BE49-F238E27FC236}">
                <a16:creationId xmlns:a16="http://schemas.microsoft.com/office/drawing/2014/main" id="{DFCA12C4-AE90-4F31-9EA7-3AA24CB39148}"/>
              </a:ext>
            </a:extLst>
          </p:cNvPr>
          <p:cNvSpPr>
            <a:spLocks noGrp="1"/>
          </p:cNvSpPr>
          <p:nvPr>
            <p:ph type="body" sz="quarter" idx="13" hasCustomPrompt="1"/>
          </p:nvPr>
        </p:nvSpPr>
        <p:spPr bwMode="ltGray">
          <a:xfrm>
            <a:off x="449201" y="920555"/>
            <a:ext cx="7453790" cy="393954"/>
          </a:xfrm>
          <a:gradFill>
            <a:gsLst>
              <a:gs pos="0">
                <a:schemeClr val="accent1"/>
              </a:gs>
              <a:gs pos="100000">
                <a:schemeClr val="accent1">
                  <a:lumMod val="50000"/>
                </a:schemeClr>
              </a:gs>
            </a:gsLst>
            <a:lin ang="5400000" scaled="1"/>
          </a:gradFill>
        </p:spPr>
        <p:txBody>
          <a:bodyPr vert="horz" lIns="137160" tIns="73152" rIns="137160" bIns="73152" rtlCol="0" anchor="ctr">
            <a:spAutoFit/>
          </a:bodyPr>
          <a:lstStyle>
            <a:lvl1pPr marL="0" indent="0">
              <a:buNone/>
              <a:defRPr lang="en-US" sz="1600" b="1" kern="1200" cap="all" spc="300" baseline="0" dirty="0">
                <a:solidFill>
                  <a:schemeClr val="bg1"/>
                </a:solidFill>
                <a:latin typeface="+mn-lt"/>
                <a:ea typeface="+mn-ea"/>
                <a:cs typeface="+mn-cs"/>
              </a:defRPr>
            </a:lvl1pPr>
          </a:lstStyle>
          <a:p>
            <a:pPr marL="285750" lvl="0" indent="-285750" algn="l" defTabSz="914400" rtl="0" eaLnBrk="1" latinLnBrk="0" hangingPunct="1">
              <a:lnSpc>
                <a:spcPct val="100000"/>
              </a:lnSpc>
              <a:spcBef>
                <a:spcPts val="1000"/>
              </a:spcBef>
              <a:buClr>
                <a:schemeClr val="accent1"/>
              </a:buClr>
            </a:pPr>
            <a:r>
              <a:rPr lang="en-US"/>
              <a:t>Subtitle (Delete if not used)</a:t>
            </a:r>
          </a:p>
        </p:txBody>
      </p:sp>
      <p:sp>
        <p:nvSpPr>
          <p:cNvPr id="3" name="Footer Placeholder 2">
            <a:extLst>
              <a:ext uri="{FF2B5EF4-FFF2-40B4-BE49-F238E27FC236}">
                <a16:creationId xmlns:a16="http://schemas.microsoft.com/office/drawing/2014/main" id="{3208BA35-76C2-4ED8-B770-6CBDC27C821F}"/>
              </a:ext>
            </a:extLst>
          </p:cNvPr>
          <p:cNvSpPr>
            <a:spLocks noGrp="1"/>
          </p:cNvSpPr>
          <p:nvPr>
            <p:ph type="ftr" sz="quarter" idx="16"/>
          </p:nvPr>
        </p:nvSpPr>
        <p:spPr/>
        <p:txBody>
          <a:bodyPr/>
          <a:lstStyle/>
          <a:p>
            <a:endParaRPr lang="en-US"/>
          </a:p>
        </p:txBody>
      </p:sp>
      <p:sp>
        <p:nvSpPr>
          <p:cNvPr id="4" name="Title 3">
            <a:extLst>
              <a:ext uri="{FF2B5EF4-FFF2-40B4-BE49-F238E27FC236}">
                <a16:creationId xmlns:a16="http://schemas.microsoft.com/office/drawing/2014/main" id="{A0187FFC-2B63-49CE-B2BC-B238E1BC79DB}"/>
              </a:ext>
            </a:extLst>
          </p:cNvPr>
          <p:cNvSpPr>
            <a:spLocks noGrp="1"/>
          </p:cNvSpPr>
          <p:nvPr>
            <p:ph type="title" hasCustomPrompt="1"/>
          </p:nvPr>
        </p:nvSpPr>
        <p:spPr/>
        <p:txBody>
          <a:bodyPr/>
          <a:lstStyle>
            <a:lvl1pPr>
              <a:defRPr/>
            </a:lvl1pPr>
          </a:lstStyle>
          <a:p>
            <a:r>
              <a:rPr lang="en-US"/>
              <a:t>Two Column Layout</a:t>
            </a:r>
          </a:p>
        </p:txBody>
      </p:sp>
    </p:spTree>
    <p:extLst>
      <p:ext uri="{BB962C8B-B14F-4D97-AF65-F5344CB8AC3E}">
        <p14:creationId xmlns:p14="http://schemas.microsoft.com/office/powerpoint/2010/main" val="14041076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4E7D5292-8D24-405D-9E5D-79D2DD40F684}"/>
              </a:ext>
            </a:extLst>
          </p:cNvPr>
          <p:cNvSpPr>
            <a:spLocks noGrp="1"/>
          </p:cNvSpPr>
          <p:nvPr>
            <p:ph sz="quarter" idx="16"/>
          </p:nvPr>
        </p:nvSpPr>
        <p:spPr>
          <a:xfrm>
            <a:off x="8129016" y="1802869"/>
            <a:ext cx="3611880" cy="4479504"/>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419DE35-D0AB-4348-89C4-2714CF5EEDE7}"/>
              </a:ext>
            </a:extLst>
          </p:cNvPr>
          <p:cNvSpPr>
            <a:spLocks noGrp="1"/>
          </p:cNvSpPr>
          <p:nvPr>
            <p:ph sz="quarter" idx="15"/>
          </p:nvPr>
        </p:nvSpPr>
        <p:spPr>
          <a:xfrm>
            <a:off x="4289298" y="1802424"/>
            <a:ext cx="3611880" cy="4479504"/>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6D468E16-0E6F-4B64-BCD8-5D8D8376E1AB}"/>
              </a:ext>
            </a:extLst>
          </p:cNvPr>
          <p:cNvSpPr>
            <a:spLocks noGrp="1"/>
          </p:cNvSpPr>
          <p:nvPr>
            <p:ph sz="quarter" idx="14"/>
          </p:nvPr>
        </p:nvSpPr>
        <p:spPr>
          <a:xfrm>
            <a:off x="449580" y="1802424"/>
            <a:ext cx="3611880" cy="4479504"/>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a:extLst>
              <a:ext uri="{FF2B5EF4-FFF2-40B4-BE49-F238E27FC236}">
                <a16:creationId xmlns:a16="http://schemas.microsoft.com/office/drawing/2014/main" id="{DFCA12C4-AE90-4F31-9EA7-3AA24CB39148}"/>
              </a:ext>
            </a:extLst>
          </p:cNvPr>
          <p:cNvSpPr>
            <a:spLocks noGrp="1"/>
          </p:cNvSpPr>
          <p:nvPr>
            <p:ph type="body" sz="quarter" idx="13" hasCustomPrompt="1"/>
          </p:nvPr>
        </p:nvSpPr>
        <p:spPr bwMode="ltGray">
          <a:xfrm>
            <a:off x="449201" y="920555"/>
            <a:ext cx="7453790" cy="393954"/>
          </a:xfrm>
          <a:gradFill>
            <a:gsLst>
              <a:gs pos="0">
                <a:schemeClr val="accent1"/>
              </a:gs>
              <a:gs pos="100000">
                <a:schemeClr val="accent1">
                  <a:lumMod val="50000"/>
                </a:schemeClr>
              </a:gs>
            </a:gsLst>
            <a:lin ang="5400000" scaled="1"/>
          </a:gradFill>
        </p:spPr>
        <p:txBody>
          <a:bodyPr vert="horz" lIns="137160" tIns="73152" rIns="137160" bIns="73152" rtlCol="0" anchor="ctr">
            <a:spAutoFit/>
          </a:bodyPr>
          <a:lstStyle>
            <a:lvl1pPr marL="0" indent="0">
              <a:buNone/>
              <a:defRPr lang="en-US" sz="1600" b="1" kern="1200" cap="all" spc="300" baseline="0" dirty="0">
                <a:solidFill>
                  <a:schemeClr val="bg1"/>
                </a:solidFill>
                <a:latin typeface="+mn-lt"/>
                <a:ea typeface="+mn-ea"/>
                <a:cs typeface="+mn-cs"/>
              </a:defRPr>
            </a:lvl1pPr>
          </a:lstStyle>
          <a:p>
            <a:pPr marL="285750" lvl="0" indent="-285750" algn="l" defTabSz="914400" rtl="0" eaLnBrk="1" latinLnBrk="0" hangingPunct="1">
              <a:lnSpc>
                <a:spcPct val="100000"/>
              </a:lnSpc>
              <a:spcBef>
                <a:spcPts val="1000"/>
              </a:spcBef>
              <a:buClr>
                <a:schemeClr val="accent1"/>
              </a:buClr>
            </a:pPr>
            <a:r>
              <a:rPr lang="en-US"/>
              <a:t>Subtitle (Delete if not used)</a:t>
            </a:r>
          </a:p>
        </p:txBody>
      </p:sp>
      <p:sp>
        <p:nvSpPr>
          <p:cNvPr id="3" name="Footer Placeholder 2">
            <a:extLst>
              <a:ext uri="{FF2B5EF4-FFF2-40B4-BE49-F238E27FC236}">
                <a16:creationId xmlns:a16="http://schemas.microsoft.com/office/drawing/2014/main" id="{6504F64A-6956-41D3-B0E4-CCC3453A7F77}"/>
              </a:ext>
            </a:extLst>
          </p:cNvPr>
          <p:cNvSpPr>
            <a:spLocks noGrp="1"/>
          </p:cNvSpPr>
          <p:nvPr>
            <p:ph type="ftr" sz="quarter" idx="17"/>
          </p:nvPr>
        </p:nvSpPr>
        <p:spPr/>
        <p:txBody>
          <a:bodyPr/>
          <a:lstStyle/>
          <a:p>
            <a:endParaRPr lang="en-US"/>
          </a:p>
        </p:txBody>
      </p:sp>
      <p:sp>
        <p:nvSpPr>
          <p:cNvPr id="4" name="Title 3">
            <a:extLst>
              <a:ext uri="{FF2B5EF4-FFF2-40B4-BE49-F238E27FC236}">
                <a16:creationId xmlns:a16="http://schemas.microsoft.com/office/drawing/2014/main" id="{D9030608-2773-46C2-905B-B17C3B831C19}"/>
              </a:ext>
            </a:extLst>
          </p:cNvPr>
          <p:cNvSpPr>
            <a:spLocks noGrp="1"/>
          </p:cNvSpPr>
          <p:nvPr>
            <p:ph type="title" hasCustomPrompt="1"/>
          </p:nvPr>
        </p:nvSpPr>
        <p:spPr/>
        <p:txBody>
          <a:bodyPr/>
          <a:lstStyle>
            <a:lvl1pPr>
              <a:defRPr/>
            </a:lvl1pPr>
          </a:lstStyle>
          <a:p>
            <a:r>
              <a:rPr lang="en-US"/>
              <a:t>Three Column Layout</a:t>
            </a:r>
          </a:p>
        </p:txBody>
      </p:sp>
    </p:spTree>
    <p:extLst>
      <p:ext uri="{BB962C8B-B14F-4D97-AF65-F5344CB8AC3E}">
        <p14:creationId xmlns:p14="http://schemas.microsoft.com/office/powerpoint/2010/main" val="31826710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hoto R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999E3BF3-DA31-48DD-AC45-91FC2DBAAD4C}"/>
              </a:ext>
            </a:extLst>
          </p:cNvPr>
          <p:cNvSpPr>
            <a:spLocks noGrp="1"/>
          </p:cNvSpPr>
          <p:nvPr>
            <p:ph type="pic" sz="quarter" idx="15" hasCustomPrompt="1"/>
          </p:nvPr>
        </p:nvSpPr>
        <p:spPr>
          <a:xfrm>
            <a:off x="5251704" y="0"/>
            <a:ext cx="6940296" cy="6858000"/>
          </a:xfrm>
          <a:solidFill>
            <a:schemeClr val="bg1">
              <a:lumMod val="85000"/>
            </a:schemeClr>
          </a:solidFill>
        </p:spPr>
        <p:txBody>
          <a:bodyPr vert="horz" lIns="0" tIns="0" rIns="0" bIns="822960" rtlCol="0" anchor="ctr">
            <a:noAutofit/>
          </a:bodyPr>
          <a:lstStyle>
            <a:lvl1pPr marL="0" indent="0" algn="ctr">
              <a:buFont typeface="Arial" panose="020B0604020202020204" pitchFamily="34" charset="0"/>
              <a:buNone/>
              <a:defRPr lang="en-US" sz="1800">
                <a:solidFill>
                  <a:schemeClr val="tx1"/>
                </a:solidFill>
              </a:defRPr>
            </a:lvl1pPr>
          </a:lstStyle>
          <a:p>
            <a:pPr lvl="0" algn="ctr"/>
            <a:r>
              <a:rPr lang="en-US"/>
              <a:t>Click icon below to insert picture</a:t>
            </a:r>
          </a:p>
        </p:txBody>
      </p:sp>
      <p:sp>
        <p:nvSpPr>
          <p:cNvPr id="12" name="Content Placeholder 11">
            <a:extLst>
              <a:ext uri="{FF2B5EF4-FFF2-40B4-BE49-F238E27FC236}">
                <a16:creationId xmlns:a16="http://schemas.microsoft.com/office/drawing/2014/main" id="{6D468E16-0E6F-4B64-BCD8-5D8D8376E1AB}"/>
              </a:ext>
            </a:extLst>
          </p:cNvPr>
          <p:cNvSpPr>
            <a:spLocks noGrp="1"/>
          </p:cNvSpPr>
          <p:nvPr>
            <p:ph sz="quarter" idx="14"/>
          </p:nvPr>
        </p:nvSpPr>
        <p:spPr>
          <a:xfrm>
            <a:off x="449580" y="1801368"/>
            <a:ext cx="4206240" cy="4480560"/>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a:extLst>
              <a:ext uri="{FF2B5EF4-FFF2-40B4-BE49-F238E27FC236}">
                <a16:creationId xmlns:a16="http://schemas.microsoft.com/office/drawing/2014/main" id="{DFCA12C4-AE90-4F31-9EA7-3AA24CB39148}"/>
              </a:ext>
            </a:extLst>
          </p:cNvPr>
          <p:cNvSpPr>
            <a:spLocks noGrp="1"/>
          </p:cNvSpPr>
          <p:nvPr>
            <p:ph type="body" sz="quarter" idx="13" hasCustomPrompt="1"/>
          </p:nvPr>
        </p:nvSpPr>
        <p:spPr bwMode="ltGray">
          <a:xfrm>
            <a:off x="449201" y="920555"/>
            <a:ext cx="4206240" cy="393954"/>
          </a:xfrm>
          <a:gradFill>
            <a:gsLst>
              <a:gs pos="0">
                <a:schemeClr val="accent1"/>
              </a:gs>
              <a:gs pos="100000">
                <a:schemeClr val="accent1">
                  <a:lumMod val="50000"/>
                </a:schemeClr>
              </a:gs>
            </a:gsLst>
            <a:lin ang="5400000" scaled="1"/>
          </a:gradFill>
        </p:spPr>
        <p:txBody>
          <a:bodyPr vert="horz" lIns="137160" tIns="73152" rIns="137160" bIns="73152" rtlCol="0" anchor="ctr">
            <a:spAutoFit/>
          </a:bodyPr>
          <a:lstStyle>
            <a:lvl1pPr marL="0" indent="0">
              <a:buNone/>
              <a:defRPr lang="en-US" sz="1600" b="1" kern="1200" cap="all" spc="300" baseline="0" dirty="0">
                <a:solidFill>
                  <a:schemeClr val="bg1"/>
                </a:solidFill>
                <a:latin typeface="+mn-lt"/>
                <a:ea typeface="+mn-ea"/>
                <a:cs typeface="+mn-cs"/>
              </a:defRPr>
            </a:lvl1pPr>
          </a:lstStyle>
          <a:p>
            <a:pPr marL="285750" lvl="0" indent="-285750" algn="l" defTabSz="914400" rtl="0" eaLnBrk="1" latinLnBrk="0" hangingPunct="1">
              <a:lnSpc>
                <a:spcPct val="100000"/>
              </a:lnSpc>
              <a:spcBef>
                <a:spcPts val="1000"/>
              </a:spcBef>
              <a:buClr>
                <a:schemeClr val="accent1"/>
              </a:buClr>
            </a:pPr>
            <a:r>
              <a:rPr lang="en-US"/>
              <a:t>Subtitle (D.I.N.U.)</a:t>
            </a:r>
          </a:p>
        </p:txBody>
      </p:sp>
      <p:sp>
        <p:nvSpPr>
          <p:cNvPr id="2" name="Title">
            <a:extLst>
              <a:ext uri="{FF2B5EF4-FFF2-40B4-BE49-F238E27FC236}">
                <a16:creationId xmlns:a16="http://schemas.microsoft.com/office/drawing/2014/main" id="{AD051183-1C65-4067-A80F-CAB4F09E82D7}"/>
              </a:ext>
            </a:extLst>
          </p:cNvPr>
          <p:cNvSpPr>
            <a:spLocks noGrp="1"/>
          </p:cNvSpPr>
          <p:nvPr>
            <p:ph type="title" hasCustomPrompt="1"/>
          </p:nvPr>
        </p:nvSpPr>
        <p:spPr>
          <a:xfrm>
            <a:off x="449202" y="372339"/>
            <a:ext cx="4206240" cy="492443"/>
          </a:xfrm>
        </p:spPr>
        <p:txBody>
          <a:bodyPr>
            <a:noAutofit/>
          </a:bodyPr>
          <a:lstStyle>
            <a:lvl1pPr>
              <a:defRPr/>
            </a:lvl1pPr>
          </a:lstStyle>
          <a:p>
            <a:r>
              <a:rPr lang="en-US"/>
              <a:t>Photo Right Layout</a:t>
            </a:r>
          </a:p>
        </p:txBody>
      </p:sp>
    </p:spTree>
    <p:extLst>
      <p:ext uri="{BB962C8B-B14F-4D97-AF65-F5344CB8AC3E}">
        <p14:creationId xmlns:p14="http://schemas.microsoft.com/office/powerpoint/2010/main" val="5380534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Numbered One Column">
    <p:spTree>
      <p:nvGrpSpPr>
        <p:cNvPr id="1" name=""/>
        <p:cNvGrpSpPr/>
        <p:nvPr/>
      </p:nvGrpSpPr>
      <p:grpSpPr>
        <a:xfrm>
          <a:off x="0" y="0"/>
          <a:ext cx="0" cy="0"/>
          <a:chOff x="0" y="0"/>
          <a:chExt cx="0" cy="0"/>
        </a:xfrm>
      </p:grpSpPr>
      <p:sp>
        <p:nvSpPr>
          <p:cNvPr id="8" name="Subtitle">
            <a:extLst>
              <a:ext uri="{FF2B5EF4-FFF2-40B4-BE49-F238E27FC236}">
                <a16:creationId xmlns:a16="http://schemas.microsoft.com/office/drawing/2014/main" id="{DFCA12C4-AE90-4F31-9EA7-3AA24CB39148}"/>
              </a:ext>
            </a:extLst>
          </p:cNvPr>
          <p:cNvSpPr>
            <a:spLocks noGrp="1"/>
          </p:cNvSpPr>
          <p:nvPr>
            <p:ph type="body" sz="quarter" idx="13" hasCustomPrompt="1"/>
          </p:nvPr>
        </p:nvSpPr>
        <p:spPr bwMode="ltGray">
          <a:xfrm>
            <a:off x="449201" y="920555"/>
            <a:ext cx="7453790" cy="393954"/>
          </a:xfrm>
          <a:gradFill>
            <a:gsLst>
              <a:gs pos="0">
                <a:schemeClr val="accent1"/>
              </a:gs>
              <a:gs pos="100000">
                <a:schemeClr val="accent1">
                  <a:lumMod val="50000"/>
                </a:schemeClr>
              </a:gs>
            </a:gsLst>
            <a:lin ang="5400000" scaled="1"/>
          </a:gradFill>
        </p:spPr>
        <p:txBody>
          <a:bodyPr vert="horz" lIns="137160" tIns="73152" rIns="137160" bIns="73152" rtlCol="0" anchor="ctr">
            <a:spAutoFit/>
          </a:bodyPr>
          <a:lstStyle>
            <a:lvl1pPr marL="0" indent="0">
              <a:buNone/>
              <a:defRPr lang="en-US" sz="1600" b="1" kern="1200" cap="all" spc="300" baseline="0" dirty="0">
                <a:solidFill>
                  <a:schemeClr val="bg1"/>
                </a:solidFill>
                <a:latin typeface="+mn-lt"/>
                <a:ea typeface="+mn-ea"/>
                <a:cs typeface="+mn-cs"/>
              </a:defRPr>
            </a:lvl1pPr>
          </a:lstStyle>
          <a:p>
            <a:pPr marL="285750" lvl="0" indent="-285750" algn="l" defTabSz="914400" rtl="0" eaLnBrk="1" latinLnBrk="0" hangingPunct="1">
              <a:lnSpc>
                <a:spcPct val="100000"/>
              </a:lnSpc>
              <a:spcBef>
                <a:spcPts val="1000"/>
              </a:spcBef>
              <a:buClr>
                <a:schemeClr val="accent1"/>
              </a:buClr>
            </a:pPr>
            <a:r>
              <a:rPr lang="en-US"/>
              <a:t>Subtitle (Delete if not used)</a:t>
            </a:r>
          </a:p>
        </p:txBody>
      </p:sp>
      <p:sp>
        <p:nvSpPr>
          <p:cNvPr id="3" name="Footer Placeholder 2">
            <a:extLst>
              <a:ext uri="{FF2B5EF4-FFF2-40B4-BE49-F238E27FC236}">
                <a16:creationId xmlns:a16="http://schemas.microsoft.com/office/drawing/2014/main" id="{9EF94C0C-A1DE-4B4E-81B9-17917168456C}"/>
              </a:ext>
            </a:extLst>
          </p:cNvPr>
          <p:cNvSpPr>
            <a:spLocks noGrp="1"/>
          </p:cNvSpPr>
          <p:nvPr>
            <p:ph type="ftr" sz="quarter" idx="15"/>
          </p:nvPr>
        </p:nvSpPr>
        <p:spPr/>
        <p:txBody>
          <a:bodyPr/>
          <a:lstStyle/>
          <a:p>
            <a:endParaRPr lang="en-US"/>
          </a:p>
        </p:txBody>
      </p:sp>
      <p:sp>
        <p:nvSpPr>
          <p:cNvPr id="4" name="Title 3">
            <a:extLst>
              <a:ext uri="{FF2B5EF4-FFF2-40B4-BE49-F238E27FC236}">
                <a16:creationId xmlns:a16="http://schemas.microsoft.com/office/drawing/2014/main" id="{856CA66E-0730-4548-BD28-48477B0C3CAB}"/>
              </a:ext>
            </a:extLst>
          </p:cNvPr>
          <p:cNvSpPr>
            <a:spLocks noGrp="1"/>
          </p:cNvSpPr>
          <p:nvPr>
            <p:ph type="title" hasCustomPrompt="1"/>
          </p:nvPr>
        </p:nvSpPr>
        <p:spPr/>
        <p:txBody>
          <a:bodyPr/>
          <a:lstStyle>
            <a:lvl1pPr>
              <a:defRPr/>
            </a:lvl1pPr>
          </a:lstStyle>
          <a:p>
            <a:r>
              <a:rPr lang="en-US"/>
              <a:t>Numbered One Column Layout</a:t>
            </a:r>
          </a:p>
        </p:txBody>
      </p:sp>
      <p:sp>
        <p:nvSpPr>
          <p:cNvPr id="10" name="Content Placeholder 11">
            <a:extLst>
              <a:ext uri="{FF2B5EF4-FFF2-40B4-BE49-F238E27FC236}">
                <a16:creationId xmlns:a16="http://schemas.microsoft.com/office/drawing/2014/main" id="{4DE42E10-C02B-493C-892E-5A8A326E7885}"/>
              </a:ext>
            </a:extLst>
          </p:cNvPr>
          <p:cNvSpPr>
            <a:spLocks noGrp="1"/>
          </p:cNvSpPr>
          <p:nvPr>
            <p:ph sz="quarter" idx="14"/>
          </p:nvPr>
        </p:nvSpPr>
        <p:spPr>
          <a:xfrm>
            <a:off x="449580" y="1802869"/>
            <a:ext cx="11292840" cy="4479059"/>
          </a:xfrm>
        </p:spPr>
        <p:txBody>
          <a:bodyPr/>
          <a:lstStyle>
            <a:lvl1pPr marL="344488" indent="-344488">
              <a:buFont typeface="+mj-lt"/>
              <a:buAutoNum type="arabicPeriod"/>
              <a:tabLst>
                <a:tab pos="288925" algn="l"/>
              </a:tabLst>
              <a:defRPr>
                <a:solidFill>
                  <a:schemeClr val="tx1">
                    <a:lumMod val="85000"/>
                    <a:lumOff val="15000"/>
                  </a:schemeClr>
                </a:solidFill>
              </a:defRPr>
            </a:lvl1pPr>
            <a:lvl2pPr marL="515938" indent="-163513">
              <a:defRPr>
                <a:solidFill>
                  <a:schemeClr val="tx1">
                    <a:lumMod val="85000"/>
                    <a:lumOff val="15000"/>
                  </a:schemeClr>
                </a:solidFill>
              </a:defRPr>
            </a:lvl2pPr>
            <a:lvl3pPr marL="687388" indent="-163513">
              <a:defRPr>
                <a:solidFill>
                  <a:schemeClr val="tx1">
                    <a:lumMod val="85000"/>
                    <a:lumOff val="15000"/>
                  </a:schemeClr>
                </a:solidFill>
              </a:defRPr>
            </a:lvl3pPr>
            <a:lvl4pPr marL="860425" indent="-171450">
              <a:defRPr/>
            </a:lvl4pPr>
            <a:lvl5pPr marL="1031875" indent="-171450">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18409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hoto Full">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04A056E-0A81-49A4-A1E8-EC8E2D83F6A9}"/>
              </a:ext>
            </a:extLst>
          </p:cNvPr>
          <p:cNvSpPr>
            <a:spLocks noGrp="1" noChangeAspect="1"/>
          </p:cNvSpPr>
          <p:nvPr>
            <p:ph type="pic" sz="quarter" idx="15" hasCustomPrompt="1"/>
          </p:nvPr>
        </p:nvSpPr>
        <p:spPr>
          <a:xfrm>
            <a:off x="0" y="447"/>
            <a:ext cx="12192000" cy="6857107"/>
          </a:xfrm>
          <a:solidFill>
            <a:schemeClr val="bg1">
              <a:lumMod val="85000"/>
            </a:schemeClr>
          </a:solidFill>
        </p:spPr>
        <p:txBody>
          <a:bodyPr bIns="640080" anchor="ctr"/>
          <a:lstStyle>
            <a:lvl1pPr marL="0" indent="0" algn="ctr">
              <a:buFont typeface="Arial" panose="020B0604020202020204" pitchFamily="34" charset="0"/>
              <a:buNone/>
              <a:defRPr sz="1800">
                <a:solidFill>
                  <a:schemeClr val="tx1"/>
                </a:solidFill>
              </a:defRPr>
            </a:lvl1pPr>
          </a:lstStyle>
          <a:p>
            <a:r>
              <a:rPr lang="en-US"/>
              <a:t>Click icon below to insert a picture</a:t>
            </a:r>
          </a:p>
        </p:txBody>
      </p:sp>
    </p:spTree>
    <p:extLst>
      <p:ext uri="{BB962C8B-B14F-4D97-AF65-F5344CB8AC3E}">
        <p14:creationId xmlns:p14="http://schemas.microsoft.com/office/powerpoint/2010/main" val="18114020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hoto Mosaic">
    <p:spTree>
      <p:nvGrpSpPr>
        <p:cNvPr id="1" name=""/>
        <p:cNvGrpSpPr/>
        <p:nvPr/>
      </p:nvGrpSpPr>
      <p:grpSpPr>
        <a:xfrm>
          <a:off x="0" y="0"/>
          <a:ext cx="0" cy="0"/>
          <a:chOff x="0" y="0"/>
          <a:chExt cx="0" cy="0"/>
        </a:xfrm>
      </p:grpSpPr>
      <p:sp>
        <p:nvSpPr>
          <p:cNvPr id="8" name="Subtitle">
            <a:extLst>
              <a:ext uri="{FF2B5EF4-FFF2-40B4-BE49-F238E27FC236}">
                <a16:creationId xmlns:a16="http://schemas.microsoft.com/office/drawing/2014/main" id="{DFCA12C4-AE90-4F31-9EA7-3AA24CB39148}"/>
              </a:ext>
            </a:extLst>
          </p:cNvPr>
          <p:cNvSpPr>
            <a:spLocks noGrp="1"/>
          </p:cNvSpPr>
          <p:nvPr>
            <p:ph type="body" sz="quarter" idx="13" hasCustomPrompt="1"/>
          </p:nvPr>
        </p:nvSpPr>
        <p:spPr bwMode="ltGray">
          <a:xfrm>
            <a:off x="449201" y="920555"/>
            <a:ext cx="7453790" cy="393954"/>
          </a:xfrm>
          <a:gradFill>
            <a:gsLst>
              <a:gs pos="0">
                <a:schemeClr val="accent1"/>
              </a:gs>
              <a:gs pos="100000">
                <a:schemeClr val="accent1">
                  <a:lumMod val="50000"/>
                </a:schemeClr>
              </a:gs>
            </a:gsLst>
            <a:lin ang="5400000" scaled="1"/>
          </a:gradFill>
        </p:spPr>
        <p:txBody>
          <a:bodyPr vert="horz" lIns="137160" tIns="73152" rIns="137160" bIns="73152" rtlCol="0" anchor="ctr">
            <a:spAutoFit/>
          </a:bodyPr>
          <a:lstStyle>
            <a:lvl1pPr marL="0" indent="0">
              <a:buNone/>
              <a:defRPr lang="en-US" sz="1600" b="1" kern="1200" cap="all" spc="300" baseline="0" dirty="0">
                <a:solidFill>
                  <a:schemeClr val="bg1"/>
                </a:solidFill>
                <a:latin typeface="+mn-lt"/>
                <a:ea typeface="+mn-ea"/>
                <a:cs typeface="+mn-cs"/>
              </a:defRPr>
            </a:lvl1pPr>
          </a:lstStyle>
          <a:p>
            <a:pPr marL="285750" lvl="0" indent="-285750" algn="l" defTabSz="914400" rtl="0" eaLnBrk="1" latinLnBrk="0" hangingPunct="1">
              <a:lnSpc>
                <a:spcPct val="100000"/>
              </a:lnSpc>
              <a:spcBef>
                <a:spcPts val="1000"/>
              </a:spcBef>
              <a:buClr>
                <a:schemeClr val="accent1"/>
              </a:buClr>
            </a:pPr>
            <a:r>
              <a:rPr lang="en-US"/>
              <a:t>Subtitle (Delete if not used)</a:t>
            </a:r>
          </a:p>
        </p:txBody>
      </p:sp>
      <p:sp>
        <p:nvSpPr>
          <p:cNvPr id="22" name="Picture Placeholder 3">
            <a:extLst>
              <a:ext uri="{FF2B5EF4-FFF2-40B4-BE49-F238E27FC236}">
                <a16:creationId xmlns:a16="http://schemas.microsoft.com/office/drawing/2014/main" id="{F06E54C9-A448-4577-8FFC-86B9235556E4}"/>
              </a:ext>
            </a:extLst>
          </p:cNvPr>
          <p:cNvSpPr>
            <a:spLocks noGrp="1" noChangeAspect="1"/>
          </p:cNvSpPr>
          <p:nvPr>
            <p:ph type="pic" sz="quarter" idx="14" hasCustomPrompt="1"/>
          </p:nvPr>
        </p:nvSpPr>
        <p:spPr>
          <a:xfrm>
            <a:off x="449261" y="1975474"/>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23" name="Picture Placeholder 3">
            <a:extLst>
              <a:ext uri="{FF2B5EF4-FFF2-40B4-BE49-F238E27FC236}">
                <a16:creationId xmlns:a16="http://schemas.microsoft.com/office/drawing/2014/main" id="{750D041D-3D23-45A0-B825-F6942FB33899}"/>
              </a:ext>
            </a:extLst>
          </p:cNvPr>
          <p:cNvSpPr>
            <a:spLocks noGrp="1" noChangeAspect="1"/>
          </p:cNvSpPr>
          <p:nvPr>
            <p:ph type="pic" sz="quarter" idx="29" hasCustomPrompt="1"/>
          </p:nvPr>
        </p:nvSpPr>
        <p:spPr>
          <a:xfrm>
            <a:off x="449261" y="3289305"/>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24" name="Picture Placeholder 3">
            <a:extLst>
              <a:ext uri="{FF2B5EF4-FFF2-40B4-BE49-F238E27FC236}">
                <a16:creationId xmlns:a16="http://schemas.microsoft.com/office/drawing/2014/main" id="{A34408D2-7305-44BD-88E2-4782253029F6}"/>
              </a:ext>
            </a:extLst>
          </p:cNvPr>
          <p:cNvSpPr>
            <a:spLocks noGrp="1" noChangeAspect="1"/>
          </p:cNvSpPr>
          <p:nvPr>
            <p:ph type="pic" sz="quarter" idx="30" hasCustomPrompt="1"/>
          </p:nvPr>
        </p:nvSpPr>
        <p:spPr>
          <a:xfrm>
            <a:off x="449261" y="4603136"/>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25" name="Picture Placeholder 3">
            <a:extLst>
              <a:ext uri="{FF2B5EF4-FFF2-40B4-BE49-F238E27FC236}">
                <a16:creationId xmlns:a16="http://schemas.microsoft.com/office/drawing/2014/main" id="{AE057395-5D60-4151-A3F4-BD3C26F517E0}"/>
              </a:ext>
            </a:extLst>
          </p:cNvPr>
          <p:cNvSpPr>
            <a:spLocks noGrp="1" noChangeAspect="1"/>
          </p:cNvSpPr>
          <p:nvPr>
            <p:ph type="pic" sz="quarter" idx="31" hasCustomPrompt="1"/>
          </p:nvPr>
        </p:nvSpPr>
        <p:spPr>
          <a:xfrm>
            <a:off x="2724005" y="1975474"/>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26" name="Picture Placeholder 3">
            <a:extLst>
              <a:ext uri="{FF2B5EF4-FFF2-40B4-BE49-F238E27FC236}">
                <a16:creationId xmlns:a16="http://schemas.microsoft.com/office/drawing/2014/main" id="{82EC2578-E69B-48E7-9A0D-509C4DCB31EA}"/>
              </a:ext>
            </a:extLst>
          </p:cNvPr>
          <p:cNvSpPr>
            <a:spLocks noGrp="1" noChangeAspect="1"/>
          </p:cNvSpPr>
          <p:nvPr>
            <p:ph type="pic" sz="quarter" idx="32" hasCustomPrompt="1"/>
          </p:nvPr>
        </p:nvSpPr>
        <p:spPr>
          <a:xfrm>
            <a:off x="2724005" y="3289305"/>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27" name="Picture Placeholder 3">
            <a:extLst>
              <a:ext uri="{FF2B5EF4-FFF2-40B4-BE49-F238E27FC236}">
                <a16:creationId xmlns:a16="http://schemas.microsoft.com/office/drawing/2014/main" id="{7D0D4746-2A3C-4008-AE56-9C971679424A}"/>
              </a:ext>
            </a:extLst>
          </p:cNvPr>
          <p:cNvSpPr>
            <a:spLocks noGrp="1" noChangeAspect="1"/>
          </p:cNvSpPr>
          <p:nvPr>
            <p:ph type="pic" sz="quarter" idx="33" hasCustomPrompt="1"/>
          </p:nvPr>
        </p:nvSpPr>
        <p:spPr>
          <a:xfrm>
            <a:off x="2724005" y="4603136"/>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28" name="Picture Placeholder 3">
            <a:extLst>
              <a:ext uri="{FF2B5EF4-FFF2-40B4-BE49-F238E27FC236}">
                <a16:creationId xmlns:a16="http://schemas.microsoft.com/office/drawing/2014/main" id="{4FCA5D73-8894-4E23-A184-A54E0EC5A0EE}"/>
              </a:ext>
            </a:extLst>
          </p:cNvPr>
          <p:cNvSpPr>
            <a:spLocks noGrp="1" noChangeAspect="1"/>
          </p:cNvSpPr>
          <p:nvPr>
            <p:ph type="pic" sz="quarter" idx="34" hasCustomPrompt="1"/>
          </p:nvPr>
        </p:nvSpPr>
        <p:spPr>
          <a:xfrm>
            <a:off x="4998749" y="1975474"/>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29" name="Picture Placeholder 3">
            <a:extLst>
              <a:ext uri="{FF2B5EF4-FFF2-40B4-BE49-F238E27FC236}">
                <a16:creationId xmlns:a16="http://schemas.microsoft.com/office/drawing/2014/main" id="{6ACBD5C3-DCFC-4051-9545-03D3162522D6}"/>
              </a:ext>
            </a:extLst>
          </p:cNvPr>
          <p:cNvSpPr>
            <a:spLocks noGrp="1" noChangeAspect="1"/>
          </p:cNvSpPr>
          <p:nvPr>
            <p:ph type="pic" sz="quarter" idx="35" hasCustomPrompt="1"/>
          </p:nvPr>
        </p:nvSpPr>
        <p:spPr>
          <a:xfrm>
            <a:off x="4998749" y="3289305"/>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30" name="Picture Placeholder 3">
            <a:extLst>
              <a:ext uri="{FF2B5EF4-FFF2-40B4-BE49-F238E27FC236}">
                <a16:creationId xmlns:a16="http://schemas.microsoft.com/office/drawing/2014/main" id="{1A66F51C-4B75-45D7-A374-BEBFC16F4525}"/>
              </a:ext>
            </a:extLst>
          </p:cNvPr>
          <p:cNvSpPr>
            <a:spLocks noGrp="1" noChangeAspect="1"/>
          </p:cNvSpPr>
          <p:nvPr>
            <p:ph type="pic" sz="quarter" idx="36" hasCustomPrompt="1"/>
          </p:nvPr>
        </p:nvSpPr>
        <p:spPr>
          <a:xfrm>
            <a:off x="4998749" y="4603136"/>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31" name="Picture Placeholder 3">
            <a:extLst>
              <a:ext uri="{FF2B5EF4-FFF2-40B4-BE49-F238E27FC236}">
                <a16:creationId xmlns:a16="http://schemas.microsoft.com/office/drawing/2014/main" id="{892A4E8F-9D23-4A3B-9CF3-6E98766A0FC3}"/>
              </a:ext>
            </a:extLst>
          </p:cNvPr>
          <p:cNvSpPr>
            <a:spLocks noGrp="1" noChangeAspect="1"/>
          </p:cNvSpPr>
          <p:nvPr>
            <p:ph type="pic" sz="quarter" idx="37" hasCustomPrompt="1"/>
          </p:nvPr>
        </p:nvSpPr>
        <p:spPr>
          <a:xfrm>
            <a:off x="7273493" y="1975474"/>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32" name="Picture Placeholder 3">
            <a:extLst>
              <a:ext uri="{FF2B5EF4-FFF2-40B4-BE49-F238E27FC236}">
                <a16:creationId xmlns:a16="http://schemas.microsoft.com/office/drawing/2014/main" id="{F7C4C030-205C-4BEE-910F-AE86E4049451}"/>
              </a:ext>
            </a:extLst>
          </p:cNvPr>
          <p:cNvSpPr>
            <a:spLocks noGrp="1" noChangeAspect="1"/>
          </p:cNvSpPr>
          <p:nvPr>
            <p:ph type="pic" sz="quarter" idx="38" hasCustomPrompt="1"/>
          </p:nvPr>
        </p:nvSpPr>
        <p:spPr>
          <a:xfrm>
            <a:off x="7273493" y="3289305"/>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33" name="Picture Placeholder 3">
            <a:extLst>
              <a:ext uri="{FF2B5EF4-FFF2-40B4-BE49-F238E27FC236}">
                <a16:creationId xmlns:a16="http://schemas.microsoft.com/office/drawing/2014/main" id="{FC23546C-CAC0-4FD6-8C62-1F4F217EC83D}"/>
              </a:ext>
            </a:extLst>
          </p:cNvPr>
          <p:cNvSpPr>
            <a:spLocks noGrp="1" noChangeAspect="1"/>
          </p:cNvSpPr>
          <p:nvPr>
            <p:ph type="pic" sz="quarter" idx="39" hasCustomPrompt="1"/>
          </p:nvPr>
        </p:nvSpPr>
        <p:spPr>
          <a:xfrm>
            <a:off x="7273493" y="4603136"/>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34" name="Picture Placeholder 3">
            <a:extLst>
              <a:ext uri="{FF2B5EF4-FFF2-40B4-BE49-F238E27FC236}">
                <a16:creationId xmlns:a16="http://schemas.microsoft.com/office/drawing/2014/main" id="{084AFB79-D26E-4F3D-8A40-6D479CF90DB0}"/>
              </a:ext>
            </a:extLst>
          </p:cNvPr>
          <p:cNvSpPr>
            <a:spLocks noGrp="1" noChangeAspect="1"/>
          </p:cNvSpPr>
          <p:nvPr>
            <p:ph type="pic" sz="quarter" idx="40" hasCustomPrompt="1"/>
          </p:nvPr>
        </p:nvSpPr>
        <p:spPr>
          <a:xfrm>
            <a:off x="9548239" y="1975474"/>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35" name="Picture Placeholder 3">
            <a:extLst>
              <a:ext uri="{FF2B5EF4-FFF2-40B4-BE49-F238E27FC236}">
                <a16:creationId xmlns:a16="http://schemas.microsoft.com/office/drawing/2014/main" id="{897A7121-A588-46B7-AF5B-FDF684B00905}"/>
              </a:ext>
            </a:extLst>
          </p:cNvPr>
          <p:cNvSpPr>
            <a:spLocks noGrp="1" noChangeAspect="1"/>
          </p:cNvSpPr>
          <p:nvPr>
            <p:ph type="pic" sz="quarter" idx="41" hasCustomPrompt="1"/>
          </p:nvPr>
        </p:nvSpPr>
        <p:spPr>
          <a:xfrm>
            <a:off x="9548239" y="3289305"/>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36" name="Picture Placeholder 3">
            <a:extLst>
              <a:ext uri="{FF2B5EF4-FFF2-40B4-BE49-F238E27FC236}">
                <a16:creationId xmlns:a16="http://schemas.microsoft.com/office/drawing/2014/main" id="{89C5946B-4047-4FB3-AC49-D0F9A0F37808}"/>
              </a:ext>
            </a:extLst>
          </p:cNvPr>
          <p:cNvSpPr>
            <a:spLocks noGrp="1" noChangeAspect="1"/>
          </p:cNvSpPr>
          <p:nvPr>
            <p:ph type="pic" sz="quarter" idx="42" hasCustomPrompt="1"/>
          </p:nvPr>
        </p:nvSpPr>
        <p:spPr>
          <a:xfrm>
            <a:off x="9548239" y="4603136"/>
            <a:ext cx="2194560" cy="1234440"/>
          </a:xfrm>
          <a:solidFill>
            <a:schemeClr val="bg1">
              <a:lumMod val="85000"/>
            </a:schemeClr>
          </a:solidFill>
        </p:spPr>
        <p:txBody>
          <a:bodyPr vert="horz" lIns="0" tIns="0" rIns="0" bIns="548640" rtlCol="0" anchor="ctr">
            <a:noAutofit/>
          </a:bodyPr>
          <a:lstStyle>
            <a:lvl1pPr marL="0" indent="0" algn="ctr">
              <a:buNone/>
              <a:defRPr lang="en-US" sz="1800" dirty="0">
                <a:solidFill>
                  <a:schemeClr val="tx1"/>
                </a:solidFill>
              </a:defRPr>
            </a:lvl1pPr>
          </a:lstStyle>
          <a:p>
            <a:pPr lvl="0" algn="ctr"/>
            <a:r>
              <a:rPr lang="en-US"/>
              <a:t>Picture</a:t>
            </a:r>
          </a:p>
        </p:txBody>
      </p:sp>
      <p:sp>
        <p:nvSpPr>
          <p:cNvPr id="3" name="Footer Placeholder 2">
            <a:extLst>
              <a:ext uri="{FF2B5EF4-FFF2-40B4-BE49-F238E27FC236}">
                <a16:creationId xmlns:a16="http://schemas.microsoft.com/office/drawing/2014/main" id="{6CDC077E-289F-4AAE-B3F6-9B318C828A23}"/>
              </a:ext>
            </a:extLst>
          </p:cNvPr>
          <p:cNvSpPr>
            <a:spLocks noGrp="1"/>
          </p:cNvSpPr>
          <p:nvPr>
            <p:ph type="ftr" sz="quarter" idx="43"/>
          </p:nvPr>
        </p:nvSpPr>
        <p:spPr/>
        <p:txBody>
          <a:bodyPr/>
          <a:lstStyle/>
          <a:p>
            <a:endParaRPr lang="en-US"/>
          </a:p>
        </p:txBody>
      </p:sp>
      <p:sp>
        <p:nvSpPr>
          <p:cNvPr id="4" name="Title 3">
            <a:extLst>
              <a:ext uri="{FF2B5EF4-FFF2-40B4-BE49-F238E27FC236}">
                <a16:creationId xmlns:a16="http://schemas.microsoft.com/office/drawing/2014/main" id="{8F4F685A-9886-45FB-8B04-AB8597A67C3F}"/>
              </a:ext>
            </a:extLst>
          </p:cNvPr>
          <p:cNvSpPr>
            <a:spLocks noGrp="1"/>
          </p:cNvSpPr>
          <p:nvPr>
            <p:ph type="title" hasCustomPrompt="1"/>
          </p:nvPr>
        </p:nvSpPr>
        <p:spPr/>
        <p:txBody>
          <a:bodyPr/>
          <a:lstStyle>
            <a:lvl1pPr>
              <a:defRPr/>
            </a:lvl1pPr>
          </a:lstStyle>
          <a:p>
            <a:r>
              <a:rPr lang="en-US"/>
              <a:t>Photo Mosaic Layout</a:t>
            </a:r>
          </a:p>
        </p:txBody>
      </p:sp>
    </p:spTree>
    <p:extLst>
      <p:ext uri="{BB962C8B-B14F-4D97-AF65-F5344CB8AC3E}">
        <p14:creationId xmlns:p14="http://schemas.microsoft.com/office/powerpoint/2010/main" val="26082300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1"/>
        </a:solidFill>
        <a:effectLst/>
      </p:bgPr>
    </p:bg>
    <p:spTree>
      <p:nvGrpSpPr>
        <p:cNvPr id="1" name=""/>
        <p:cNvGrpSpPr/>
        <p:nvPr/>
      </p:nvGrpSpPr>
      <p:grpSpPr>
        <a:xfrm>
          <a:off x="0" y="0"/>
          <a:ext cx="0" cy="0"/>
          <a:chOff x="0" y="0"/>
          <a:chExt cx="0" cy="0"/>
        </a:xfrm>
      </p:grpSpPr>
      <p:sp>
        <p:nvSpPr>
          <p:cNvPr id="13" name="Texture">
            <a:extLst>
              <a:ext uri="{FF2B5EF4-FFF2-40B4-BE49-F238E27FC236}">
                <a16:creationId xmlns:a16="http://schemas.microsoft.com/office/drawing/2014/main" id="{CE3183E7-4A32-4F91-8AF8-C43C846072F3}"/>
              </a:ext>
            </a:extLst>
          </p:cNvPr>
          <p:cNvSpPr/>
          <p:nvPr userDrawn="1"/>
        </p:nvSpPr>
        <p:spPr>
          <a:xfrm>
            <a:off x="0" y="0"/>
            <a:ext cx="12192000" cy="6858000"/>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err="1"/>
          </a:p>
        </p:txBody>
      </p:sp>
      <p:sp>
        <p:nvSpPr>
          <p:cNvPr id="9" name="Affiliation">
            <a:extLst>
              <a:ext uri="{FF2B5EF4-FFF2-40B4-BE49-F238E27FC236}">
                <a16:creationId xmlns:a16="http://schemas.microsoft.com/office/drawing/2014/main" id="{39EF96E8-8057-43E5-A862-D955F5E6F29D}"/>
              </a:ext>
            </a:extLst>
          </p:cNvPr>
          <p:cNvSpPr>
            <a:spLocks noGrp="1"/>
          </p:cNvSpPr>
          <p:nvPr>
            <p:ph type="body" sz="quarter" idx="18" hasCustomPrompt="1"/>
          </p:nvPr>
        </p:nvSpPr>
        <p:spPr>
          <a:xfrm>
            <a:off x="1776819" y="5140292"/>
            <a:ext cx="3248006" cy="4062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600" b="0" i="1" cap="none" spc="60" baseline="0" dirty="0">
                <a:solidFill>
                  <a:schemeClr val="tx1">
                    <a:lumMod val="65000"/>
                    <a:lumOff val="35000"/>
                  </a:schemeClr>
                </a:solidFill>
                <a:latin typeface="+mj-lt"/>
                <a:ea typeface="+mj-ea"/>
                <a:cs typeface="+mj-cs"/>
              </a:defRPr>
            </a:lvl1pPr>
          </a:lstStyle>
          <a:p>
            <a:pPr marL="182880" lvl="0" indent="-182880">
              <a:spcBef>
                <a:spcPct val="0"/>
              </a:spcBef>
            </a:pPr>
            <a:r>
              <a:rPr lang="en-US"/>
              <a:t>Title / Company Name</a:t>
            </a:r>
          </a:p>
        </p:txBody>
      </p:sp>
      <p:sp>
        <p:nvSpPr>
          <p:cNvPr id="8" name="Name">
            <a:extLst>
              <a:ext uri="{FF2B5EF4-FFF2-40B4-BE49-F238E27FC236}">
                <a16:creationId xmlns:a16="http://schemas.microsoft.com/office/drawing/2014/main" id="{B25ECA0C-C715-4AD0-9C0F-8BF3F52AAC6F}"/>
              </a:ext>
            </a:extLst>
          </p:cNvPr>
          <p:cNvSpPr>
            <a:spLocks noGrp="1"/>
          </p:cNvSpPr>
          <p:nvPr>
            <p:ph type="body" sz="quarter" idx="15" hasCustomPrompt="1"/>
          </p:nvPr>
        </p:nvSpPr>
        <p:spPr>
          <a:xfrm>
            <a:off x="1776819" y="4734027"/>
            <a:ext cx="3248006" cy="4062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600" b="0" i="1" cap="none" spc="60" baseline="0" dirty="0">
                <a:solidFill>
                  <a:schemeClr val="tx1">
                    <a:lumMod val="75000"/>
                    <a:lumOff val="25000"/>
                  </a:schemeClr>
                </a:solidFill>
                <a:latin typeface="+mj-lt"/>
                <a:ea typeface="+mj-ea"/>
                <a:cs typeface="+mj-cs"/>
              </a:defRPr>
            </a:lvl1pPr>
          </a:lstStyle>
          <a:p>
            <a:pPr marL="182880" lvl="0" indent="-182880">
              <a:spcBef>
                <a:spcPct val="0"/>
              </a:spcBef>
            </a:pPr>
            <a:r>
              <a:rPr lang="en-US"/>
              <a:t>Name</a:t>
            </a:r>
          </a:p>
        </p:txBody>
      </p:sp>
      <p:sp>
        <p:nvSpPr>
          <p:cNvPr id="2" name="Quote">
            <a:extLst>
              <a:ext uri="{FF2B5EF4-FFF2-40B4-BE49-F238E27FC236}">
                <a16:creationId xmlns:a16="http://schemas.microsoft.com/office/drawing/2014/main" id="{86824591-1B5F-489A-9593-4CEFC4B3EE2A}"/>
              </a:ext>
            </a:extLst>
          </p:cNvPr>
          <p:cNvSpPr>
            <a:spLocks noGrp="1"/>
          </p:cNvSpPr>
          <p:nvPr>
            <p:ph type="title" hasCustomPrompt="1"/>
          </p:nvPr>
        </p:nvSpPr>
        <p:spPr>
          <a:xfrm>
            <a:off x="1776819" y="1454532"/>
            <a:ext cx="8636427" cy="3279494"/>
          </a:xfrm>
          <a:ln w="19050">
            <a:solidFill>
              <a:schemeClr val="tx1">
                <a:lumMod val="75000"/>
                <a:lumOff val="25000"/>
              </a:schemeClr>
            </a:solidFill>
            <a:miter lim="800000"/>
          </a:ln>
        </p:spPr>
        <p:txBody>
          <a:bodyPr vert="horz" lIns="182880" tIns="91440" rIns="182880" bIns="91440" rtlCol="0" anchor="t">
            <a:noAutofit/>
          </a:bodyPr>
          <a:lstStyle>
            <a:lvl1pPr>
              <a:lnSpc>
                <a:spcPct val="100000"/>
              </a:lnSpc>
              <a:defRPr lang="en-US" dirty="0">
                <a:solidFill>
                  <a:schemeClr val="tx1">
                    <a:lumMod val="85000"/>
                    <a:lumOff val="15000"/>
                  </a:schemeClr>
                </a:solidFill>
              </a:defRPr>
            </a:lvl1pPr>
          </a:lstStyle>
          <a:p>
            <a:pPr marL="0" lvl="0">
              <a:lnSpc>
                <a:spcPct val="100000"/>
              </a:lnSpc>
            </a:pPr>
            <a:r>
              <a:rPr lang="en-US"/>
              <a:t>Quote layout.</a:t>
            </a:r>
          </a:p>
        </p:txBody>
      </p:sp>
      <p:grpSp>
        <p:nvGrpSpPr>
          <p:cNvPr id="22" name="Quote_Box">
            <a:extLst>
              <a:ext uri="{FF2B5EF4-FFF2-40B4-BE49-F238E27FC236}">
                <a16:creationId xmlns:a16="http://schemas.microsoft.com/office/drawing/2014/main" id="{16644DA2-FD5C-4132-871A-2F4CC3B9C325}"/>
              </a:ext>
            </a:extLst>
          </p:cNvPr>
          <p:cNvGrpSpPr>
            <a:grpSpLocks noChangeAspect="1"/>
          </p:cNvGrpSpPr>
          <p:nvPr userDrawn="1"/>
        </p:nvGrpSpPr>
        <p:grpSpPr>
          <a:xfrm>
            <a:off x="1127850" y="1454532"/>
            <a:ext cx="648005" cy="648005"/>
            <a:chOff x="1127850" y="1457847"/>
            <a:chExt cx="648005" cy="648005"/>
          </a:xfrm>
        </p:grpSpPr>
        <p:sp>
          <p:nvSpPr>
            <p:cNvPr id="23" name="Quote_Box">
              <a:extLst>
                <a:ext uri="{FF2B5EF4-FFF2-40B4-BE49-F238E27FC236}">
                  <a16:creationId xmlns:a16="http://schemas.microsoft.com/office/drawing/2014/main" id="{F8742923-446F-4F3E-A318-7D750E032EAE}"/>
                </a:ext>
              </a:extLst>
            </p:cNvPr>
            <p:cNvSpPr/>
            <p:nvPr userDrawn="1"/>
          </p:nvSpPr>
          <p:spPr>
            <a:xfrm>
              <a:off x="1127850" y="1457847"/>
              <a:ext cx="648005" cy="648005"/>
            </a:xfrm>
            <a:prstGeom prst="rect">
              <a:avLst/>
            </a:prstGeom>
            <a:solidFill>
              <a:schemeClr val="tx1">
                <a:lumMod val="85000"/>
                <a:lumOff val="15000"/>
              </a:schemeClr>
            </a:solidFill>
            <a:ln w="19050">
              <a:solidFill>
                <a:schemeClr val="tx1">
                  <a:lumMod val="75000"/>
                  <a:lumOff val="25000"/>
                </a:schemeClr>
              </a:solidFill>
              <a:miter lim="800000"/>
            </a:ln>
          </p:spPr>
          <p:txBody>
            <a:bodyPr vert="horz" wrap="square" lIns="0" tIns="137160" rIns="0" bIns="137160" rtlCol="0" anchor="ctr">
              <a:noAutofit/>
            </a:bodyPr>
            <a:lstStyle/>
            <a:p>
              <a:pPr marL="285750" lvl="0" indent="-285750" algn="ctr" defTabSz="914400">
                <a:lnSpc>
                  <a:spcPct val="90000"/>
                </a:lnSpc>
                <a:spcBef>
                  <a:spcPct val="0"/>
                </a:spcBef>
                <a:buFont typeface="Arial" panose="020B0604020202020204" pitchFamily="34" charset="0"/>
                <a:buNone/>
              </a:pPr>
              <a:endParaRPr lang="en-US" sz="3200" b="1" i="0" cap="all" spc="60" baseline="0">
                <a:solidFill>
                  <a:schemeClr val="accent2"/>
                </a:solidFill>
                <a:latin typeface="+mj-lt"/>
                <a:ea typeface="+mj-ea"/>
                <a:cs typeface="+mj-cs"/>
              </a:endParaRPr>
            </a:p>
          </p:txBody>
        </p:sp>
        <p:sp>
          <p:nvSpPr>
            <p:cNvPr id="24" name="Icon">
              <a:extLst>
                <a:ext uri="{FF2B5EF4-FFF2-40B4-BE49-F238E27FC236}">
                  <a16:creationId xmlns:a16="http://schemas.microsoft.com/office/drawing/2014/main" id="{64D02E25-A2AE-488C-8479-BFF4596F0CD1}"/>
                </a:ext>
              </a:extLst>
            </p:cNvPr>
            <p:cNvSpPr>
              <a:spLocks noChangeAspect="1" noEditPoints="1"/>
            </p:cNvSpPr>
            <p:nvPr userDrawn="1"/>
          </p:nvSpPr>
          <p:spPr bwMode="auto">
            <a:xfrm>
              <a:off x="1300876" y="1648350"/>
              <a:ext cx="301952" cy="237744"/>
            </a:xfrm>
            <a:custGeom>
              <a:avLst/>
              <a:gdLst>
                <a:gd name="T0" fmla="*/ 214 w 589"/>
                <a:gd name="T1" fmla="*/ 464 h 464"/>
                <a:gd name="T2" fmla="*/ 0 w 589"/>
                <a:gd name="T3" fmla="*/ 464 h 464"/>
                <a:gd name="T4" fmla="*/ 0 w 589"/>
                <a:gd name="T5" fmla="*/ 310 h 464"/>
                <a:gd name="T6" fmla="*/ 17 w 589"/>
                <a:gd name="T7" fmla="*/ 164 h 464"/>
                <a:gd name="T8" fmla="*/ 77 w 589"/>
                <a:gd name="T9" fmla="*/ 67 h 464"/>
                <a:gd name="T10" fmla="*/ 190 w 589"/>
                <a:gd name="T11" fmla="*/ 0 h 464"/>
                <a:gd name="T12" fmla="*/ 232 w 589"/>
                <a:gd name="T13" fmla="*/ 88 h 464"/>
                <a:gd name="T14" fmla="*/ 140 w 589"/>
                <a:gd name="T15" fmla="*/ 148 h 464"/>
                <a:gd name="T16" fmla="*/ 111 w 589"/>
                <a:gd name="T17" fmla="*/ 249 h 464"/>
                <a:gd name="T18" fmla="*/ 214 w 589"/>
                <a:gd name="T19" fmla="*/ 249 h 464"/>
                <a:gd name="T20" fmla="*/ 214 w 589"/>
                <a:gd name="T21" fmla="*/ 464 h 464"/>
                <a:gd name="T22" fmla="*/ 572 w 589"/>
                <a:gd name="T23" fmla="*/ 464 h 464"/>
                <a:gd name="T24" fmla="*/ 358 w 589"/>
                <a:gd name="T25" fmla="*/ 464 h 464"/>
                <a:gd name="T26" fmla="*/ 358 w 589"/>
                <a:gd name="T27" fmla="*/ 310 h 464"/>
                <a:gd name="T28" fmla="*/ 374 w 589"/>
                <a:gd name="T29" fmla="*/ 163 h 464"/>
                <a:gd name="T30" fmla="*/ 435 w 589"/>
                <a:gd name="T31" fmla="*/ 67 h 464"/>
                <a:gd name="T32" fmla="*/ 548 w 589"/>
                <a:gd name="T33" fmla="*/ 0 h 464"/>
                <a:gd name="T34" fmla="*/ 589 w 589"/>
                <a:gd name="T35" fmla="*/ 88 h 464"/>
                <a:gd name="T36" fmla="*/ 498 w 589"/>
                <a:gd name="T37" fmla="*/ 148 h 464"/>
                <a:gd name="T38" fmla="*/ 468 w 589"/>
                <a:gd name="T39" fmla="*/ 249 h 464"/>
                <a:gd name="T40" fmla="*/ 572 w 589"/>
                <a:gd name="T41" fmla="*/ 249 h 464"/>
                <a:gd name="T42" fmla="*/ 572 w 589"/>
                <a:gd name="T43" fmla="*/ 464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89" h="464">
                  <a:moveTo>
                    <a:pt x="214" y="464"/>
                  </a:moveTo>
                  <a:cubicBezTo>
                    <a:pt x="0" y="464"/>
                    <a:pt x="0" y="464"/>
                    <a:pt x="0" y="464"/>
                  </a:cubicBezTo>
                  <a:cubicBezTo>
                    <a:pt x="0" y="310"/>
                    <a:pt x="0" y="310"/>
                    <a:pt x="0" y="310"/>
                  </a:cubicBezTo>
                  <a:cubicBezTo>
                    <a:pt x="0" y="248"/>
                    <a:pt x="6" y="199"/>
                    <a:pt x="17" y="164"/>
                  </a:cubicBezTo>
                  <a:cubicBezTo>
                    <a:pt x="28" y="128"/>
                    <a:pt x="48" y="96"/>
                    <a:pt x="77" y="67"/>
                  </a:cubicBezTo>
                  <a:cubicBezTo>
                    <a:pt x="107" y="39"/>
                    <a:pt x="144" y="16"/>
                    <a:pt x="190" y="0"/>
                  </a:cubicBezTo>
                  <a:cubicBezTo>
                    <a:pt x="232" y="88"/>
                    <a:pt x="232" y="88"/>
                    <a:pt x="232" y="88"/>
                  </a:cubicBezTo>
                  <a:cubicBezTo>
                    <a:pt x="189" y="103"/>
                    <a:pt x="159" y="123"/>
                    <a:pt x="140" y="148"/>
                  </a:cubicBezTo>
                  <a:cubicBezTo>
                    <a:pt x="122" y="173"/>
                    <a:pt x="112" y="207"/>
                    <a:pt x="111" y="249"/>
                  </a:cubicBezTo>
                  <a:cubicBezTo>
                    <a:pt x="214" y="249"/>
                    <a:pt x="214" y="249"/>
                    <a:pt x="214" y="249"/>
                  </a:cubicBezTo>
                  <a:lnTo>
                    <a:pt x="214" y="464"/>
                  </a:lnTo>
                  <a:close/>
                  <a:moveTo>
                    <a:pt x="572" y="464"/>
                  </a:moveTo>
                  <a:cubicBezTo>
                    <a:pt x="358" y="464"/>
                    <a:pt x="358" y="464"/>
                    <a:pt x="358" y="464"/>
                  </a:cubicBezTo>
                  <a:cubicBezTo>
                    <a:pt x="358" y="310"/>
                    <a:pt x="358" y="310"/>
                    <a:pt x="358" y="310"/>
                  </a:cubicBezTo>
                  <a:cubicBezTo>
                    <a:pt x="358" y="248"/>
                    <a:pt x="363" y="199"/>
                    <a:pt x="374" y="163"/>
                  </a:cubicBezTo>
                  <a:cubicBezTo>
                    <a:pt x="385" y="128"/>
                    <a:pt x="405" y="96"/>
                    <a:pt x="435" y="67"/>
                  </a:cubicBezTo>
                  <a:cubicBezTo>
                    <a:pt x="465" y="39"/>
                    <a:pt x="502" y="16"/>
                    <a:pt x="548" y="0"/>
                  </a:cubicBezTo>
                  <a:cubicBezTo>
                    <a:pt x="589" y="88"/>
                    <a:pt x="589" y="88"/>
                    <a:pt x="589" y="88"/>
                  </a:cubicBezTo>
                  <a:cubicBezTo>
                    <a:pt x="547" y="103"/>
                    <a:pt x="516" y="123"/>
                    <a:pt x="498" y="148"/>
                  </a:cubicBezTo>
                  <a:cubicBezTo>
                    <a:pt x="479" y="173"/>
                    <a:pt x="469" y="207"/>
                    <a:pt x="468" y="249"/>
                  </a:cubicBezTo>
                  <a:cubicBezTo>
                    <a:pt x="572" y="249"/>
                    <a:pt x="572" y="249"/>
                    <a:pt x="572" y="249"/>
                  </a:cubicBezTo>
                  <a:lnTo>
                    <a:pt x="572" y="4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88DB22BC-764C-491D-888B-64DE8D2F75FD}"/>
              </a:ext>
            </a:extLst>
          </p:cNvPr>
          <p:cNvSpPr>
            <a:spLocks noGrp="1"/>
          </p:cNvSpPr>
          <p:nvPr>
            <p:ph type="ftr" sz="quarter" idx="19"/>
          </p:nvPr>
        </p:nvSpPr>
        <p:spPr/>
        <p:txBody>
          <a:bodyPr/>
          <a:lstStyle/>
          <a:p>
            <a:endParaRPr lang="en-US"/>
          </a:p>
        </p:txBody>
      </p:sp>
      <p:sp>
        <p:nvSpPr>
          <p:cNvPr id="26" name="Slide Number">
            <a:extLst>
              <a:ext uri="{FF2B5EF4-FFF2-40B4-BE49-F238E27FC236}">
                <a16:creationId xmlns:a16="http://schemas.microsoft.com/office/drawing/2014/main" id="{3BF195AF-9651-4702-B588-B7C0FCFE2DB2}"/>
              </a:ext>
            </a:extLst>
          </p:cNvPr>
          <p:cNvSpPr txBox="1">
            <a:spLocks/>
          </p:cNvSpPr>
          <p:nvPr userDrawn="1"/>
        </p:nvSpPr>
        <p:spPr bwMode="gray">
          <a:xfrm>
            <a:off x="11006977" y="6447297"/>
            <a:ext cx="735822" cy="153888"/>
          </a:xfrm>
          <a:prstGeom prst="rect">
            <a:avLst/>
          </a:prstGeom>
        </p:spPr>
        <p:txBody>
          <a:bodyPr vert="horz" wrap="square" lIns="0" tIns="0" rIns="0" bIns="0" rtlCol="0" anchor="ctr">
            <a:noAutofit/>
          </a:bodyPr>
          <a:lstStyle>
            <a:defPPr>
              <a:defRPr lang="en-US"/>
            </a:defPPr>
            <a:lvl1pPr marL="0" algn="r" defTabSz="457200" rtl="0" eaLnBrk="1" latinLnBrk="0" hangingPunct="1">
              <a:defRPr sz="1000" kern="1200">
                <a:solidFill>
                  <a:schemeClr val="bg1">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862D98-B5C3-4BE4-8A34-4F5B36AB20BC}" type="slidenum">
              <a:rPr lang="en-US" smtClean="0">
                <a:solidFill>
                  <a:schemeClr val="bg1">
                    <a:lumMod val="65000"/>
                  </a:schemeClr>
                </a:solidFill>
              </a:rPr>
              <a:pPr/>
              <a:t>‹#›</a:t>
            </a:fld>
            <a:endParaRPr lang="en-US">
              <a:solidFill>
                <a:schemeClr val="bg1">
                  <a:lumMod val="65000"/>
                </a:schemeClr>
              </a:solidFill>
            </a:endParaRPr>
          </a:p>
        </p:txBody>
      </p:sp>
      <p:grpSp>
        <p:nvGrpSpPr>
          <p:cNvPr id="27" name="Logo">
            <a:extLst>
              <a:ext uri="{FF2B5EF4-FFF2-40B4-BE49-F238E27FC236}">
                <a16:creationId xmlns:a16="http://schemas.microsoft.com/office/drawing/2014/main" id="{D793CBCB-9D3E-4FB2-9244-94F5FE9EB03D}"/>
              </a:ext>
            </a:extLst>
          </p:cNvPr>
          <p:cNvGrpSpPr>
            <a:grpSpLocks noChangeAspect="1"/>
          </p:cNvGrpSpPr>
          <p:nvPr userDrawn="1"/>
        </p:nvGrpSpPr>
        <p:grpSpPr bwMode="black">
          <a:xfrm>
            <a:off x="428653" y="6447297"/>
            <a:ext cx="914400" cy="214552"/>
            <a:chOff x="1231901" y="5359401"/>
            <a:chExt cx="11210925" cy="2630487"/>
          </a:xfrm>
        </p:grpSpPr>
        <p:sp>
          <p:nvSpPr>
            <p:cNvPr id="28" name="Freeform 5">
              <a:extLst>
                <a:ext uri="{FF2B5EF4-FFF2-40B4-BE49-F238E27FC236}">
                  <a16:creationId xmlns:a16="http://schemas.microsoft.com/office/drawing/2014/main" id="{5CA6D27F-C163-4B78-8C9F-63F81E7A86B3}"/>
                </a:ext>
              </a:extLst>
            </p:cNvPr>
            <p:cNvSpPr>
              <a:spLocks noEditPoints="1"/>
            </p:cNvSpPr>
            <p:nvPr userDrawn="1"/>
          </p:nvSpPr>
          <p:spPr bwMode="black">
            <a:xfrm>
              <a:off x="5105401" y="5586413"/>
              <a:ext cx="7337425" cy="2147887"/>
            </a:xfrm>
            <a:custGeom>
              <a:avLst/>
              <a:gdLst>
                <a:gd name="T0" fmla="*/ 0 w 3931"/>
                <a:gd name="T1" fmla="*/ 803 h 1148"/>
                <a:gd name="T2" fmla="*/ 552 w 3931"/>
                <a:gd name="T3" fmla="*/ 1142 h 1148"/>
                <a:gd name="T4" fmla="*/ 388 w 3931"/>
                <a:gd name="T5" fmla="*/ 853 h 1148"/>
                <a:gd name="T6" fmla="*/ 388 w 3931"/>
                <a:gd name="T7" fmla="*/ 1092 h 1148"/>
                <a:gd name="T8" fmla="*/ 620 w 3931"/>
                <a:gd name="T9" fmla="*/ 974 h 1148"/>
                <a:gd name="T10" fmla="*/ 887 w 3931"/>
                <a:gd name="T11" fmla="*/ 900 h 1148"/>
                <a:gd name="T12" fmla="*/ 701 w 3931"/>
                <a:gd name="T13" fmla="*/ 877 h 1148"/>
                <a:gd name="T14" fmla="*/ 828 w 3931"/>
                <a:gd name="T15" fmla="*/ 1048 h 1148"/>
                <a:gd name="T16" fmla="*/ 762 w 3931"/>
                <a:gd name="T17" fmla="*/ 1148 h 1148"/>
                <a:gd name="T18" fmla="*/ 1018 w 3931"/>
                <a:gd name="T19" fmla="*/ 1142 h 1148"/>
                <a:gd name="T20" fmla="*/ 1169 w 3931"/>
                <a:gd name="T21" fmla="*/ 943 h 1148"/>
                <a:gd name="T22" fmla="*/ 1533 w 3931"/>
                <a:gd name="T23" fmla="*/ 1142 h 1148"/>
                <a:gd name="T24" fmla="*/ 1327 w 3931"/>
                <a:gd name="T25" fmla="*/ 803 h 1148"/>
                <a:gd name="T26" fmla="*/ 1596 w 3931"/>
                <a:gd name="T27" fmla="*/ 1142 h 1148"/>
                <a:gd name="T28" fmla="*/ 1719 w 3931"/>
                <a:gd name="T29" fmla="*/ 844 h 1148"/>
                <a:gd name="T30" fmla="*/ 1834 w 3931"/>
                <a:gd name="T31" fmla="*/ 1148 h 1148"/>
                <a:gd name="T32" fmla="*/ 1833 w 3931"/>
                <a:gd name="T33" fmla="*/ 1099 h 1148"/>
                <a:gd name="T34" fmla="*/ 2274 w 3931"/>
                <a:gd name="T35" fmla="*/ 1142 h 1148"/>
                <a:gd name="T36" fmla="*/ 2274 w 3931"/>
                <a:gd name="T37" fmla="*/ 1092 h 1148"/>
                <a:gd name="T38" fmla="*/ 2360 w 3931"/>
                <a:gd name="T39" fmla="*/ 844 h 1148"/>
                <a:gd name="T40" fmla="*/ 2475 w 3931"/>
                <a:gd name="T41" fmla="*/ 1148 h 1148"/>
                <a:gd name="T42" fmla="*/ 2475 w 3931"/>
                <a:gd name="T43" fmla="*/ 1099 h 1148"/>
                <a:gd name="T44" fmla="*/ 2862 w 3931"/>
                <a:gd name="T45" fmla="*/ 1148 h 1148"/>
                <a:gd name="T46" fmla="*/ 2949 w 3931"/>
                <a:gd name="T47" fmla="*/ 822 h 1148"/>
                <a:gd name="T48" fmla="*/ 2905 w 3931"/>
                <a:gd name="T49" fmla="*/ 856 h 1148"/>
                <a:gd name="T50" fmla="*/ 2864 w 3931"/>
                <a:gd name="T51" fmla="*/ 1101 h 1148"/>
                <a:gd name="T52" fmla="*/ 2857 w 3931"/>
                <a:gd name="T53" fmla="*/ 955 h 1148"/>
                <a:gd name="T54" fmla="*/ 2862 w 3931"/>
                <a:gd name="T55" fmla="*/ 1148 h 1148"/>
                <a:gd name="T56" fmla="*/ 3139 w 3931"/>
                <a:gd name="T57" fmla="*/ 1142 h 1148"/>
                <a:gd name="T58" fmla="*/ 3458 w 3931"/>
                <a:gd name="T59" fmla="*/ 853 h 1148"/>
                <a:gd name="T60" fmla="*/ 3298 w 3931"/>
                <a:gd name="T61" fmla="*/ 991 h 1148"/>
                <a:gd name="T62" fmla="*/ 3562 w 3931"/>
                <a:gd name="T63" fmla="*/ 1123 h 1148"/>
                <a:gd name="T64" fmla="*/ 3606 w 3931"/>
                <a:gd name="T65" fmla="*/ 1084 h 1148"/>
                <a:gd name="T66" fmla="*/ 3647 w 3931"/>
                <a:gd name="T67" fmla="*/ 991 h 1148"/>
                <a:gd name="T68" fmla="*/ 3569 w 3931"/>
                <a:gd name="T69" fmla="*/ 824 h 1148"/>
                <a:gd name="T70" fmla="*/ 3724 w 3931"/>
                <a:gd name="T71" fmla="*/ 895 h 1148"/>
                <a:gd name="T72" fmla="*/ 3591 w 3931"/>
                <a:gd name="T73" fmla="*/ 893 h 1148"/>
                <a:gd name="T74" fmla="*/ 3754 w 3931"/>
                <a:gd name="T75" fmla="*/ 1120 h 1148"/>
                <a:gd name="T76" fmla="*/ 152 w 3931"/>
                <a:gd name="T77" fmla="*/ 268 h 1148"/>
                <a:gd name="T78" fmla="*/ 361 w 3931"/>
                <a:gd name="T79" fmla="*/ 605 h 1148"/>
                <a:gd name="T80" fmla="*/ 553 w 3931"/>
                <a:gd name="T81" fmla="*/ 11 h 1148"/>
                <a:gd name="T82" fmla="*/ 931 w 3931"/>
                <a:gd name="T83" fmla="*/ 249 h 1148"/>
                <a:gd name="T84" fmla="*/ 957 w 3931"/>
                <a:gd name="T85" fmla="*/ 605 h 1148"/>
                <a:gd name="T86" fmla="*/ 1123 w 3931"/>
                <a:gd name="T87" fmla="*/ 11 h 1148"/>
                <a:gd name="T88" fmla="*/ 1317 w 3931"/>
                <a:gd name="T89" fmla="*/ 605 h 1148"/>
                <a:gd name="T90" fmla="*/ 1746 w 3931"/>
                <a:gd name="T91" fmla="*/ 531 h 1148"/>
                <a:gd name="T92" fmla="*/ 1687 w 3931"/>
                <a:gd name="T93" fmla="*/ 337 h 1148"/>
                <a:gd name="T94" fmla="*/ 1749 w 3931"/>
                <a:gd name="T95" fmla="*/ 0 h 1148"/>
                <a:gd name="T96" fmla="*/ 1813 w 3931"/>
                <a:gd name="T97" fmla="*/ 106 h 1148"/>
                <a:gd name="T98" fmla="*/ 1797 w 3931"/>
                <a:gd name="T99" fmla="*/ 262 h 1148"/>
                <a:gd name="T100" fmla="*/ 1563 w 3931"/>
                <a:gd name="T101" fmla="*/ 567 h 1148"/>
                <a:gd name="T102" fmla="*/ 2188 w 3931"/>
                <a:gd name="T103" fmla="*/ 605 h 1148"/>
                <a:gd name="T104" fmla="*/ 2711 w 3931"/>
                <a:gd name="T105" fmla="*/ 603 h 1148"/>
                <a:gd name="T106" fmla="*/ 2582 w 3931"/>
                <a:gd name="T107" fmla="*/ 1 h 1148"/>
                <a:gd name="T108" fmla="*/ 2664 w 3931"/>
                <a:gd name="T109" fmla="*/ 111 h 1148"/>
                <a:gd name="T110" fmla="*/ 2595 w 3931"/>
                <a:gd name="T111" fmla="*/ 525 h 1148"/>
                <a:gd name="T112" fmla="*/ 2579 w 3931"/>
                <a:gd name="T113" fmla="*/ 288 h 1148"/>
                <a:gd name="T114" fmla="*/ 3048 w 3931"/>
                <a:gd name="T115" fmla="*/ 248 h 1148"/>
                <a:gd name="T116" fmla="*/ 3273 w 3931"/>
                <a:gd name="T117" fmla="*/ 605 h 1148"/>
                <a:gd name="T118" fmla="*/ 3628 w 3931"/>
                <a:gd name="T119" fmla="*/ 605 h 1148"/>
                <a:gd name="T120" fmla="*/ 3931 w 3931"/>
                <a:gd name="T121" fmla="*/ 107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1" h="1148">
                  <a:moveTo>
                    <a:pt x="163" y="1142"/>
                  </a:moveTo>
                  <a:cubicBezTo>
                    <a:pt x="109" y="1142"/>
                    <a:pt x="109" y="1142"/>
                    <a:pt x="109" y="1142"/>
                  </a:cubicBezTo>
                  <a:cubicBezTo>
                    <a:pt x="109" y="853"/>
                    <a:pt x="109" y="853"/>
                    <a:pt x="109" y="853"/>
                  </a:cubicBezTo>
                  <a:cubicBezTo>
                    <a:pt x="0" y="853"/>
                    <a:pt x="0" y="853"/>
                    <a:pt x="0" y="853"/>
                  </a:cubicBezTo>
                  <a:cubicBezTo>
                    <a:pt x="0" y="803"/>
                    <a:pt x="0" y="803"/>
                    <a:pt x="0" y="803"/>
                  </a:cubicBezTo>
                  <a:cubicBezTo>
                    <a:pt x="273" y="803"/>
                    <a:pt x="273" y="803"/>
                    <a:pt x="273" y="803"/>
                  </a:cubicBezTo>
                  <a:cubicBezTo>
                    <a:pt x="273" y="853"/>
                    <a:pt x="273" y="853"/>
                    <a:pt x="273" y="853"/>
                  </a:cubicBezTo>
                  <a:cubicBezTo>
                    <a:pt x="163" y="853"/>
                    <a:pt x="163" y="853"/>
                    <a:pt x="163" y="853"/>
                  </a:cubicBezTo>
                  <a:lnTo>
                    <a:pt x="163" y="1142"/>
                  </a:lnTo>
                  <a:close/>
                  <a:moveTo>
                    <a:pt x="552" y="1142"/>
                  </a:moveTo>
                  <a:cubicBezTo>
                    <a:pt x="334" y="1142"/>
                    <a:pt x="334" y="1142"/>
                    <a:pt x="334" y="1142"/>
                  </a:cubicBezTo>
                  <a:cubicBezTo>
                    <a:pt x="334" y="803"/>
                    <a:pt x="334" y="803"/>
                    <a:pt x="334" y="803"/>
                  </a:cubicBezTo>
                  <a:cubicBezTo>
                    <a:pt x="548" y="803"/>
                    <a:pt x="548" y="803"/>
                    <a:pt x="548" y="803"/>
                  </a:cubicBezTo>
                  <a:cubicBezTo>
                    <a:pt x="548" y="853"/>
                    <a:pt x="548" y="853"/>
                    <a:pt x="548" y="853"/>
                  </a:cubicBezTo>
                  <a:cubicBezTo>
                    <a:pt x="388" y="853"/>
                    <a:pt x="388" y="853"/>
                    <a:pt x="388" y="853"/>
                  </a:cubicBezTo>
                  <a:cubicBezTo>
                    <a:pt x="388" y="942"/>
                    <a:pt x="388" y="942"/>
                    <a:pt x="388" y="942"/>
                  </a:cubicBezTo>
                  <a:cubicBezTo>
                    <a:pt x="541" y="942"/>
                    <a:pt x="541" y="942"/>
                    <a:pt x="541" y="942"/>
                  </a:cubicBezTo>
                  <a:cubicBezTo>
                    <a:pt x="541" y="991"/>
                    <a:pt x="541" y="991"/>
                    <a:pt x="541" y="991"/>
                  </a:cubicBezTo>
                  <a:cubicBezTo>
                    <a:pt x="388" y="991"/>
                    <a:pt x="388" y="991"/>
                    <a:pt x="388" y="991"/>
                  </a:cubicBezTo>
                  <a:cubicBezTo>
                    <a:pt x="388" y="1092"/>
                    <a:pt x="388" y="1092"/>
                    <a:pt x="388" y="1092"/>
                  </a:cubicBezTo>
                  <a:cubicBezTo>
                    <a:pt x="552" y="1092"/>
                    <a:pt x="552" y="1092"/>
                    <a:pt x="552" y="1092"/>
                  </a:cubicBezTo>
                  <a:lnTo>
                    <a:pt x="552" y="1142"/>
                  </a:lnTo>
                  <a:close/>
                  <a:moveTo>
                    <a:pt x="762" y="1148"/>
                  </a:moveTo>
                  <a:cubicBezTo>
                    <a:pt x="716" y="1148"/>
                    <a:pt x="681" y="1133"/>
                    <a:pt x="656" y="1103"/>
                  </a:cubicBezTo>
                  <a:cubicBezTo>
                    <a:pt x="632" y="1073"/>
                    <a:pt x="620" y="1030"/>
                    <a:pt x="620" y="974"/>
                  </a:cubicBezTo>
                  <a:cubicBezTo>
                    <a:pt x="620" y="919"/>
                    <a:pt x="633" y="875"/>
                    <a:pt x="658" y="845"/>
                  </a:cubicBezTo>
                  <a:cubicBezTo>
                    <a:pt x="683" y="814"/>
                    <a:pt x="719" y="798"/>
                    <a:pt x="766" y="798"/>
                  </a:cubicBezTo>
                  <a:cubicBezTo>
                    <a:pt x="802" y="798"/>
                    <a:pt x="831" y="807"/>
                    <a:pt x="853" y="824"/>
                  </a:cubicBezTo>
                  <a:cubicBezTo>
                    <a:pt x="874" y="841"/>
                    <a:pt x="886" y="865"/>
                    <a:pt x="887" y="894"/>
                  </a:cubicBezTo>
                  <a:cubicBezTo>
                    <a:pt x="887" y="900"/>
                    <a:pt x="887" y="900"/>
                    <a:pt x="887" y="900"/>
                  </a:cubicBezTo>
                  <a:cubicBezTo>
                    <a:pt x="830" y="900"/>
                    <a:pt x="830" y="900"/>
                    <a:pt x="830" y="900"/>
                  </a:cubicBezTo>
                  <a:cubicBezTo>
                    <a:pt x="829" y="895"/>
                    <a:pt x="829" y="895"/>
                    <a:pt x="829" y="895"/>
                  </a:cubicBezTo>
                  <a:cubicBezTo>
                    <a:pt x="828" y="880"/>
                    <a:pt x="822" y="868"/>
                    <a:pt x="810" y="858"/>
                  </a:cubicBezTo>
                  <a:cubicBezTo>
                    <a:pt x="797" y="848"/>
                    <a:pt x="782" y="844"/>
                    <a:pt x="764" y="844"/>
                  </a:cubicBezTo>
                  <a:cubicBezTo>
                    <a:pt x="737" y="844"/>
                    <a:pt x="716" y="854"/>
                    <a:pt x="701" y="877"/>
                  </a:cubicBezTo>
                  <a:cubicBezTo>
                    <a:pt x="686" y="899"/>
                    <a:pt x="678" y="932"/>
                    <a:pt x="678" y="973"/>
                  </a:cubicBezTo>
                  <a:cubicBezTo>
                    <a:pt x="678" y="1014"/>
                    <a:pt x="685" y="1045"/>
                    <a:pt x="700" y="1067"/>
                  </a:cubicBezTo>
                  <a:cubicBezTo>
                    <a:pt x="715" y="1089"/>
                    <a:pt x="735" y="1099"/>
                    <a:pt x="762" y="1099"/>
                  </a:cubicBezTo>
                  <a:cubicBezTo>
                    <a:pt x="782" y="1099"/>
                    <a:pt x="797" y="1095"/>
                    <a:pt x="809" y="1086"/>
                  </a:cubicBezTo>
                  <a:cubicBezTo>
                    <a:pt x="820" y="1076"/>
                    <a:pt x="827" y="1064"/>
                    <a:pt x="828" y="1048"/>
                  </a:cubicBezTo>
                  <a:cubicBezTo>
                    <a:pt x="829" y="1043"/>
                    <a:pt x="829" y="1043"/>
                    <a:pt x="829" y="1043"/>
                  </a:cubicBezTo>
                  <a:cubicBezTo>
                    <a:pt x="888" y="1043"/>
                    <a:pt x="888" y="1043"/>
                    <a:pt x="888" y="1043"/>
                  </a:cubicBezTo>
                  <a:cubicBezTo>
                    <a:pt x="888" y="1049"/>
                    <a:pt x="888" y="1049"/>
                    <a:pt x="888" y="1049"/>
                  </a:cubicBezTo>
                  <a:cubicBezTo>
                    <a:pt x="887" y="1079"/>
                    <a:pt x="875" y="1103"/>
                    <a:pt x="852" y="1121"/>
                  </a:cubicBezTo>
                  <a:cubicBezTo>
                    <a:pt x="830" y="1139"/>
                    <a:pt x="800" y="1148"/>
                    <a:pt x="762" y="1148"/>
                  </a:cubicBezTo>
                  <a:moveTo>
                    <a:pt x="1223" y="1142"/>
                  </a:moveTo>
                  <a:cubicBezTo>
                    <a:pt x="1169" y="1142"/>
                    <a:pt x="1169" y="1142"/>
                    <a:pt x="1169" y="1142"/>
                  </a:cubicBezTo>
                  <a:cubicBezTo>
                    <a:pt x="1169" y="993"/>
                    <a:pt x="1169" y="993"/>
                    <a:pt x="1169" y="993"/>
                  </a:cubicBezTo>
                  <a:cubicBezTo>
                    <a:pt x="1018" y="993"/>
                    <a:pt x="1018" y="993"/>
                    <a:pt x="1018" y="993"/>
                  </a:cubicBezTo>
                  <a:cubicBezTo>
                    <a:pt x="1018" y="1142"/>
                    <a:pt x="1018" y="1142"/>
                    <a:pt x="1018" y="1142"/>
                  </a:cubicBezTo>
                  <a:cubicBezTo>
                    <a:pt x="963" y="1142"/>
                    <a:pt x="963" y="1142"/>
                    <a:pt x="963" y="1142"/>
                  </a:cubicBezTo>
                  <a:cubicBezTo>
                    <a:pt x="963" y="803"/>
                    <a:pt x="963" y="803"/>
                    <a:pt x="963" y="803"/>
                  </a:cubicBezTo>
                  <a:cubicBezTo>
                    <a:pt x="1018" y="803"/>
                    <a:pt x="1018" y="803"/>
                    <a:pt x="1018" y="803"/>
                  </a:cubicBezTo>
                  <a:cubicBezTo>
                    <a:pt x="1018" y="943"/>
                    <a:pt x="1018" y="943"/>
                    <a:pt x="1018" y="943"/>
                  </a:cubicBezTo>
                  <a:cubicBezTo>
                    <a:pt x="1169" y="943"/>
                    <a:pt x="1169" y="943"/>
                    <a:pt x="1169" y="943"/>
                  </a:cubicBezTo>
                  <a:cubicBezTo>
                    <a:pt x="1169" y="803"/>
                    <a:pt x="1169" y="803"/>
                    <a:pt x="1169" y="803"/>
                  </a:cubicBezTo>
                  <a:cubicBezTo>
                    <a:pt x="1223" y="803"/>
                    <a:pt x="1223" y="803"/>
                    <a:pt x="1223" y="803"/>
                  </a:cubicBezTo>
                  <a:lnTo>
                    <a:pt x="1223" y="1142"/>
                  </a:lnTo>
                  <a:close/>
                  <a:moveTo>
                    <a:pt x="1595" y="1142"/>
                  </a:moveTo>
                  <a:cubicBezTo>
                    <a:pt x="1533" y="1142"/>
                    <a:pt x="1533" y="1142"/>
                    <a:pt x="1533" y="1142"/>
                  </a:cubicBezTo>
                  <a:cubicBezTo>
                    <a:pt x="1532" y="1140"/>
                    <a:pt x="1532" y="1140"/>
                    <a:pt x="1532" y="1140"/>
                  </a:cubicBezTo>
                  <a:cubicBezTo>
                    <a:pt x="1378" y="878"/>
                    <a:pt x="1378" y="878"/>
                    <a:pt x="1378" y="878"/>
                  </a:cubicBezTo>
                  <a:cubicBezTo>
                    <a:pt x="1378" y="1142"/>
                    <a:pt x="1378" y="1142"/>
                    <a:pt x="1378" y="1142"/>
                  </a:cubicBezTo>
                  <a:cubicBezTo>
                    <a:pt x="1327" y="1142"/>
                    <a:pt x="1327" y="1142"/>
                    <a:pt x="1327" y="1142"/>
                  </a:cubicBezTo>
                  <a:cubicBezTo>
                    <a:pt x="1327" y="803"/>
                    <a:pt x="1327" y="803"/>
                    <a:pt x="1327" y="803"/>
                  </a:cubicBezTo>
                  <a:cubicBezTo>
                    <a:pt x="1398" y="803"/>
                    <a:pt x="1398" y="803"/>
                    <a:pt x="1398" y="803"/>
                  </a:cubicBezTo>
                  <a:cubicBezTo>
                    <a:pt x="1545" y="1056"/>
                    <a:pt x="1545" y="1056"/>
                    <a:pt x="1545" y="1056"/>
                  </a:cubicBezTo>
                  <a:cubicBezTo>
                    <a:pt x="1545" y="803"/>
                    <a:pt x="1545" y="803"/>
                    <a:pt x="1545" y="803"/>
                  </a:cubicBezTo>
                  <a:cubicBezTo>
                    <a:pt x="1596" y="803"/>
                    <a:pt x="1596" y="803"/>
                    <a:pt x="1596" y="803"/>
                  </a:cubicBezTo>
                  <a:cubicBezTo>
                    <a:pt x="1596" y="1142"/>
                    <a:pt x="1596" y="1142"/>
                    <a:pt x="1596" y="1142"/>
                  </a:cubicBezTo>
                  <a:lnTo>
                    <a:pt x="1595" y="1142"/>
                  </a:lnTo>
                  <a:close/>
                  <a:moveTo>
                    <a:pt x="1834" y="1148"/>
                  </a:moveTo>
                  <a:cubicBezTo>
                    <a:pt x="1785" y="1148"/>
                    <a:pt x="1746" y="1132"/>
                    <a:pt x="1719" y="1102"/>
                  </a:cubicBezTo>
                  <a:cubicBezTo>
                    <a:pt x="1692" y="1071"/>
                    <a:pt x="1678" y="1028"/>
                    <a:pt x="1678" y="974"/>
                  </a:cubicBezTo>
                  <a:cubicBezTo>
                    <a:pt x="1678" y="918"/>
                    <a:pt x="1692" y="875"/>
                    <a:pt x="1719" y="844"/>
                  </a:cubicBezTo>
                  <a:cubicBezTo>
                    <a:pt x="1746" y="814"/>
                    <a:pt x="1785" y="798"/>
                    <a:pt x="1834" y="798"/>
                  </a:cubicBezTo>
                  <a:cubicBezTo>
                    <a:pt x="1883" y="798"/>
                    <a:pt x="1922" y="814"/>
                    <a:pt x="1949" y="844"/>
                  </a:cubicBezTo>
                  <a:cubicBezTo>
                    <a:pt x="1975" y="874"/>
                    <a:pt x="1989" y="918"/>
                    <a:pt x="1989" y="974"/>
                  </a:cubicBezTo>
                  <a:cubicBezTo>
                    <a:pt x="1989" y="1029"/>
                    <a:pt x="1975" y="1072"/>
                    <a:pt x="1948" y="1102"/>
                  </a:cubicBezTo>
                  <a:cubicBezTo>
                    <a:pt x="1921" y="1132"/>
                    <a:pt x="1883" y="1148"/>
                    <a:pt x="1834" y="1148"/>
                  </a:cubicBezTo>
                  <a:moveTo>
                    <a:pt x="1833" y="845"/>
                  </a:moveTo>
                  <a:cubicBezTo>
                    <a:pt x="1802" y="845"/>
                    <a:pt x="1778" y="855"/>
                    <a:pt x="1761" y="877"/>
                  </a:cubicBezTo>
                  <a:cubicBezTo>
                    <a:pt x="1745" y="899"/>
                    <a:pt x="1736" y="930"/>
                    <a:pt x="1736" y="971"/>
                  </a:cubicBezTo>
                  <a:cubicBezTo>
                    <a:pt x="1736" y="1013"/>
                    <a:pt x="1745" y="1045"/>
                    <a:pt x="1762" y="1067"/>
                  </a:cubicBezTo>
                  <a:cubicBezTo>
                    <a:pt x="1778" y="1089"/>
                    <a:pt x="1802" y="1099"/>
                    <a:pt x="1833" y="1099"/>
                  </a:cubicBezTo>
                  <a:cubicBezTo>
                    <a:pt x="1865" y="1099"/>
                    <a:pt x="1889" y="1089"/>
                    <a:pt x="1905" y="1067"/>
                  </a:cubicBezTo>
                  <a:cubicBezTo>
                    <a:pt x="1922" y="1046"/>
                    <a:pt x="1931" y="1014"/>
                    <a:pt x="1931" y="972"/>
                  </a:cubicBezTo>
                  <a:cubicBezTo>
                    <a:pt x="1931" y="931"/>
                    <a:pt x="1922" y="899"/>
                    <a:pt x="1905" y="877"/>
                  </a:cubicBezTo>
                  <a:cubicBezTo>
                    <a:pt x="1888" y="855"/>
                    <a:pt x="1865" y="845"/>
                    <a:pt x="1833" y="845"/>
                  </a:cubicBezTo>
                  <a:moveTo>
                    <a:pt x="2274" y="1142"/>
                  </a:moveTo>
                  <a:cubicBezTo>
                    <a:pt x="2070" y="1142"/>
                    <a:pt x="2070" y="1142"/>
                    <a:pt x="2070" y="1142"/>
                  </a:cubicBezTo>
                  <a:cubicBezTo>
                    <a:pt x="2070" y="803"/>
                    <a:pt x="2070" y="803"/>
                    <a:pt x="2070" y="803"/>
                  </a:cubicBezTo>
                  <a:cubicBezTo>
                    <a:pt x="2125" y="803"/>
                    <a:pt x="2125" y="803"/>
                    <a:pt x="2125" y="803"/>
                  </a:cubicBezTo>
                  <a:cubicBezTo>
                    <a:pt x="2125" y="1092"/>
                    <a:pt x="2125" y="1092"/>
                    <a:pt x="2125" y="1092"/>
                  </a:cubicBezTo>
                  <a:cubicBezTo>
                    <a:pt x="2274" y="1092"/>
                    <a:pt x="2274" y="1092"/>
                    <a:pt x="2274" y="1092"/>
                  </a:cubicBezTo>
                  <a:cubicBezTo>
                    <a:pt x="2274" y="1142"/>
                    <a:pt x="2274" y="1142"/>
                    <a:pt x="2274" y="1142"/>
                  </a:cubicBezTo>
                  <a:close/>
                  <a:moveTo>
                    <a:pt x="2475" y="1148"/>
                  </a:moveTo>
                  <a:cubicBezTo>
                    <a:pt x="2427" y="1148"/>
                    <a:pt x="2388" y="1132"/>
                    <a:pt x="2361" y="1102"/>
                  </a:cubicBezTo>
                  <a:cubicBezTo>
                    <a:pt x="2334" y="1071"/>
                    <a:pt x="2320" y="1028"/>
                    <a:pt x="2320" y="974"/>
                  </a:cubicBezTo>
                  <a:cubicBezTo>
                    <a:pt x="2320" y="918"/>
                    <a:pt x="2334" y="875"/>
                    <a:pt x="2360" y="844"/>
                  </a:cubicBezTo>
                  <a:cubicBezTo>
                    <a:pt x="2387" y="814"/>
                    <a:pt x="2426" y="798"/>
                    <a:pt x="2475" y="798"/>
                  </a:cubicBezTo>
                  <a:cubicBezTo>
                    <a:pt x="2525" y="798"/>
                    <a:pt x="2563" y="814"/>
                    <a:pt x="2590" y="844"/>
                  </a:cubicBezTo>
                  <a:cubicBezTo>
                    <a:pt x="2617" y="874"/>
                    <a:pt x="2630" y="918"/>
                    <a:pt x="2630" y="974"/>
                  </a:cubicBezTo>
                  <a:cubicBezTo>
                    <a:pt x="2630" y="1029"/>
                    <a:pt x="2617" y="1072"/>
                    <a:pt x="2590" y="1102"/>
                  </a:cubicBezTo>
                  <a:cubicBezTo>
                    <a:pt x="2563" y="1132"/>
                    <a:pt x="2525" y="1148"/>
                    <a:pt x="2475" y="1148"/>
                  </a:cubicBezTo>
                  <a:moveTo>
                    <a:pt x="2475" y="845"/>
                  </a:moveTo>
                  <a:cubicBezTo>
                    <a:pt x="2443" y="845"/>
                    <a:pt x="2420" y="855"/>
                    <a:pt x="2403" y="877"/>
                  </a:cubicBezTo>
                  <a:cubicBezTo>
                    <a:pt x="2386" y="899"/>
                    <a:pt x="2378" y="930"/>
                    <a:pt x="2378" y="971"/>
                  </a:cubicBezTo>
                  <a:cubicBezTo>
                    <a:pt x="2378" y="1013"/>
                    <a:pt x="2386" y="1045"/>
                    <a:pt x="2403" y="1067"/>
                  </a:cubicBezTo>
                  <a:cubicBezTo>
                    <a:pt x="2420" y="1089"/>
                    <a:pt x="2443" y="1099"/>
                    <a:pt x="2475" y="1099"/>
                  </a:cubicBezTo>
                  <a:cubicBezTo>
                    <a:pt x="2507" y="1099"/>
                    <a:pt x="2530" y="1089"/>
                    <a:pt x="2547" y="1067"/>
                  </a:cubicBezTo>
                  <a:cubicBezTo>
                    <a:pt x="2564" y="1046"/>
                    <a:pt x="2572" y="1014"/>
                    <a:pt x="2572" y="972"/>
                  </a:cubicBezTo>
                  <a:cubicBezTo>
                    <a:pt x="2572" y="931"/>
                    <a:pt x="2564" y="899"/>
                    <a:pt x="2547" y="877"/>
                  </a:cubicBezTo>
                  <a:cubicBezTo>
                    <a:pt x="2530" y="855"/>
                    <a:pt x="2507" y="845"/>
                    <a:pt x="2475" y="845"/>
                  </a:cubicBezTo>
                  <a:moveTo>
                    <a:pt x="2862" y="1148"/>
                  </a:moveTo>
                  <a:cubicBezTo>
                    <a:pt x="2811" y="1148"/>
                    <a:pt x="2770" y="1133"/>
                    <a:pt x="2741" y="1103"/>
                  </a:cubicBezTo>
                  <a:cubicBezTo>
                    <a:pt x="2711" y="1073"/>
                    <a:pt x="2696" y="1031"/>
                    <a:pt x="2696" y="980"/>
                  </a:cubicBezTo>
                  <a:cubicBezTo>
                    <a:pt x="2696" y="923"/>
                    <a:pt x="2711" y="878"/>
                    <a:pt x="2740" y="846"/>
                  </a:cubicBezTo>
                  <a:cubicBezTo>
                    <a:pt x="2769" y="814"/>
                    <a:pt x="2810" y="798"/>
                    <a:pt x="2862" y="798"/>
                  </a:cubicBezTo>
                  <a:cubicBezTo>
                    <a:pt x="2898" y="798"/>
                    <a:pt x="2927" y="806"/>
                    <a:pt x="2949" y="822"/>
                  </a:cubicBezTo>
                  <a:cubicBezTo>
                    <a:pt x="2970" y="839"/>
                    <a:pt x="2982" y="861"/>
                    <a:pt x="2983" y="890"/>
                  </a:cubicBezTo>
                  <a:cubicBezTo>
                    <a:pt x="2983" y="895"/>
                    <a:pt x="2983" y="895"/>
                    <a:pt x="2983" y="895"/>
                  </a:cubicBezTo>
                  <a:cubicBezTo>
                    <a:pt x="2924" y="895"/>
                    <a:pt x="2924" y="895"/>
                    <a:pt x="2924" y="895"/>
                  </a:cubicBezTo>
                  <a:cubicBezTo>
                    <a:pt x="2924" y="890"/>
                    <a:pt x="2924" y="890"/>
                    <a:pt x="2924" y="890"/>
                  </a:cubicBezTo>
                  <a:cubicBezTo>
                    <a:pt x="2924" y="877"/>
                    <a:pt x="2917" y="866"/>
                    <a:pt x="2905" y="856"/>
                  </a:cubicBezTo>
                  <a:cubicBezTo>
                    <a:pt x="2892" y="847"/>
                    <a:pt x="2876" y="842"/>
                    <a:pt x="2856" y="842"/>
                  </a:cubicBezTo>
                  <a:cubicBezTo>
                    <a:pt x="2824" y="842"/>
                    <a:pt x="2799" y="854"/>
                    <a:pt x="2781" y="877"/>
                  </a:cubicBezTo>
                  <a:cubicBezTo>
                    <a:pt x="2762" y="900"/>
                    <a:pt x="2753" y="933"/>
                    <a:pt x="2753" y="974"/>
                  </a:cubicBezTo>
                  <a:cubicBezTo>
                    <a:pt x="2753" y="1015"/>
                    <a:pt x="2763" y="1046"/>
                    <a:pt x="2782" y="1068"/>
                  </a:cubicBezTo>
                  <a:cubicBezTo>
                    <a:pt x="2801" y="1090"/>
                    <a:pt x="2829" y="1101"/>
                    <a:pt x="2864" y="1101"/>
                  </a:cubicBezTo>
                  <a:cubicBezTo>
                    <a:pt x="2873" y="1101"/>
                    <a:pt x="2883" y="1100"/>
                    <a:pt x="2893" y="1098"/>
                  </a:cubicBezTo>
                  <a:cubicBezTo>
                    <a:pt x="2902" y="1096"/>
                    <a:pt x="2913" y="1094"/>
                    <a:pt x="2926" y="1091"/>
                  </a:cubicBezTo>
                  <a:cubicBezTo>
                    <a:pt x="2926" y="1002"/>
                    <a:pt x="2926" y="1002"/>
                    <a:pt x="2926" y="1002"/>
                  </a:cubicBezTo>
                  <a:cubicBezTo>
                    <a:pt x="2857" y="1002"/>
                    <a:pt x="2857" y="1002"/>
                    <a:pt x="2857" y="1002"/>
                  </a:cubicBezTo>
                  <a:cubicBezTo>
                    <a:pt x="2857" y="955"/>
                    <a:pt x="2857" y="955"/>
                    <a:pt x="2857" y="955"/>
                  </a:cubicBezTo>
                  <a:cubicBezTo>
                    <a:pt x="2983" y="955"/>
                    <a:pt x="2983" y="955"/>
                    <a:pt x="2983" y="955"/>
                  </a:cubicBezTo>
                  <a:cubicBezTo>
                    <a:pt x="2983" y="1125"/>
                    <a:pt x="2983" y="1125"/>
                    <a:pt x="2983" y="1125"/>
                  </a:cubicBezTo>
                  <a:cubicBezTo>
                    <a:pt x="2979" y="1127"/>
                    <a:pt x="2979" y="1127"/>
                    <a:pt x="2979" y="1127"/>
                  </a:cubicBezTo>
                  <a:cubicBezTo>
                    <a:pt x="2957" y="1134"/>
                    <a:pt x="2937" y="1139"/>
                    <a:pt x="2918" y="1143"/>
                  </a:cubicBezTo>
                  <a:cubicBezTo>
                    <a:pt x="2899" y="1146"/>
                    <a:pt x="2880" y="1148"/>
                    <a:pt x="2862" y="1148"/>
                  </a:cubicBezTo>
                  <a:moveTo>
                    <a:pt x="3139" y="1142"/>
                  </a:moveTo>
                  <a:cubicBezTo>
                    <a:pt x="3084" y="1142"/>
                    <a:pt x="3084" y="1142"/>
                    <a:pt x="3084" y="1142"/>
                  </a:cubicBezTo>
                  <a:cubicBezTo>
                    <a:pt x="3084" y="803"/>
                    <a:pt x="3084" y="803"/>
                    <a:pt x="3084" y="803"/>
                  </a:cubicBezTo>
                  <a:cubicBezTo>
                    <a:pt x="3139" y="803"/>
                    <a:pt x="3139" y="803"/>
                    <a:pt x="3139" y="803"/>
                  </a:cubicBezTo>
                  <a:lnTo>
                    <a:pt x="3139" y="1142"/>
                  </a:lnTo>
                  <a:close/>
                  <a:moveTo>
                    <a:pt x="3461" y="1142"/>
                  </a:moveTo>
                  <a:cubicBezTo>
                    <a:pt x="3243" y="1142"/>
                    <a:pt x="3243" y="1142"/>
                    <a:pt x="3243" y="1142"/>
                  </a:cubicBezTo>
                  <a:cubicBezTo>
                    <a:pt x="3243" y="803"/>
                    <a:pt x="3243" y="803"/>
                    <a:pt x="3243" y="803"/>
                  </a:cubicBezTo>
                  <a:cubicBezTo>
                    <a:pt x="3458" y="803"/>
                    <a:pt x="3458" y="803"/>
                    <a:pt x="3458" y="803"/>
                  </a:cubicBezTo>
                  <a:cubicBezTo>
                    <a:pt x="3458" y="853"/>
                    <a:pt x="3458" y="853"/>
                    <a:pt x="3458" y="853"/>
                  </a:cubicBezTo>
                  <a:cubicBezTo>
                    <a:pt x="3298" y="853"/>
                    <a:pt x="3298" y="853"/>
                    <a:pt x="3298" y="853"/>
                  </a:cubicBezTo>
                  <a:cubicBezTo>
                    <a:pt x="3298" y="942"/>
                    <a:pt x="3298" y="942"/>
                    <a:pt x="3298" y="942"/>
                  </a:cubicBezTo>
                  <a:cubicBezTo>
                    <a:pt x="3451" y="942"/>
                    <a:pt x="3451" y="942"/>
                    <a:pt x="3451" y="942"/>
                  </a:cubicBezTo>
                  <a:cubicBezTo>
                    <a:pt x="3451" y="991"/>
                    <a:pt x="3451" y="991"/>
                    <a:pt x="3451" y="991"/>
                  </a:cubicBezTo>
                  <a:cubicBezTo>
                    <a:pt x="3298" y="991"/>
                    <a:pt x="3298" y="991"/>
                    <a:pt x="3298" y="991"/>
                  </a:cubicBezTo>
                  <a:cubicBezTo>
                    <a:pt x="3298" y="1092"/>
                    <a:pt x="3298" y="1092"/>
                    <a:pt x="3298" y="1092"/>
                  </a:cubicBezTo>
                  <a:cubicBezTo>
                    <a:pt x="3461" y="1092"/>
                    <a:pt x="3461" y="1092"/>
                    <a:pt x="3461" y="1092"/>
                  </a:cubicBezTo>
                  <a:lnTo>
                    <a:pt x="3461" y="1142"/>
                  </a:lnTo>
                  <a:close/>
                  <a:moveTo>
                    <a:pt x="3656" y="1148"/>
                  </a:moveTo>
                  <a:cubicBezTo>
                    <a:pt x="3615" y="1148"/>
                    <a:pt x="3583" y="1139"/>
                    <a:pt x="3562" y="1123"/>
                  </a:cubicBezTo>
                  <a:cubicBezTo>
                    <a:pt x="3541" y="1105"/>
                    <a:pt x="3530" y="1080"/>
                    <a:pt x="3530" y="1046"/>
                  </a:cubicBezTo>
                  <a:cubicBezTo>
                    <a:pt x="3530" y="1035"/>
                    <a:pt x="3530" y="1035"/>
                    <a:pt x="3530" y="1035"/>
                  </a:cubicBezTo>
                  <a:cubicBezTo>
                    <a:pt x="3588" y="1035"/>
                    <a:pt x="3588" y="1035"/>
                    <a:pt x="3588" y="1035"/>
                  </a:cubicBezTo>
                  <a:cubicBezTo>
                    <a:pt x="3588" y="1040"/>
                    <a:pt x="3588" y="1040"/>
                    <a:pt x="3588" y="1040"/>
                  </a:cubicBezTo>
                  <a:cubicBezTo>
                    <a:pt x="3589" y="1060"/>
                    <a:pt x="3595" y="1075"/>
                    <a:pt x="3606" y="1084"/>
                  </a:cubicBezTo>
                  <a:cubicBezTo>
                    <a:pt x="3617" y="1093"/>
                    <a:pt x="3635" y="1098"/>
                    <a:pt x="3658" y="1098"/>
                  </a:cubicBezTo>
                  <a:cubicBezTo>
                    <a:pt x="3682" y="1098"/>
                    <a:pt x="3700" y="1093"/>
                    <a:pt x="3714" y="1084"/>
                  </a:cubicBezTo>
                  <a:cubicBezTo>
                    <a:pt x="3727" y="1075"/>
                    <a:pt x="3733" y="1062"/>
                    <a:pt x="3733" y="1046"/>
                  </a:cubicBezTo>
                  <a:cubicBezTo>
                    <a:pt x="3733" y="1024"/>
                    <a:pt x="3709" y="1007"/>
                    <a:pt x="3660" y="995"/>
                  </a:cubicBezTo>
                  <a:cubicBezTo>
                    <a:pt x="3655" y="993"/>
                    <a:pt x="3651" y="992"/>
                    <a:pt x="3647" y="991"/>
                  </a:cubicBezTo>
                  <a:cubicBezTo>
                    <a:pt x="3644" y="991"/>
                    <a:pt x="3639" y="989"/>
                    <a:pt x="3632" y="988"/>
                  </a:cubicBezTo>
                  <a:cubicBezTo>
                    <a:pt x="3604" y="981"/>
                    <a:pt x="3584" y="974"/>
                    <a:pt x="3572" y="967"/>
                  </a:cubicBezTo>
                  <a:cubicBezTo>
                    <a:pt x="3560" y="959"/>
                    <a:pt x="3551" y="949"/>
                    <a:pt x="3544" y="937"/>
                  </a:cubicBezTo>
                  <a:cubicBezTo>
                    <a:pt x="3537" y="925"/>
                    <a:pt x="3534" y="911"/>
                    <a:pt x="3534" y="896"/>
                  </a:cubicBezTo>
                  <a:cubicBezTo>
                    <a:pt x="3534" y="866"/>
                    <a:pt x="3546" y="841"/>
                    <a:pt x="3569" y="824"/>
                  </a:cubicBezTo>
                  <a:cubicBezTo>
                    <a:pt x="3592" y="807"/>
                    <a:pt x="3624" y="798"/>
                    <a:pt x="3663" y="798"/>
                  </a:cubicBezTo>
                  <a:cubicBezTo>
                    <a:pt x="3698" y="798"/>
                    <a:pt x="3726" y="806"/>
                    <a:pt x="3747" y="821"/>
                  </a:cubicBezTo>
                  <a:cubicBezTo>
                    <a:pt x="3768" y="837"/>
                    <a:pt x="3778" y="858"/>
                    <a:pt x="3778" y="885"/>
                  </a:cubicBezTo>
                  <a:cubicBezTo>
                    <a:pt x="3778" y="895"/>
                    <a:pt x="3778" y="895"/>
                    <a:pt x="3778" y="895"/>
                  </a:cubicBezTo>
                  <a:cubicBezTo>
                    <a:pt x="3724" y="895"/>
                    <a:pt x="3724" y="895"/>
                    <a:pt x="3724" y="895"/>
                  </a:cubicBezTo>
                  <a:cubicBezTo>
                    <a:pt x="3723" y="890"/>
                    <a:pt x="3723" y="890"/>
                    <a:pt x="3723" y="890"/>
                  </a:cubicBezTo>
                  <a:cubicBezTo>
                    <a:pt x="3723" y="875"/>
                    <a:pt x="3717" y="865"/>
                    <a:pt x="3707" y="857"/>
                  </a:cubicBezTo>
                  <a:cubicBezTo>
                    <a:pt x="3696" y="849"/>
                    <a:pt x="3680" y="845"/>
                    <a:pt x="3659" y="845"/>
                  </a:cubicBezTo>
                  <a:cubicBezTo>
                    <a:pt x="3638" y="845"/>
                    <a:pt x="3621" y="850"/>
                    <a:pt x="3609" y="859"/>
                  </a:cubicBezTo>
                  <a:cubicBezTo>
                    <a:pt x="3597" y="867"/>
                    <a:pt x="3591" y="879"/>
                    <a:pt x="3591" y="893"/>
                  </a:cubicBezTo>
                  <a:cubicBezTo>
                    <a:pt x="3591" y="912"/>
                    <a:pt x="3613" y="927"/>
                    <a:pt x="3657" y="938"/>
                  </a:cubicBezTo>
                  <a:cubicBezTo>
                    <a:pt x="3666" y="940"/>
                    <a:pt x="3666" y="940"/>
                    <a:pt x="3666" y="940"/>
                  </a:cubicBezTo>
                  <a:cubicBezTo>
                    <a:pt x="3719" y="954"/>
                    <a:pt x="3751" y="967"/>
                    <a:pt x="3766" y="981"/>
                  </a:cubicBezTo>
                  <a:cubicBezTo>
                    <a:pt x="3781" y="995"/>
                    <a:pt x="3789" y="1015"/>
                    <a:pt x="3789" y="1040"/>
                  </a:cubicBezTo>
                  <a:cubicBezTo>
                    <a:pt x="3789" y="1075"/>
                    <a:pt x="3777" y="1102"/>
                    <a:pt x="3754" y="1120"/>
                  </a:cubicBezTo>
                  <a:cubicBezTo>
                    <a:pt x="3731" y="1138"/>
                    <a:pt x="3698" y="1148"/>
                    <a:pt x="3656" y="1148"/>
                  </a:cubicBezTo>
                  <a:moveTo>
                    <a:pt x="25" y="605"/>
                  </a:moveTo>
                  <a:cubicBezTo>
                    <a:pt x="25" y="11"/>
                    <a:pt x="25" y="11"/>
                    <a:pt x="25" y="11"/>
                  </a:cubicBezTo>
                  <a:cubicBezTo>
                    <a:pt x="152" y="11"/>
                    <a:pt x="152" y="11"/>
                    <a:pt x="152" y="11"/>
                  </a:cubicBezTo>
                  <a:cubicBezTo>
                    <a:pt x="152" y="268"/>
                    <a:pt x="152" y="268"/>
                    <a:pt x="152" y="268"/>
                  </a:cubicBezTo>
                  <a:cubicBezTo>
                    <a:pt x="346" y="11"/>
                    <a:pt x="346" y="11"/>
                    <a:pt x="346" y="11"/>
                  </a:cubicBezTo>
                  <a:cubicBezTo>
                    <a:pt x="488" y="11"/>
                    <a:pt x="488" y="11"/>
                    <a:pt x="488" y="11"/>
                  </a:cubicBezTo>
                  <a:cubicBezTo>
                    <a:pt x="279" y="277"/>
                    <a:pt x="279" y="277"/>
                    <a:pt x="279" y="277"/>
                  </a:cubicBezTo>
                  <a:cubicBezTo>
                    <a:pt x="509" y="605"/>
                    <a:pt x="509" y="605"/>
                    <a:pt x="509" y="605"/>
                  </a:cubicBezTo>
                  <a:cubicBezTo>
                    <a:pt x="361" y="605"/>
                    <a:pt x="361" y="605"/>
                    <a:pt x="361" y="605"/>
                  </a:cubicBezTo>
                  <a:cubicBezTo>
                    <a:pt x="152" y="297"/>
                    <a:pt x="152" y="297"/>
                    <a:pt x="152" y="297"/>
                  </a:cubicBezTo>
                  <a:cubicBezTo>
                    <a:pt x="152" y="605"/>
                    <a:pt x="152" y="605"/>
                    <a:pt x="152" y="605"/>
                  </a:cubicBezTo>
                  <a:cubicBezTo>
                    <a:pt x="25" y="605"/>
                    <a:pt x="25" y="605"/>
                    <a:pt x="25" y="605"/>
                  </a:cubicBezTo>
                  <a:close/>
                  <a:moveTo>
                    <a:pt x="553" y="605"/>
                  </a:moveTo>
                  <a:cubicBezTo>
                    <a:pt x="553" y="11"/>
                    <a:pt x="553" y="11"/>
                    <a:pt x="553" y="11"/>
                  </a:cubicBezTo>
                  <a:cubicBezTo>
                    <a:pt x="947" y="11"/>
                    <a:pt x="947" y="11"/>
                    <a:pt x="947" y="11"/>
                  </a:cubicBezTo>
                  <a:cubicBezTo>
                    <a:pt x="947" y="109"/>
                    <a:pt x="947" y="109"/>
                    <a:pt x="947" y="109"/>
                  </a:cubicBezTo>
                  <a:cubicBezTo>
                    <a:pt x="682" y="109"/>
                    <a:pt x="682" y="109"/>
                    <a:pt x="682" y="109"/>
                  </a:cubicBezTo>
                  <a:cubicBezTo>
                    <a:pt x="682" y="249"/>
                    <a:pt x="682" y="249"/>
                    <a:pt x="682" y="249"/>
                  </a:cubicBezTo>
                  <a:cubicBezTo>
                    <a:pt x="931" y="249"/>
                    <a:pt x="931" y="249"/>
                    <a:pt x="931" y="249"/>
                  </a:cubicBezTo>
                  <a:cubicBezTo>
                    <a:pt x="931" y="346"/>
                    <a:pt x="931" y="346"/>
                    <a:pt x="931" y="346"/>
                  </a:cubicBezTo>
                  <a:cubicBezTo>
                    <a:pt x="682" y="346"/>
                    <a:pt x="682" y="346"/>
                    <a:pt x="682" y="346"/>
                  </a:cubicBezTo>
                  <a:cubicBezTo>
                    <a:pt x="682" y="506"/>
                    <a:pt x="682" y="506"/>
                    <a:pt x="682" y="506"/>
                  </a:cubicBezTo>
                  <a:cubicBezTo>
                    <a:pt x="957" y="506"/>
                    <a:pt x="957" y="506"/>
                    <a:pt x="957" y="506"/>
                  </a:cubicBezTo>
                  <a:cubicBezTo>
                    <a:pt x="957" y="605"/>
                    <a:pt x="957" y="605"/>
                    <a:pt x="957" y="605"/>
                  </a:cubicBezTo>
                  <a:lnTo>
                    <a:pt x="553" y="605"/>
                  </a:lnTo>
                  <a:close/>
                  <a:moveTo>
                    <a:pt x="1190" y="605"/>
                  </a:moveTo>
                  <a:cubicBezTo>
                    <a:pt x="1190" y="386"/>
                    <a:pt x="1190" y="386"/>
                    <a:pt x="1190" y="386"/>
                  </a:cubicBezTo>
                  <a:cubicBezTo>
                    <a:pt x="989" y="11"/>
                    <a:pt x="989" y="11"/>
                    <a:pt x="989" y="11"/>
                  </a:cubicBezTo>
                  <a:cubicBezTo>
                    <a:pt x="1123" y="11"/>
                    <a:pt x="1123" y="11"/>
                    <a:pt x="1123" y="11"/>
                  </a:cubicBezTo>
                  <a:cubicBezTo>
                    <a:pt x="1259" y="265"/>
                    <a:pt x="1259" y="265"/>
                    <a:pt x="1259" y="265"/>
                  </a:cubicBezTo>
                  <a:cubicBezTo>
                    <a:pt x="1382" y="11"/>
                    <a:pt x="1382" y="11"/>
                    <a:pt x="1382" y="11"/>
                  </a:cubicBezTo>
                  <a:cubicBezTo>
                    <a:pt x="1515" y="11"/>
                    <a:pt x="1515" y="11"/>
                    <a:pt x="1515" y="11"/>
                  </a:cubicBezTo>
                  <a:cubicBezTo>
                    <a:pt x="1317" y="386"/>
                    <a:pt x="1317" y="386"/>
                    <a:pt x="1317" y="386"/>
                  </a:cubicBezTo>
                  <a:cubicBezTo>
                    <a:pt x="1317" y="605"/>
                    <a:pt x="1317" y="605"/>
                    <a:pt x="1317" y="605"/>
                  </a:cubicBezTo>
                  <a:lnTo>
                    <a:pt x="1190" y="605"/>
                  </a:lnTo>
                  <a:close/>
                  <a:moveTo>
                    <a:pt x="1504" y="412"/>
                  </a:moveTo>
                  <a:cubicBezTo>
                    <a:pt x="1629" y="412"/>
                    <a:pt x="1629" y="412"/>
                    <a:pt x="1629" y="412"/>
                  </a:cubicBezTo>
                  <a:cubicBezTo>
                    <a:pt x="1629" y="452"/>
                    <a:pt x="1638" y="481"/>
                    <a:pt x="1658" y="501"/>
                  </a:cubicBezTo>
                  <a:cubicBezTo>
                    <a:pt x="1678" y="521"/>
                    <a:pt x="1707" y="531"/>
                    <a:pt x="1746" y="531"/>
                  </a:cubicBezTo>
                  <a:cubicBezTo>
                    <a:pt x="1778" y="531"/>
                    <a:pt x="1803" y="524"/>
                    <a:pt x="1823" y="508"/>
                  </a:cubicBezTo>
                  <a:cubicBezTo>
                    <a:pt x="1843" y="493"/>
                    <a:pt x="1853" y="473"/>
                    <a:pt x="1853" y="449"/>
                  </a:cubicBezTo>
                  <a:cubicBezTo>
                    <a:pt x="1853" y="412"/>
                    <a:pt x="1806" y="377"/>
                    <a:pt x="1713" y="346"/>
                  </a:cubicBezTo>
                  <a:cubicBezTo>
                    <a:pt x="1699" y="341"/>
                    <a:pt x="1699" y="341"/>
                    <a:pt x="1699" y="341"/>
                  </a:cubicBezTo>
                  <a:cubicBezTo>
                    <a:pt x="1696" y="340"/>
                    <a:pt x="1692" y="339"/>
                    <a:pt x="1687" y="337"/>
                  </a:cubicBezTo>
                  <a:cubicBezTo>
                    <a:pt x="1635" y="320"/>
                    <a:pt x="1597" y="303"/>
                    <a:pt x="1574" y="286"/>
                  </a:cubicBezTo>
                  <a:cubicBezTo>
                    <a:pt x="1558" y="273"/>
                    <a:pt x="1545" y="257"/>
                    <a:pt x="1536" y="238"/>
                  </a:cubicBezTo>
                  <a:cubicBezTo>
                    <a:pt x="1527" y="219"/>
                    <a:pt x="1522" y="198"/>
                    <a:pt x="1522" y="174"/>
                  </a:cubicBezTo>
                  <a:cubicBezTo>
                    <a:pt x="1522" y="121"/>
                    <a:pt x="1542" y="78"/>
                    <a:pt x="1583" y="47"/>
                  </a:cubicBezTo>
                  <a:cubicBezTo>
                    <a:pt x="1623" y="16"/>
                    <a:pt x="1679" y="0"/>
                    <a:pt x="1749" y="0"/>
                  </a:cubicBezTo>
                  <a:cubicBezTo>
                    <a:pt x="1814" y="0"/>
                    <a:pt x="1864" y="15"/>
                    <a:pt x="1900" y="46"/>
                  </a:cubicBezTo>
                  <a:cubicBezTo>
                    <a:pt x="1936" y="76"/>
                    <a:pt x="1954" y="119"/>
                    <a:pt x="1954" y="173"/>
                  </a:cubicBezTo>
                  <a:cubicBezTo>
                    <a:pt x="1954" y="177"/>
                    <a:pt x="1954" y="177"/>
                    <a:pt x="1954" y="177"/>
                  </a:cubicBezTo>
                  <a:cubicBezTo>
                    <a:pt x="1844" y="177"/>
                    <a:pt x="1844" y="177"/>
                    <a:pt x="1844" y="177"/>
                  </a:cubicBezTo>
                  <a:cubicBezTo>
                    <a:pt x="1841" y="146"/>
                    <a:pt x="1831" y="122"/>
                    <a:pt x="1813" y="106"/>
                  </a:cubicBezTo>
                  <a:cubicBezTo>
                    <a:pt x="1796" y="90"/>
                    <a:pt x="1771" y="82"/>
                    <a:pt x="1741" y="82"/>
                  </a:cubicBezTo>
                  <a:cubicBezTo>
                    <a:pt x="1711" y="82"/>
                    <a:pt x="1687" y="89"/>
                    <a:pt x="1669" y="102"/>
                  </a:cubicBezTo>
                  <a:cubicBezTo>
                    <a:pt x="1652" y="116"/>
                    <a:pt x="1643" y="135"/>
                    <a:pt x="1643" y="158"/>
                  </a:cubicBezTo>
                  <a:cubicBezTo>
                    <a:pt x="1643" y="194"/>
                    <a:pt x="1692" y="228"/>
                    <a:pt x="1790" y="259"/>
                  </a:cubicBezTo>
                  <a:cubicBezTo>
                    <a:pt x="1797" y="262"/>
                    <a:pt x="1797" y="262"/>
                    <a:pt x="1797" y="262"/>
                  </a:cubicBezTo>
                  <a:cubicBezTo>
                    <a:pt x="1872" y="287"/>
                    <a:pt x="1921" y="311"/>
                    <a:pt x="1945" y="336"/>
                  </a:cubicBezTo>
                  <a:cubicBezTo>
                    <a:pt x="1968" y="361"/>
                    <a:pt x="1980" y="395"/>
                    <a:pt x="1980" y="439"/>
                  </a:cubicBezTo>
                  <a:cubicBezTo>
                    <a:pt x="1980" y="494"/>
                    <a:pt x="1959" y="537"/>
                    <a:pt x="1917" y="569"/>
                  </a:cubicBezTo>
                  <a:cubicBezTo>
                    <a:pt x="1874" y="600"/>
                    <a:pt x="1815" y="616"/>
                    <a:pt x="1740" y="616"/>
                  </a:cubicBezTo>
                  <a:cubicBezTo>
                    <a:pt x="1661" y="616"/>
                    <a:pt x="1602" y="599"/>
                    <a:pt x="1563" y="567"/>
                  </a:cubicBezTo>
                  <a:cubicBezTo>
                    <a:pt x="1524" y="534"/>
                    <a:pt x="1504" y="485"/>
                    <a:pt x="1504" y="420"/>
                  </a:cubicBezTo>
                  <a:cubicBezTo>
                    <a:pt x="1504" y="412"/>
                    <a:pt x="1504" y="412"/>
                    <a:pt x="1504" y="412"/>
                  </a:cubicBezTo>
                  <a:close/>
                  <a:moveTo>
                    <a:pt x="2061" y="11"/>
                  </a:moveTo>
                  <a:cubicBezTo>
                    <a:pt x="2188" y="11"/>
                    <a:pt x="2188" y="11"/>
                    <a:pt x="2188" y="11"/>
                  </a:cubicBezTo>
                  <a:cubicBezTo>
                    <a:pt x="2188" y="605"/>
                    <a:pt x="2188" y="605"/>
                    <a:pt x="2188" y="605"/>
                  </a:cubicBezTo>
                  <a:cubicBezTo>
                    <a:pt x="2061" y="605"/>
                    <a:pt x="2061" y="605"/>
                    <a:pt x="2061" y="605"/>
                  </a:cubicBezTo>
                  <a:lnTo>
                    <a:pt x="2061" y="11"/>
                  </a:lnTo>
                  <a:close/>
                  <a:moveTo>
                    <a:pt x="2816" y="288"/>
                  </a:moveTo>
                  <a:cubicBezTo>
                    <a:pt x="2816" y="567"/>
                    <a:pt x="2816" y="567"/>
                    <a:pt x="2816" y="567"/>
                  </a:cubicBezTo>
                  <a:cubicBezTo>
                    <a:pt x="2783" y="583"/>
                    <a:pt x="2748" y="595"/>
                    <a:pt x="2711" y="603"/>
                  </a:cubicBezTo>
                  <a:cubicBezTo>
                    <a:pt x="2673" y="612"/>
                    <a:pt x="2631" y="616"/>
                    <a:pt x="2585" y="616"/>
                  </a:cubicBezTo>
                  <a:cubicBezTo>
                    <a:pt x="2485" y="616"/>
                    <a:pt x="2407" y="590"/>
                    <a:pt x="2352" y="538"/>
                  </a:cubicBezTo>
                  <a:cubicBezTo>
                    <a:pt x="2298" y="486"/>
                    <a:pt x="2270" y="412"/>
                    <a:pt x="2270" y="316"/>
                  </a:cubicBezTo>
                  <a:cubicBezTo>
                    <a:pt x="2270" y="218"/>
                    <a:pt x="2298" y="140"/>
                    <a:pt x="2353" y="85"/>
                  </a:cubicBezTo>
                  <a:cubicBezTo>
                    <a:pt x="2408" y="29"/>
                    <a:pt x="2484" y="1"/>
                    <a:pt x="2582" y="1"/>
                  </a:cubicBezTo>
                  <a:cubicBezTo>
                    <a:pt x="2655" y="1"/>
                    <a:pt x="2712" y="17"/>
                    <a:pt x="2754" y="50"/>
                  </a:cubicBezTo>
                  <a:cubicBezTo>
                    <a:pt x="2797" y="84"/>
                    <a:pt x="2818" y="128"/>
                    <a:pt x="2818" y="183"/>
                  </a:cubicBezTo>
                  <a:cubicBezTo>
                    <a:pt x="2818" y="194"/>
                    <a:pt x="2818" y="194"/>
                    <a:pt x="2818" y="194"/>
                  </a:cubicBezTo>
                  <a:cubicBezTo>
                    <a:pt x="2698" y="194"/>
                    <a:pt x="2698" y="194"/>
                    <a:pt x="2698" y="194"/>
                  </a:cubicBezTo>
                  <a:cubicBezTo>
                    <a:pt x="2696" y="157"/>
                    <a:pt x="2685" y="130"/>
                    <a:pt x="2664" y="111"/>
                  </a:cubicBezTo>
                  <a:cubicBezTo>
                    <a:pt x="2643" y="91"/>
                    <a:pt x="2614" y="82"/>
                    <a:pt x="2575" y="82"/>
                  </a:cubicBezTo>
                  <a:cubicBezTo>
                    <a:pt x="2521" y="82"/>
                    <a:pt x="2478" y="102"/>
                    <a:pt x="2447" y="144"/>
                  </a:cubicBezTo>
                  <a:cubicBezTo>
                    <a:pt x="2416" y="185"/>
                    <a:pt x="2400" y="241"/>
                    <a:pt x="2400" y="312"/>
                  </a:cubicBezTo>
                  <a:cubicBezTo>
                    <a:pt x="2400" y="382"/>
                    <a:pt x="2416" y="435"/>
                    <a:pt x="2449" y="471"/>
                  </a:cubicBezTo>
                  <a:cubicBezTo>
                    <a:pt x="2482" y="507"/>
                    <a:pt x="2531" y="525"/>
                    <a:pt x="2595" y="525"/>
                  </a:cubicBezTo>
                  <a:cubicBezTo>
                    <a:pt x="2611" y="525"/>
                    <a:pt x="2628" y="524"/>
                    <a:pt x="2644" y="522"/>
                  </a:cubicBezTo>
                  <a:cubicBezTo>
                    <a:pt x="2660" y="520"/>
                    <a:pt x="2676" y="517"/>
                    <a:pt x="2692" y="513"/>
                  </a:cubicBezTo>
                  <a:cubicBezTo>
                    <a:pt x="2692" y="383"/>
                    <a:pt x="2692" y="383"/>
                    <a:pt x="2692" y="383"/>
                  </a:cubicBezTo>
                  <a:cubicBezTo>
                    <a:pt x="2579" y="383"/>
                    <a:pt x="2579" y="383"/>
                    <a:pt x="2579" y="383"/>
                  </a:cubicBezTo>
                  <a:cubicBezTo>
                    <a:pt x="2579" y="288"/>
                    <a:pt x="2579" y="288"/>
                    <a:pt x="2579" y="288"/>
                  </a:cubicBezTo>
                  <a:lnTo>
                    <a:pt x="2816" y="288"/>
                  </a:lnTo>
                  <a:close/>
                  <a:moveTo>
                    <a:pt x="2920" y="605"/>
                  </a:moveTo>
                  <a:cubicBezTo>
                    <a:pt x="2920" y="11"/>
                    <a:pt x="2920" y="11"/>
                    <a:pt x="2920" y="11"/>
                  </a:cubicBezTo>
                  <a:cubicBezTo>
                    <a:pt x="3048" y="11"/>
                    <a:pt x="3048" y="11"/>
                    <a:pt x="3048" y="11"/>
                  </a:cubicBezTo>
                  <a:cubicBezTo>
                    <a:pt x="3048" y="248"/>
                    <a:pt x="3048" y="248"/>
                    <a:pt x="3048" y="248"/>
                  </a:cubicBezTo>
                  <a:cubicBezTo>
                    <a:pt x="3273" y="248"/>
                    <a:pt x="3273" y="248"/>
                    <a:pt x="3273" y="248"/>
                  </a:cubicBezTo>
                  <a:cubicBezTo>
                    <a:pt x="3273" y="11"/>
                    <a:pt x="3273" y="11"/>
                    <a:pt x="3273" y="11"/>
                  </a:cubicBezTo>
                  <a:cubicBezTo>
                    <a:pt x="3397" y="11"/>
                    <a:pt x="3397" y="11"/>
                    <a:pt x="3397" y="11"/>
                  </a:cubicBezTo>
                  <a:cubicBezTo>
                    <a:pt x="3397" y="605"/>
                    <a:pt x="3397" y="605"/>
                    <a:pt x="3397" y="605"/>
                  </a:cubicBezTo>
                  <a:cubicBezTo>
                    <a:pt x="3273" y="605"/>
                    <a:pt x="3273" y="605"/>
                    <a:pt x="3273" y="605"/>
                  </a:cubicBezTo>
                  <a:cubicBezTo>
                    <a:pt x="3273" y="345"/>
                    <a:pt x="3273" y="345"/>
                    <a:pt x="3273" y="345"/>
                  </a:cubicBezTo>
                  <a:cubicBezTo>
                    <a:pt x="3048" y="345"/>
                    <a:pt x="3048" y="345"/>
                    <a:pt x="3048" y="345"/>
                  </a:cubicBezTo>
                  <a:cubicBezTo>
                    <a:pt x="3048" y="605"/>
                    <a:pt x="3048" y="605"/>
                    <a:pt x="3048" y="605"/>
                  </a:cubicBezTo>
                  <a:lnTo>
                    <a:pt x="2920" y="605"/>
                  </a:lnTo>
                  <a:close/>
                  <a:moveTo>
                    <a:pt x="3628" y="605"/>
                  </a:moveTo>
                  <a:cubicBezTo>
                    <a:pt x="3628" y="107"/>
                    <a:pt x="3628" y="107"/>
                    <a:pt x="3628" y="107"/>
                  </a:cubicBezTo>
                  <a:cubicBezTo>
                    <a:pt x="3453" y="107"/>
                    <a:pt x="3453" y="107"/>
                    <a:pt x="3453" y="107"/>
                  </a:cubicBezTo>
                  <a:cubicBezTo>
                    <a:pt x="3453" y="11"/>
                    <a:pt x="3453" y="11"/>
                    <a:pt x="3453" y="11"/>
                  </a:cubicBezTo>
                  <a:cubicBezTo>
                    <a:pt x="3931" y="11"/>
                    <a:pt x="3931" y="11"/>
                    <a:pt x="3931" y="11"/>
                  </a:cubicBezTo>
                  <a:cubicBezTo>
                    <a:pt x="3931" y="107"/>
                    <a:pt x="3931" y="107"/>
                    <a:pt x="3931" y="107"/>
                  </a:cubicBezTo>
                  <a:cubicBezTo>
                    <a:pt x="3756" y="107"/>
                    <a:pt x="3756" y="107"/>
                    <a:pt x="3756" y="107"/>
                  </a:cubicBezTo>
                  <a:cubicBezTo>
                    <a:pt x="3756" y="605"/>
                    <a:pt x="3756" y="605"/>
                    <a:pt x="3756" y="605"/>
                  </a:cubicBezTo>
                  <a:lnTo>
                    <a:pt x="3628" y="605"/>
                  </a:lnTo>
                  <a:close/>
                </a:path>
              </a:pathLst>
            </a:custGeom>
            <a:solidFill>
              <a:srgbClr val="55555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6">
              <a:extLst>
                <a:ext uri="{FF2B5EF4-FFF2-40B4-BE49-F238E27FC236}">
                  <a16:creationId xmlns:a16="http://schemas.microsoft.com/office/drawing/2014/main" id="{2CF469B8-42CE-43E7-A089-ED56DA2D857D}"/>
                </a:ext>
              </a:extLst>
            </p:cNvPr>
            <p:cNvSpPr>
              <a:spLocks/>
            </p:cNvSpPr>
            <p:nvPr userDrawn="1"/>
          </p:nvSpPr>
          <p:spPr bwMode="black">
            <a:xfrm>
              <a:off x="1231901" y="5359401"/>
              <a:ext cx="3417888" cy="2630487"/>
            </a:xfrm>
            <a:custGeom>
              <a:avLst/>
              <a:gdLst>
                <a:gd name="T0" fmla="*/ 1831 w 1831"/>
                <a:gd name="T1" fmla="*/ 726 h 1406"/>
                <a:gd name="T2" fmla="*/ 1765 w 1831"/>
                <a:gd name="T3" fmla="*/ 626 h 1406"/>
                <a:gd name="T4" fmla="*/ 1654 w 1831"/>
                <a:gd name="T5" fmla="*/ 379 h 1406"/>
                <a:gd name="T6" fmla="*/ 1533 w 1831"/>
                <a:gd name="T7" fmla="*/ 626 h 1406"/>
                <a:gd name="T8" fmla="*/ 1456 w 1831"/>
                <a:gd name="T9" fmla="*/ 726 h 1406"/>
                <a:gd name="T10" fmla="*/ 1339 w 1831"/>
                <a:gd name="T11" fmla="*/ 505 h 1406"/>
                <a:gd name="T12" fmla="*/ 1119 w 1831"/>
                <a:gd name="T13" fmla="*/ 0 h 1406"/>
                <a:gd name="T14" fmla="*/ 911 w 1831"/>
                <a:gd name="T15" fmla="*/ 506 h 1406"/>
                <a:gd name="T16" fmla="*/ 757 w 1831"/>
                <a:gd name="T17" fmla="*/ 726 h 1406"/>
                <a:gd name="T18" fmla="*/ 626 w 1831"/>
                <a:gd name="T19" fmla="*/ 553 h 1406"/>
                <a:gd name="T20" fmla="*/ 458 w 1831"/>
                <a:gd name="T21" fmla="*/ 218 h 1406"/>
                <a:gd name="T22" fmla="*/ 288 w 1831"/>
                <a:gd name="T23" fmla="*/ 562 h 1406"/>
                <a:gd name="T24" fmla="*/ 153 w 1831"/>
                <a:gd name="T25" fmla="*/ 726 h 1406"/>
                <a:gd name="T26" fmla="*/ 0 w 1831"/>
                <a:gd name="T27" fmla="*/ 726 h 1406"/>
                <a:gd name="T28" fmla="*/ 0 w 1831"/>
                <a:gd name="T29" fmla="*/ 727 h 1406"/>
                <a:gd name="T30" fmla="*/ 70 w 1831"/>
                <a:gd name="T31" fmla="*/ 830 h 1406"/>
                <a:gd name="T32" fmla="*/ 166 w 1831"/>
                <a:gd name="T33" fmla="*/ 1075 h 1406"/>
                <a:gd name="T34" fmla="*/ 268 w 1831"/>
                <a:gd name="T35" fmla="*/ 869 h 1406"/>
                <a:gd name="T36" fmla="*/ 374 w 1831"/>
                <a:gd name="T37" fmla="*/ 727 h 1406"/>
                <a:gd name="T38" fmla="*/ 506 w 1831"/>
                <a:gd name="T39" fmla="*/ 958 h 1406"/>
                <a:gd name="T40" fmla="*/ 707 w 1831"/>
                <a:gd name="T41" fmla="*/ 1406 h 1406"/>
                <a:gd name="T42" fmla="*/ 915 w 1831"/>
                <a:gd name="T43" fmla="*/ 958 h 1406"/>
                <a:gd name="T44" fmla="*/ 1083 w 1831"/>
                <a:gd name="T45" fmla="*/ 727 h 1406"/>
                <a:gd name="T46" fmla="*/ 1234 w 1831"/>
                <a:gd name="T47" fmla="*/ 901 h 1406"/>
                <a:gd name="T48" fmla="*/ 1380 w 1831"/>
                <a:gd name="T49" fmla="*/ 1131 h 1406"/>
                <a:gd name="T50" fmla="*/ 1534 w 1831"/>
                <a:gd name="T51" fmla="*/ 873 h 1406"/>
                <a:gd name="T52" fmla="*/ 1677 w 1831"/>
                <a:gd name="T53" fmla="*/ 727 h 1406"/>
                <a:gd name="T54" fmla="*/ 1831 w 1831"/>
                <a:gd name="T55" fmla="*/ 727 h 1406"/>
                <a:gd name="T56" fmla="*/ 1831 w 1831"/>
                <a:gd name="T57" fmla="*/ 726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31" h="1406">
                  <a:moveTo>
                    <a:pt x="1831" y="726"/>
                  </a:moveTo>
                  <a:cubicBezTo>
                    <a:pt x="1817" y="724"/>
                    <a:pt x="1786" y="709"/>
                    <a:pt x="1765" y="626"/>
                  </a:cubicBezTo>
                  <a:cubicBezTo>
                    <a:pt x="1730" y="493"/>
                    <a:pt x="1713" y="379"/>
                    <a:pt x="1654" y="379"/>
                  </a:cubicBezTo>
                  <a:cubicBezTo>
                    <a:pt x="1595" y="379"/>
                    <a:pt x="1568" y="493"/>
                    <a:pt x="1533" y="626"/>
                  </a:cubicBezTo>
                  <a:cubicBezTo>
                    <a:pt x="1512" y="705"/>
                    <a:pt x="1491" y="726"/>
                    <a:pt x="1456" y="726"/>
                  </a:cubicBezTo>
                  <a:cubicBezTo>
                    <a:pt x="1423" y="726"/>
                    <a:pt x="1389" y="711"/>
                    <a:pt x="1339" y="505"/>
                  </a:cubicBezTo>
                  <a:cubicBezTo>
                    <a:pt x="1295" y="325"/>
                    <a:pt x="1266" y="0"/>
                    <a:pt x="1119" y="0"/>
                  </a:cubicBezTo>
                  <a:cubicBezTo>
                    <a:pt x="973" y="0"/>
                    <a:pt x="930" y="424"/>
                    <a:pt x="911" y="506"/>
                  </a:cubicBezTo>
                  <a:cubicBezTo>
                    <a:pt x="887" y="607"/>
                    <a:pt x="830" y="726"/>
                    <a:pt x="757" y="726"/>
                  </a:cubicBezTo>
                  <a:cubicBezTo>
                    <a:pt x="685" y="726"/>
                    <a:pt x="647" y="643"/>
                    <a:pt x="626" y="553"/>
                  </a:cubicBezTo>
                  <a:cubicBezTo>
                    <a:pt x="592" y="416"/>
                    <a:pt x="555" y="218"/>
                    <a:pt x="458" y="218"/>
                  </a:cubicBezTo>
                  <a:cubicBezTo>
                    <a:pt x="362" y="218"/>
                    <a:pt x="331" y="382"/>
                    <a:pt x="288" y="562"/>
                  </a:cubicBezTo>
                  <a:cubicBezTo>
                    <a:pt x="263" y="668"/>
                    <a:pt x="223" y="726"/>
                    <a:pt x="153" y="726"/>
                  </a:cubicBezTo>
                  <a:cubicBezTo>
                    <a:pt x="0" y="726"/>
                    <a:pt x="0" y="726"/>
                    <a:pt x="0" y="726"/>
                  </a:cubicBezTo>
                  <a:cubicBezTo>
                    <a:pt x="0" y="727"/>
                    <a:pt x="0" y="727"/>
                    <a:pt x="0" y="727"/>
                  </a:cubicBezTo>
                  <a:cubicBezTo>
                    <a:pt x="20" y="733"/>
                    <a:pt x="60" y="766"/>
                    <a:pt x="70" y="830"/>
                  </a:cubicBezTo>
                  <a:cubicBezTo>
                    <a:pt x="94" y="981"/>
                    <a:pt x="113" y="1075"/>
                    <a:pt x="166" y="1075"/>
                  </a:cubicBezTo>
                  <a:cubicBezTo>
                    <a:pt x="218" y="1075"/>
                    <a:pt x="238" y="994"/>
                    <a:pt x="268" y="869"/>
                  </a:cubicBezTo>
                  <a:cubicBezTo>
                    <a:pt x="292" y="770"/>
                    <a:pt x="329" y="727"/>
                    <a:pt x="374" y="727"/>
                  </a:cubicBezTo>
                  <a:cubicBezTo>
                    <a:pt x="439" y="727"/>
                    <a:pt x="470" y="807"/>
                    <a:pt x="506" y="958"/>
                  </a:cubicBezTo>
                  <a:cubicBezTo>
                    <a:pt x="577" y="1260"/>
                    <a:pt x="592" y="1406"/>
                    <a:pt x="707" y="1406"/>
                  </a:cubicBezTo>
                  <a:cubicBezTo>
                    <a:pt x="821" y="1406"/>
                    <a:pt x="839" y="1260"/>
                    <a:pt x="915" y="958"/>
                  </a:cubicBezTo>
                  <a:cubicBezTo>
                    <a:pt x="949" y="827"/>
                    <a:pt x="1011" y="727"/>
                    <a:pt x="1083" y="727"/>
                  </a:cubicBezTo>
                  <a:cubicBezTo>
                    <a:pt x="1156" y="727"/>
                    <a:pt x="1207" y="824"/>
                    <a:pt x="1234" y="901"/>
                  </a:cubicBezTo>
                  <a:cubicBezTo>
                    <a:pt x="1291" y="1068"/>
                    <a:pt x="1317" y="1131"/>
                    <a:pt x="1380" y="1131"/>
                  </a:cubicBezTo>
                  <a:cubicBezTo>
                    <a:pt x="1443" y="1131"/>
                    <a:pt x="1478" y="1055"/>
                    <a:pt x="1534" y="873"/>
                  </a:cubicBezTo>
                  <a:cubicBezTo>
                    <a:pt x="1569" y="758"/>
                    <a:pt x="1574" y="727"/>
                    <a:pt x="1677" y="727"/>
                  </a:cubicBezTo>
                  <a:cubicBezTo>
                    <a:pt x="1831" y="727"/>
                    <a:pt x="1831" y="727"/>
                    <a:pt x="1831" y="727"/>
                  </a:cubicBezTo>
                  <a:cubicBezTo>
                    <a:pt x="1831" y="726"/>
                    <a:pt x="1831" y="726"/>
                    <a:pt x="1831" y="726"/>
                  </a:cubicBezTo>
                  <a:close/>
                </a:path>
              </a:pathLst>
            </a:custGeom>
            <a:solidFill>
              <a:srgbClr val="EB0029"/>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8417186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wo Quote">
    <p:bg>
      <p:bgPr>
        <a:solidFill>
          <a:schemeClr val="bg1"/>
        </a:solidFill>
        <a:effectLst/>
      </p:bgPr>
    </p:bg>
    <p:spTree>
      <p:nvGrpSpPr>
        <p:cNvPr id="1" name=""/>
        <p:cNvGrpSpPr/>
        <p:nvPr/>
      </p:nvGrpSpPr>
      <p:grpSpPr>
        <a:xfrm>
          <a:off x="0" y="0"/>
          <a:ext cx="0" cy="0"/>
          <a:chOff x="0" y="0"/>
          <a:chExt cx="0" cy="0"/>
        </a:xfrm>
      </p:grpSpPr>
      <p:sp>
        <p:nvSpPr>
          <p:cNvPr id="26" name="Texture">
            <a:extLst>
              <a:ext uri="{FF2B5EF4-FFF2-40B4-BE49-F238E27FC236}">
                <a16:creationId xmlns:a16="http://schemas.microsoft.com/office/drawing/2014/main" id="{3C95BE6E-96AD-4084-ACEE-7830A9F32631}"/>
              </a:ext>
            </a:extLst>
          </p:cNvPr>
          <p:cNvSpPr/>
          <p:nvPr userDrawn="1"/>
        </p:nvSpPr>
        <p:spPr>
          <a:xfrm>
            <a:off x="0" y="0"/>
            <a:ext cx="12192000" cy="6858000"/>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err="1"/>
          </a:p>
        </p:txBody>
      </p:sp>
      <p:sp>
        <p:nvSpPr>
          <p:cNvPr id="104" name="Affiliation">
            <a:extLst>
              <a:ext uri="{FF2B5EF4-FFF2-40B4-BE49-F238E27FC236}">
                <a16:creationId xmlns:a16="http://schemas.microsoft.com/office/drawing/2014/main" id="{705559C5-878A-4763-8DD2-8E2E436F4B4A}"/>
              </a:ext>
            </a:extLst>
          </p:cNvPr>
          <p:cNvSpPr>
            <a:spLocks noGrp="1"/>
          </p:cNvSpPr>
          <p:nvPr>
            <p:ph type="body" sz="quarter" idx="21" hasCustomPrompt="1"/>
          </p:nvPr>
        </p:nvSpPr>
        <p:spPr>
          <a:xfrm>
            <a:off x="6300383" y="5110903"/>
            <a:ext cx="3246120" cy="3785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400" b="0" i="1" cap="none" spc="60" baseline="0" dirty="0">
                <a:solidFill>
                  <a:schemeClr val="tx1">
                    <a:lumMod val="65000"/>
                    <a:lumOff val="35000"/>
                  </a:schemeClr>
                </a:solidFill>
                <a:latin typeface="+mj-lt"/>
                <a:ea typeface="+mj-ea"/>
                <a:cs typeface="+mj-cs"/>
              </a:defRPr>
            </a:lvl1pPr>
          </a:lstStyle>
          <a:p>
            <a:pPr marL="182880" lvl="0" indent="-182880">
              <a:spcBef>
                <a:spcPct val="0"/>
              </a:spcBef>
            </a:pPr>
            <a:r>
              <a:rPr lang="en-US"/>
              <a:t>Title / Company Name</a:t>
            </a:r>
          </a:p>
        </p:txBody>
      </p:sp>
      <p:sp>
        <p:nvSpPr>
          <p:cNvPr id="105" name="Name">
            <a:extLst>
              <a:ext uri="{FF2B5EF4-FFF2-40B4-BE49-F238E27FC236}">
                <a16:creationId xmlns:a16="http://schemas.microsoft.com/office/drawing/2014/main" id="{DF4D4582-8847-4F32-8324-0D3299EDB5AA}"/>
              </a:ext>
            </a:extLst>
          </p:cNvPr>
          <p:cNvSpPr>
            <a:spLocks noGrp="1"/>
          </p:cNvSpPr>
          <p:nvPr>
            <p:ph type="body" sz="quarter" idx="22" hasCustomPrompt="1"/>
          </p:nvPr>
        </p:nvSpPr>
        <p:spPr>
          <a:xfrm>
            <a:off x="6300383" y="4732338"/>
            <a:ext cx="3246120" cy="3785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400" b="0" i="1" cap="none" spc="60" baseline="0" dirty="0">
                <a:solidFill>
                  <a:schemeClr val="tx1">
                    <a:lumMod val="75000"/>
                    <a:lumOff val="25000"/>
                  </a:schemeClr>
                </a:solidFill>
                <a:latin typeface="+mj-lt"/>
                <a:ea typeface="+mj-ea"/>
                <a:cs typeface="+mj-cs"/>
              </a:defRPr>
            </a:lvl1pPr>
          </a:lstStyle>
          <a:p>
            <a:pPr marL="182880" lvl="0" indent="-182880">
              <a:spcBef>
                <a:spcPct val="0"/>
              </a:spcBef>
            </a:pPr>
            <a:r>
              <a:rPr lang="en-US"/>
              <a:t>Name</a:t>
            </a:r>
          </a:p>
        </p:txBody>
      </p:sp>
      <p:sp>
        <p:nvSpPr>
          <p:cNvPr id="109" name="Text Placeholder 9">
            <a:extLst>
              <a:ext uri="{FF2B5EF4-FFF2-40B4-BE49-F238E27FC236}">
                <a16:creationId xmlns:a16="http://schemas.microsoft.com/office/drawing/2014/main" id="{4097F5C6-326F-4898-9FB9-3FC9B0D6639A}"/>
              </a:ext>
            </a:extLst>
          </p:cNvPr>
          <p:cNvSpPr>
            <a:spLocks noGrp="1"/>
          </p:cNvSpPr>
          <p:nvPr>
            <p:ph type="body" sz="quarter" idx="23" hasCustomPrompt="1"/>
          </p:nvPr>
        </p:nvSpPr>
        <p:spPr>
          <a:xfrm>
            <a:off x="6300383" y="1630264"/>
            <a:ext cx="5073060" cy="3102074"/>
          </a:xfrm>
          <a:ln w="19050">
            <a:solidFill>
              <a:schemeClr val="tx1">
                <a:lumMod val="75000"/>
                <a:lumOff val="25000"/>
              </a:schemeClr>
            </a:solidFill>
            <a:miter lim="800000"/>
          </a:ln>
        </p:spPr>
        <p:txBody>
          <a:bodyPr lIns="182880" tIns="182880" rIns="182880" bIns="182880">
            <a:noAutofit/>
          </a:bodyPr>
          <a:lstStyle>
            <a:lvl1pPr marL="0" indent="0">
              <a:lnSpc>
                <a:spcPct val="100000"/>
              </a:lnSpc>
              <a:spcBef>
                <a:spcPts val="1600"/>
              </a:spcBef>
              <a:spcAft>
                <a:spcPts val="0"/>
              </a:spcAft>
              <a:buFont typeface="Arial" panose="020B0604020202020204" pitchFamily="34" charset="0"/>
              <a:buChar char="​"/>
              <a:defRPr sz="2000" b="1" spc="0">
                <a:solidFill>
                  <a:schemeClr val="tx1">
                    <a:lumMod val="85000"/>
                    <a:lumOff val="15000"/>
                  </a:schemeClr>
                </a:solidFill>
              </a:defRPr>
            </a:lvl1pPr>
            <a:lvl2pPr marL="0" indent="0">
              <a:lnSpc>
                <a:spcPct val="100000"/>
              </a:lnSpc>
              <a:spcBef>
                <a:spcPts val="1600"/>
              </a:spcBef>
              <a:spcAft>
                <a:spcPts val="0"/>
              </a:spcAft>
              <a:buFont typeface="Arial" panose="020B0604020202020204" pitchFamily="34" charset="0"/>
              <a:buNone/>
              <a:defRPr sz="2000" b="1" spc="0">
                <a:solidFill>
                  <a:schemeClr val="tx1">
                    <a:lumMod val="85000"/>
                    <a:lumOff val="15000"/>
                  </a:schemeClr>
                </a:solidFill>
              </a:defRPr>
            </a:lvl2pPr>
            <a:lvl3pPr marL="0" indent="0">
              <a:lnSpc>
                <a:spcPct val="100000"/>
              </a:lnSpc>
              <a:spcBef>
                <a:spcPts val="1600"/>
              </a:spcBef>
              <a:spcAft>
                <a:spcPts val="0"/>
              </a:spcAft>
              <a:buFont typeface="Arial" panose="020B0604020202020204" pitchFamily="34" charset="0"/>
              <a:buChar char="​"/>
              <a:defRPr sz="2000" b="1" spc="0">
                <a:solidFill>
                  <a:schemeClr val="tx1">
                    <a:lumMod val="85000"/>
                    <a:lumOff val="15000"/>
                  </a:schemeClr>
                </a:solidFill>
              </a:defRPr>
            </a:lvl3pPr>
            <a:lvl4pPr>
              <a:lnSpc>
                <a:spcPct val="100000"/>
              </a:lnSpc>
              <a:spcBef>
                <a:spcPts val="1600"/>
              </a:spcBef>
              <a:spcAft>
                <a:spcPts val="0"/>
              </a:spcAft>
              <a:defRPr sz="2000" b="1" cap="none" spc="0" baseline="0">
                <a:solidFill>
                  <a:schemeClr val="tx1">
                    <a:lumMod val="85000"/>
                    <a:lumOff val="15000"/>
                  </a:schemeClr>
                </a:solidFill>
              </a:defRPr>
            </a:lvl4pPr>
            <a:lvl5pPr>
              <a:lnSpc>
                <a:spcPct val="100000"/>
              </a:lnSpc>
              <a:spcBef>
                <a:spcPts val="1600"/>
              </a:spcBef>
              <a:spcAft>
                <a:spcPts val="0"/>
              </a:spcAft>
              <a:defRPr sz="2000" b="1" spc="0">
                <a:solidFill>
                  <a:schemeClr val="tx1">
                    <a:lumMod val="85000"/>
                    <a:lumOff val="15000"/>
                  </a:schemeClr>
                </a:solidFill>
              </a:defRPr>
            </a:lvl5pPr>
            <a:lvl6pPr indent="0">
              <a:lnSpc>
                <a:spcPct val="100000"/>
              </a:lnSpc>
              <a:spcBef>
                <a:spcPts val="1600"/>
              </a:spcBef>
              <a:spcAft>
                <a:spcPts val="0"/>
              </a:spcAft>
              <a:defRPr sz="2000" b="1" i="0" cap="none" spc="0" baseline="0">
                <a:solidFill>
                  <a:schemeClr val="tx1">
                    <a:lumMod val="85000"/>
                    <a:lumOff val="15000"/>
                  </a:schemeClr>
                </a:solidFill>
              </a:defRPr>
            </a:lvl6pPr>
            <a:lvl7pPr indent="0">
              <a:lnSpc>
                <a:spcPct val="100000"/>
              </a:lnSpc>
              <a:spcBef>
                <a:spcPts val="1600"/>
              </a:spcBef>
              <a:spcAft>
                <a:spcPts val="0"/>
              </a:spcAft>
              <a:defRPr sz="2000" b="1" i="0" cap="none" spc="0" baseline="0">
                <a:solidFill>
                  <a:schemeClr val="tx1">
                    <a:lumMod val="85000"/>
                    <a:lumOff val="15000"/>
                  </a:schemeClr>
                </a:solidFill>
              </a:defRPr>
            </a:lvl7pPr>
            <a:lvl8pPr indent="0">
              <a:lnSpc>
                <a:spcPct val="100000"/>
              </a:lnSpc>
              <a:spcBef>
                <a:spcPts val="1600"/>
              </a:spcBef>
              <a:spcAft>
                <a:spcPts val="0"/>
              </a:spcAft>
              <a:defRPr sz="2000" b="1" i="0" cap="none" spc="0" baseline="0">
                <a:solidFill>
                  <a:schemeClr val="tx1">
                    <a:lumMod val="85000"/>
                    <a:lumOff val="15000"/>
                  </a:schemeClr>
                </a:solidFill>
              </a:defRPr>
            </a:lvl8pPr>
            <a:lvl9pPr indent="0">
              <a:lnSpc>
                <a:spcPct val="100000"/>
              </a:lnSpc>
              <a:spcBef>
                <a:spcPts val="1600"/>
              </a:spcBef>
              <a:spcAft>
                <a:spcPts val="0"/>
              </a:spcAft>
              <a:defRPr sz="2000" b="1" i="0" cap="none" spc="0" baseline="0">
                <a:solidFill>
                  <a:schemeClr val="tx1">
                    <a:lumMod val="85000"/>
                    <a:lumOff val="15000"/>
                  </a:schemeClr>
                </a:solidFill>
              </a:defRPr>
            </a:lvl9pPr>
          </a:lstStyle>
          <a:p>
            <a:pPr lvl="0"/>
            <a:r>
              <a:rPr lang="en-US"/>
              <a:t>Two quote layout.</a:t>
            </a:r>
          </a:p>
        </p:txBody>
      </p:sp>
      <p:grpSp>
        <p:nvGrpSpPr>
          <p:cNvPr id="106" name="Quote_Box">
            <a:extLst>
              <a:ext uri="{FF2B5EF4-FFF2-40B4-BE49-F238E27FC236}">
                <a16:creationId xmlns:a16="http://schemas.microsoft.com/office/drawing/2014/main" id="{ABCF5F15-1C99-4B5F-A62C-06821A1D013D}"/>
              </a:ext>
            </a:extLst>
          </p:cNvPr>
          <p:cNvGrpSpPr>
            <a:grpSpLocks noChangeAspect="1"/>
          </p:cNvGrpSpPr>
          <p:nvPr userDrawn="1"/>
        </p:nvGrpSpPr>
        <p:grpSpPr>
          <a:xfrm>
            <a:off x="6300383" y="1115459"/>
            <a:ext cx="509542" cy="509542"/>
            <a:chOff x="1127850" y="1457847"/>
            <a:chExt cx="648005" cy="648005"/>
          </a:xfrm>
        </p:grpSpPr>
        <p:sp>
          <p:nvSpPr>
            <p:cNvPr id="107" name="Quote_Box">
              <a:extLst>
                <a:ext uri="{FF2B5EF4-FFF2-40B4-BE49-F238E27FC236}">
                  <a16:creationId xmlns:a16="http://schemas.microsoft.com/office/drawing/2014/main" id="{BBFBCDF7-264A-4503-9A4A-3935E8AFA293}"/>
                </a:ext>
              </a:extLst>
            </p:cNvPr>
            <p:cNvSpPr/>
            <p:nvPr userDrawn="1"/>
          </p:nvSpPr>
          <p:spPr>
            <a:xfrm>
              <a:off x="1127850" y="1457847"/>
              <a:ext cx="648005" cy="648005"/>
            </a:xfrm>
            <a:prstGeom prst="rect">
              <a:avLst/>
            </a:prstGeom>
            <a:solidFill>
              <a:schemeClr val="tx1">
                <a:lumMod val="85000"/>
                <a:lumOff val="15000"/>
              </a:schemeClr>
            </a:solidFill>
            <a:ln w="19050">
              <a:solidFill>
                <a:schemeClr val="tx1">
                  <a:lumMod val="75000"/>
                  <a:lumOff val="25000"/>
                </a:schemeClr>
              </a:solidFill>
              <a:miter lim="800000"/>
            </a:ln>
          </p:spPr>
          <p:txBody>
            <a:bodyPr vert="horz" wrap="square" lIns="0" tIns="137160" rIns="0" bIns="137160" rtlCol="0" anchor="ctr">
              <a:noAutofit/>
            </a:bodyPr>
            <a:lstStyle/>
            <a:p>
              <a:pPr marL="285750" lvl="0" indent="-285750" algn="ctr" defTabSz="914400">
                <a:lnSpc>
                  <a:spcPct val="90000"/>
                </a:lnSpc>
                <a:spcBef>
                  <a:spcPct val="0"/>
                </a:spcBef>
                <a:buFont typeface="Arial" panose="020B0604020202020204" pitchFamily="34" charset="0"/>
                <a:buNone/>
              </a:pPr>
              <a:endParaRPr lang="en-US" sz="3200" b="1" i="0" cap="all" spc="60" baseline="0">
                <a:solidFill>
                  <a:schemeClr val="accent2"/>
                </a:solidFill>
                <a:latin typeface="+mj-lt"/>
                <a:ea typeface="+mj-ea"/>
                <a:cs typeface="+mj-cs"/>
              </a:endParaRPr>
            </a:p>
          </p:txBody>
        </p:sp>
        <p:sp>
          <p:nvSpPr>
            <p:cNvPr id="108" name="Icon">
              <a:extLst>
                <a:ext uri="{FF2B5EF4-FFF2-40B4-BE49-F238E27FC236}">
                  <a16:creationId xmlns:a16="http://schemas.microsoft.com/office/drawing/2014/main" id="{D21F579F-48BF-483D-8137-FE8CA23EA9A1}"/>
                </a:ext>
              </a:extLst>
            </p:cNvPr>
            <p:cNvSpPr>
              <a:spLocks noChangeAspect="1" noEditPoints="1"/>
            </p:cNvSpPr>
            <p:nvPr userDrawn="1"/>
          </p:nvSpPr>
          <p:spPr bwMode="auto">
            <a:xfrm>
              <a:off x="1300876" y="1648350"/>
              <a:ext cx="301952" cy="237744"/>
            </a:xfrm>
            <a:custGeom>
              <a:avLst/>
              <a:gdLst>
                <a:gd name="T0" fmla="*/ 214 w 589"/>
                <a:gd name="T1" fmla="*/ 464 h 464"/>
                <a:gd name="T2" fmla="*/ 0 w 589"/>
                <a:gd name="T3" fmla="*/ 464 h 464"/>
                <a:gd name="T4" fmla="*/ 0 w 589"/>
                <a:gd name="T5" fmla="*/ 310 h 464"/>
                <a:gd name="T6" fmla="*/ 17 w 589"/>
                <a:gd name="T7" fmla="*/ 164 h 464"/>
                <a:gd name="T8" fmla="*/ 77 w 589"/>
                <a:gd name="T9" fmla="*/ 67 h 464"/>
                <a:gd name="T10" fmla="*/ 190 w 589"/>
                <a:gd name="T11" fmla="*/ 0 h 464"/>
                <a:gd name="T12" fmla="*/ 232 w 589"/>
                <a:gd name="T13" fmla="*/ 88 h 464"/>
                <a:gd name="T14" fmla="*/ 140 w 589"/>
                <a:gd name="T15" fmla="*/ 148 h 464"/>
                <a:gd name="T16" fmla="*/ 111 w 589"/>
                <a:gd name="T17" fmla="*/ 249 h 464"/>
                <a:gd name="T18" fmla="*/ 214 w 589"/>
                <a:gd name="T19" fmla="*/ 249 h 464"/>
                <a:gd name="T20" fmla="*/ 214 w 589"/>
                <a:gd name="T21" fmla="*/ 464 h 464"/>
                <a:gd name="T22" fmla="*/ 572 w 589"/>
                <a:gd name="T23" fmla="*/ 464 h 464"/>
                <a:gd name="T24" fmla="*/ 358 w 589"/>
                <a:gd name="T25" fmla="*/ 464 h 464"/>
                <a:gd name="T26" fmla="*/ 358 w 589"/>
                <a:gd name="T27" fmla="*/ 310 h 464"/>
                <a:gd name="T28" fmla="*/ 374 w 589"/>
                <a:gd name="T29" fmla="*/ 163 h 464"/>
                <a:gd name="T30" fmla="*/ 435 w 589"/>
                <a:gd name="T31" fmla="*/ 67 h 464"/>
                <a:gd name="T32" fmla="*/ 548 w 589"/>
                <a:gd name="T33" fmla="*/ 0 h 464"/>
                <a:gd name="T34" fmla="*/ 589 w 589"/>
                <a:gd name="T35" fmla="*/ 88 h 464"/>
                <a:gd name="T36" fmla="*/ 498 w 589"/>
                <a:gd name="T37" fmla="*/ 148 h 464"/>
                <a:gd name="T38" fmla="*/ 468 w 589"/>
                <a:gd name="T39" fmla="*/ 249 h 464"/>
                <a:gd name="T40" fmla="*/ 572 w 589"/>
                <a:gd name="T41" fmla="*/ 249 h 464"/>
                <a:gd name="T42" fmla="*/ 572 w 589"/>
                <a:gd name="T43" fmla="*/ 464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89" h="464">
                  <a:moveTo>
                    <a:pt x="214" y="464"/>
                  </a:moveTo>
                  <a:cubicBezTo>
                    <a:pt x="0" y="464"/>
                    <a:pt x="0" y="464"/>
                    <a:pt x="0" y="464"/>
                  </a:cubicBezTo>
                  <a:cubicBezTo>
                    <a:pt x="0" y="310"/>
                    <a:pt x="0" y="310"/>
                    <a:pt x="0" y="310"/>
                  </a:cubicBezTo>
                  <a:cubicBezTo>
                    <a:pt x="0" y="248"/>
                    <a:pt x="6" y="199"/>
                    <a:pt x="17" y="164"/>
                  </a:cubicBezTo>
                  <a:cubicBezTo>
                    <a:pt x="28" y="128"/>
                    <a:pt x="48" y="96"/>
                    <a:pt x="77" y="67"/>
                  </a:cubicBezTo>
                  <a:cubicBezTo>
                    <a:pt x="107" y="39"/>
                    <a:pt x="144" y="16"/>
                    <a:pt x="190" y="0"/>
                  </a:cubicBezTo>
                  <a:cubicBezTo>
                    <a:pt x="232" y="88"/>
                    <a:pt x="232" y="88"/>
                    <a:pt x="232" y="88"/>
                  </a:cubicBezTo>
                  <a:cubicBezTo>
                    <a:pt x="189" y="103"/>
                    <a:pt x="159" y="123"/>
                    <a:pt x="140" y="148"/>
                  </a:cubicBezTo>
                  <a:cubicBezTo>
                    <a:pt x="122" y="173"/>
                    <a:pt x="112" y="207"/>
                    <a:pt x="111" y="249"/>
                  </a:cubicBezTo>
                  <a:cubicBezTo>
                    <a:pt x="214" y="249"/>
                    <a:pt x="214" y="249"/>
                    <a:pt x="214" y="249"/>
                  </a:cubicBezTo>
                  <a:lnTo>
                    <a:pt x="214" y="464"/>
                  </a:lnTo>
                  <a:close/>
                  <a:moveTo>
                    <a:pt x="572" y="464"/>
                  </a:moveTo>
                  <a:cubicBezTo>
                    <a:pt x="358" y="464"/>
                    <a:pt x="358" y="464"/>
                    <a:pt x="358" y="464"/>
                  </a:cubicBezTo>
                  <a:cubicBezTo>
                    <a:pt x="358" y="310"/>
                    <a:pt x="358" y="310"/>
                    <a:pt x="358" y="310"/>
                  </a:cubicBezTo>
                  <a:cubicBezTo>
                    <a:pt x="358" y="248"/>
                    <a:pt x="363" y="199"/>
                    <a:pt x="374" y="163"/>
                  </a:cubicBezTo>
                  <a:cubicBezTo>
                    <a:pt x="385" y="128"/>
                    <a:pt x="405" y="96"/>
                    <a:pt x="435" y="67"/>
                  </a:cubicBezTo>
                  <a:cubicBezTo>
                    <a:pt x="465" y="39"/>
                    <a:pt x="502" y="16"/>
                    <a:pt x="548" y="0"/>
                  </a:cubicBezTo>
                  <a:cubicBezTo>
                    <a:pt x="589" y="88"/>
                    <a:pt x="589" y="88"/>
                    <a:pt x="589" y="88"/>
                  </a:cubicBezTo>
                  <a:cubicBezTo>
                    <a:pt x="547" y="103"/>
                    <a:pt x="516" y="123"/>
                    <a:pt x="498" y="148"/>
                  </a:cubicBezTo>
                  <a:cubicBezTo>
                    <a:pt x="479" y="173"/>
                    <a:pt x="469" y="207"/>
                    <a:pt x="468" y="249"/>
                  </a:cubicBezTo>
                  <a:cubicBezTo>
                    <a:pt x="572" y="249"/>
                    <a:pt x="572" y="249"/>
                    <a:pt x="572" y="249"/>
                  </a:cubicBezTo>
                  <a:lnTo>
                    <a:pt x="572" y="4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a:endParaRPr lang="en-US"/>
            </a:p>
          </p:txBody>
        </p:sp>
      </p:grpSp>
      <p:sp>
        <p:nvSpPr>
          <p:cNvPr id="9" name="Affiliation">
            <a:extLst>
              <a:ext uri="{FF2B5EF4-FFF2-40B4-BE49-F238E27FC236}">
                <a16:creationId xmlns:a16="http://schemas.microsoft.com/office/drawing/2014/main" id="{39EF96E8-8057-43E5-A862-D955F5E6F29D}"/>
              </a:ext>
            </a:extLst>
          </p:cNvPr>
          <p:cNvSpPr>
            <a:spLocks noGrp="1"/>
          </p:cNvSpPr>
          <p:nvPr>
            <p:ph type="body" sz="quarter" idx="18" hasCustomPrompt="1"/>
          </p:nvPr>
        </p:nvSpPr>
        <p:spPr>
          <a:xfrm>
            <a:off x="817111" y="5110903"/>
            <a:ext cx="3246120" cy="3785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400" b="0" i="1" cap="none" spc="60" baseline="0" dirty="0">
                <a:solidFill>
                  <a:schemeClr val="tx1">
                    <a:lumMod val="65000"/>
                    <a:lumOff val="35000"/>
                  </a:schemeClr>
                </a:solidFill>
                <a:latin typeface="+mj-lt"/>
                <a:ea typeface="+mj-ea"/>
                <a:cs typeface="+mj-cs"/>
              </a:defRPr>
            </a:lvl1pPr>
          </a:lstStyle>
          <a:p>
            <a:pPr marL="182880" lvl="0" indent="-182880">
              <a:spcBef>
                <a:spcPct val="0"/>
              </a:spcBef>
            </a:pPr>
            <a:r>
              <a:rPr lang="en-US"/>
              <a:t>Title / Company Name</a:t>
            </a:r>
          </a:p>
        </p:txBody>
      </p:sp>
      <p:sp>
        <p:nvSpPr>
          <p:cNvPr id="8" name="Name">
            <a:extLst>
              <a:ext uri="{FF2B5EF4-FFF2-40B4-BE49-F238E27FC236}">
                <a16:creationId xmlns:a16="http://schemas.microsoft.com/office/drawing/2014/main" id="{B25ECA0C-C715-4AD0-9C0F-8BF3F52AAC6F}"/>
              </a:ext>
            </a:extLst>
          </p:cNvPr>
          <p:cNvSpPr>
            <a:spLocks noGrp="1"/>
          </p:cNvSpPr>
          <p:nvPr>
            <p:ph type="body" sz="quarter" idx="15" hasCustomPrompt="1"/>
          </p:nvPr>
        </p:nvSpPr>
        <p:spPr>
          <a:xfrm>
            <a:off x="817112" y="4732338"/>
            <a:ext cx="3246120" cy="3785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400" b="0" i="1" cap="none" spc="60" baseline="0" dirty="0">
                <a:solidFill>
                  <a:schemeClr val="tx1">
                    <a:lumMod val="75000"/>
                    <a:lumOff val="25000"/>
                  </a:schemeClr>
                </a:solidFill>
                <a:latin typeface="+mj-lt"/>
                <a:ea typeface="+mj-ea"/>
                <a:cs typeface="+mj-cs"/>
              </a:defRPr>
            </a:lvl1pPr>
          </a:lstStyle>
          <a:p>
            <a:pPr marL="182880" lvl="0" indent="-182880">
              <a:spcBef>
                <a:spcPct val="0"/>
              </a:spcBef>
            </a:pPr>
            <a:r>
              <a:rPr lang="en-US"/>
              <a:t>Name</a:t>
            </a:r>
          </a:p>
        </p:txBody>
      </p:sp>
      <p:sp>
        <p:nvSpPr>
          <p:cNvPr id="10" name="Text Placeholder 9">
            <a:extLst>
              <a:ext uri="{FF2B5EF4-FFF2-40B4-BE49-F238E27FC236}">
                <a16:creationId xmlns:a16="http://schemas.microsoft.com/office/drawing/2014/main" id="{9BDF67FD-4532-4FF0-8E1C-EAC346BA1231}"/>
              </a:ext>
            </a:extLst>
          </p:cNvPr>
          <p:cNvSpPr>
            <a:spLocks noGrp="1"/>
          </p:cNvSpPr>
          <p:nvPr>
            <p:ph type="body" sz="quarter" idx="20" hasCustomPrompt="1"/>
          </p:nvPr>
        </p:nvSpPr>
        <p:spPr>
          <a:xfrm>
            <a:off x="817111" y="1630264"/>
            <a:ext cx="5069850" cy="3102074"/>
          </a:xfrm>
          <a:ln w="19050">
            <a:solidFill>
              <a:schemeClr val="tx1">
                <a:lumMod val="75000"/>
                <a:lumOff val="25000"/>
              </a:schemeClr>
            </a:solidFill>
            <a:miter lim="800000"/>
          </a:ln>
        </p:spPr>
        <p:txBody>
          <a:bodyPr lIns="182880" tIns="182880" rIns="182880" bIns="182880">
            <a:noAutofit/>
          </a:bodyPr>
          <a:lstStyle>
            <a:lvl1pPr marL="0" indent="0">
              <a:lnSpc>
                <a:spcPct val="100000"/>
              </a:lnSpc>
              <a:spcBef>
                <a:spcPts val="1600"/>
              </a:spcBef>
              <a:spcAft>
                <a:spcPts val="0"/>
              </a:spcAft>
              <a:buFont typeface="Arial" panose="020B0604020202020204" pitchFamily="34" charset="0"/>
              <a:buChar char="​"/>
              <a:defRPr sz="2000" b="1" spc="0">
                <a:solidFill>
                  <a:schemeClr val="tx1">
                    <a:lumMod val="85000"/>
                    <a:lumOff val="15000"/>
                  </a:schemeClr>
                </a:solidFill>
              </a:defRPr>
            </a:lvl1pPr>
            <a:lvl2pPr marL="0" indent="0">
              <a:lnSpc>
                <a:spcPct val="100000"/>
              </a:lnSpc>
              <a:spcBef>
                <a:spcPts val="1600"/>
              </a:spcBef>
              <a:spcAft>
                <a:spcPts val="0"/>
              </a:spcAft>
              <a:buFont typeface="Arial" panose="020B0604020202020204" pitchFamily="34" charset="0"/>
              <a:buNone/>
              <a:defRPr sz="2000" b="1" spc="0">
                <a:solidFill>
                  <a:schemeClr val="tx1">
                    <a:lumMod val="85000"/>
                    <a:lumOff val="15000"/>
                  </a:schemeClr>
                </a:solidFill>
              </a:defRPr>
            </a:lvl2pPr>
            <a:lvl3pPr marL="0" indent="0">
              <a:lnSpc>
                <a:spcPct val="100000"/>
              </a:lnSpc>
              <a:spcBef>
                <a:spcPts val="1600"/>
              </a:spcBef>
              <a:spcAft>
                <a:spcPts val="0"/>
              </a:spcAft>
              <a:buFont typeface="Arial" panose="020B0604020202020204" pitchFamily="34" charset="0"/>
              <a:buChar char="​"/>
              <a:defRPr sz="2000" b="1" spc="0">
                <a:solidFill>
                  <a:schemeClr val="tx1">
                    <a:lumMod val="85000"/>
                    <a:lumOff val="15000"/>
                  </a:schemeClr>
                </a:solidFill>
              </a:defRPr>
            </a:lvl3pPr>
            <a:lvl4pPr>
              <a:lnSpc>
                <a:spcPct val="100000"/>
              </a:lnSpc>
              <a:spcBef>
                <a:spcPts val="1600"/>
              </a:spcBef>
              <a:spcAft>
                <a:spcPts val="0"/>
              </a:spcAft>
              <a:defRPr sz="2000" b="1" cap="none" spc="0" baseline="0">
                <a:solidFill>
                  <a:schemeClr val="tx1">
                    <a:lumMod val="85000"/>
                    <a:lumOff val="15000"/>
                  </a:schemeClr>
                </a:solidFill>
              </a:defRPr>
            </a:lvl4pPr>
            <a:lvl5pPr>
              <a:lnSpc>
                <a:spcPct val="100000"/>
              </a:lnSpc>
              <a:spcBef>
                <a:spcPts val="1600"/>
              </a:spcBef>
              <a:spcAft>
                <a:spcPts val="0"/>
              </a:spcAft>
              <a:defRPr sz="2000" b="1" spc="0">
                <a:solidFill>
                  <a:schemeClr val="tx1">
                    <a:lumMod val="85000"/>
                    <a:lumOff val="15000"/>
                  </a:schemeClr>
                </a:solidFill>
              </a:defRPr>
            </a:lvl5pPr>
            <a:lvl6pPr indent="0">
              <a:lnSpc>
                <a:spcPct val="100000"/>
              </a:lnSpc>
              <a:spcBef>
                <a:spcPts val="1600"/>
              </a:spcBef>
              <a:spcAft>
                <a:spcPts val="0"/>
              </a:spcAft>
              <a:defRPr sz="2000" b="1" i="0" cap="none" spc="0" baseline="0">
                <a:solidFill>
                  <a:schemeClr val="tx1">
                    <a:lumMod val="85000"/>
                    <a:lumOff val="15000"/>
                  </a:schemeClr>
                </a:solidFill>
              </a:defRPr>
            </a:lvl6pPr>
            <a:lvl7pPr indent="0">
              <a:lnSpc>
                <a:spcPct val="100000"/>
              </a:lnSpc>
              <a:spcBef>
                <a:spcPts val="1600"/>
              </a:spcBef>
              <a:spcAft>
                <a:spcPts val="0"/>
              </a:spcAft>
              <a:defRPr sz="2000" b="1" i="0" cap="none" spc="0" baseline="0">
                <a:solidFill>
                  <a:schemeClr val="tx1">
                    <a:lumMod val="85000"/>
                    <a:lumOff val="15000"/>
                  </a:schemeClr>
                </a:solidFill>
              </a:defRPr>
            </a:lvl7pPr>
            <a:lvl8pPr indent="0">
              <a:lnSpc>
                <a:spcPct val="100000"/>
              </a:lnSpc>
              <a:spcBef>
                <a:spcPts val="1600"/>
              </a:spcBef>
              <a:spcAft>
                <a:spcPts val="0"/>
              </a:spcAft>
              <a:defRPr sz="2000" b="1" i="0" cap="none" spc="0" baseline="0">
                <a:solidFill>
                  <a:schemeClr val="tx1">
                    <a:lumMod val="85000"/>
                    <a:lumOff val="15000"/>
                  </a:schemeClr>
                </a:solidFill>
              </a:defRPr>
            </a:lvl8pPr>
            <a:lvl9pPr indent="0">
              <a:lnSpc>
                <a:spcPct val="100000"/>
              </a:lnSpc>
              <a:spcBef>
                <a:spcPts val="1600"/>
              </a:spcBef>
              <a:spcAft>
                <a:spcPts val="0"/>
              </a:spcAft>
              <a:defRPr sz="2000" b="1" i="0" cap="none" spc="0" baseline="0">
                <a:solidFill>
                  <a:schemeClr val="tx1">
                    <a:lumMod val="85000"/>
                    <a:lumOff val="15000"/>
                  </a:schemeClr>
                </a:solidFill>
              </a:defRPr>
            </a:lvl9pPr>
          </a:lstStyle>
          <a:p>
            <a:pPr lvl="0"/>
            <a:r>
              <a:rPr lang="en-US"/>
              <a:t>Two quote layout.</a:t>
            </a:r>
          </a:p>
        </p:txBody>
      </p:sp>
      <p:grpSp>
        <p:nvGrpSpPr>
          <p:cNvPr id="7" name="Quote_Box">
            <a:extLst>
              <a:ext uri="{FF2B5EF4-FFF2-40B4-BE49-F238E27FC236}">
                <a16:creationId xmlns:a16="http://schemas.microsoft.com/office/drawing/2014/main" id="{9668343F-8517-4F28-87DB-A2A07E8FB7E8}"/>
              </a:ext>
            </a:extLst>
          </p:cNvPr>
          <p:cNvGrpSpPr>
            <a:grpSpLocks noChangeAspect="1"/>
          </p:cNvGrpSpPr>
          <p:nvPr userDrawn="1"/>
        </p:nvGrpSpPr>
        <p:grpSpPr>
          <a:xfrm>
            <a:off x="817112" y="1115459"/>
            <a:ext cx="509542" cy="509542"/>
            <a:chOff x="1127850" y="1457847"/>
            <a:chExt cx="648005" cy="648005"/>
          </a:xfrm>
        </p:grpSpPr>
        <p:sp>
          <p:nvSpPr>
            <p:cNvPr id="36" name="Quote_Box">
              <a:extLst>
                <a:ext uri="{FF2B5EF4-FFF2-40B4-BE49-F238E27FC236}">
                  <a16:creationId xmlns:a16="http://schemas.microsoft.com/office/drawing/2014/main" id="{42E56F5C-3AEB-4DE3-8888-7B24F0EA4953}"/>
                </a:ext>
              </a:extLst>
            </p:cNvPr>
            <p:cNvSpPr/>
            <p:nvPr userDrawn="1"/>
          </p:nvSpPr>
          <p:spPr>
            <a:xfrm>
              <a:off x="1127850" y="1457847"/>
              <a:ext cx="648005" cy="648005"/>
            </a:xfrm>
            <a:prstGeom prst="rect">
              <a:avLst/>
            </a:prstGeom>
            <a:solidFill>
              <a:schemeClr val="tx1">
                <a:lumMod val="85000"/>
                <a:lumOff val="15000"/>
              </a:schemeClr>
            </a:solidFill>
            <a:ln w="19050">
              <a:solidFill>
                <a:schemeClr val="tx1">
                  <a:lumMod val="75000"/>
                  <a:lumOff val="25000"/>
                </a:schemeClr>
              </a:solidFill>
              <a:miter lim="800000"/>
            </a:ln>
          </p:spPr>
          <p:txBody>
            <a:bodyPr vert="horz" wrap="square" lIns="0" tIns="137160" rIns="0" bIns="137160" rtlCol="0" anchor="ctr">
              <a:noAutofit/>
            </a:bodyPr>
            <a:lstStyle/>
            <a:p>
              <a:pPr marL="285750" lvl="0" indent="-285750" algn="ctr" defTabSz="914400">
                <a:lnSpc>
                  <a:spcPct val="90000"/>
                </a:lnSpc>
                <a:spcBef>
                  <a:spcPct val="0"/>
                </a:spcBef>
                <a:buFont typeface="Arial" panose="020B0604020202020204" pitchFamily="34" charset="0"/>
                <a:buNone/>
              </a:pPr>
              <a:endParaRPr lang="en-US" sz="3200" b="1" i="0" cap="all" spc="60" baseline="0">
                <a:solidFill>
                  <a:schemeClr val="accent2"/>
                </a:solidFill>
                <a:latin typeface="+mj-lt"/>
                <a:ea typeface="+mj-ea"/>
                <a:cs typeface="+mj-cs"/>
              </a:endParaRPr>
            </a:p>
          </p:txBody>
        </p:sp>
        <p:sp>
          <p:nvSpPr>
            <p:cNvPr id="6" name="Icon">
              <a:extLst>
                <a:ext uri="{FF2B5EF4-FFF2-40B4-BE49-F238E27FC236}">
                  <a16:creationId xmlns:a16="http://schemas.microsoft.com/office/drawing/2014/main" id="{3DF19E5B-CFF4-45C8-B61A-F63CA122FB99}"/>
                </a:ext>
              </a:extLst>
            </p:cNvPr>
            <p:cNvSpPr>
              <a:spLocks noChangeAspect="1" noEditPoints="1"/>
            </p:cNvSpPr>
            <p:nvPr userDrawn="1"/>
          </p:nvSpPr>
          <p:spPr bwMode="auto">
            <a:xfrm>
              <a:off x="1300876" y="1648350"/>
              <a:ext cx="301952" cy="237744"/>
            </a:xfrm>
            <a:custGeom>
              <a:avLst/>
              <a:gdLst>
                <a:gd name="T0" fmla="*/ 214 w 589"/>
                <a:gd name="T1" fmla="*/ 464 h 464"/>
                <a:gd name="T2" fmla="*/ 0 w 589"/>
                <a:gd name="T3" fmla="*/ 464 h 464"/>
                <a:gd name="T4" fmla="*/ 0 w 589"/>
                <a:gd name="T5" fmla="*/ 310 h 464"/>
                <a:gd name="T6" fmla="*/ 17 w 589"/>
                <a:gd name="T7" fmla="*/ 164 h 464"/>
                <a:gd name="T8" fmla="*/ 77 w 589"/>
                <a:gd name="T9" fmla="*/ 67 h 464"/>
                <a:gd name="T10" fmla="*/ 190 w 589"/>
                <a:gd name="T11" fmla="*/ 0 h 464"/>
                <a:gd name="T12" fmla="*/ 232 w 589"/>
                <a:gd name="T13" fmla="*/ 88 h 464"/>
                <a:gd name="T14" fmla="*/ 140 w 589"/>
                <a:gd name="T15" fmla="*/ 148 h 464"/>
                <a:gd name="T16" fmla="*/ 111 w 589"/>
                <a:gd name="T17" fmla="*/ 249 h 464"/>
                <a:gd name="T18" fmla="*/ 214 w 589"/>
                <a:gd name="T19" fmla="*/ 249 h 464"/>
                <a:gd name="T20" fmla="*/ 214 w 589"/>
                <a:gd name="T21" fmla="*/ 464 h 464"/>
                <a:gd name="T22" fmla="*/ 572 w 589"/>
                <a:gd name="T23" fmla="*/ 464 h 464"/>
                <a:gd name="T24" fmla="*/ 358 w 589"/>
                <a:gd name="T25" fmla="*/ 464 h 464"/>
                <a:gd name="T26" fmla="*/ 358 w 589"/>
                <a:gd name="T27" fmla="*/ 310 h 464"/>
                <a:gd name="T28" fmla="*/ 374 w 589"/>
                <a:gd name="T29" fmla="*/ 163 h 464"/>
                <a:gd name="T30" fmla="*/ 435 w 589"/>
                <a:gd name="T31" fmla="*/ 67 h 464"/>
                <a:gd name="T32" fmla="*/ 548 w 589"/>
                <a:gd name="T33" fmla="*/ 0 h 464"/>
                <a:gd name="T34" fmla="*/ 589 w 589"/>
                <a:gd name="T35" fmla="*/ 88 h 464"/>
                <a:gd name="T36" fmla="*/ 498 w 589"/>
                <a:gd name="T37" fmla="*/ 148 h 464"/>
                <a:gd name="T38" fmla="*/ 468 w 589"/>
                <a:gd name="T39" fmla="*/ 249 h 464"/>
                <a:gd name="T40" fmla="*/ 572 w 589"/>
                <a:gd name="T41" fmla="*/ 249 h 464"/>
                <a:gd name="T42" fmla="*/ 572 w 589"/>
                <a:gd name="T43" fmla="*/ 464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89" h="464">
                  <a:moveTo>
                    <a:pt x="214" y="464"/>
                  </a:moveTo>
                  <a:cubicBezTo>
                    <a:pt x="0" y="464"/>
                    <a:pt x="0" y="464"/>
                    <a:pt x="0" y="464"/>
                  </a:cubicBezTo>
                  <a:cubicBezTo>
                    <a:pt x="0" y="310"/>
                    <a:pt x="0" y="310"/>
                    <a:pt x="0" y="310"/>
                  </a:cubicBezTo>
                  <a:cubicBezTo>
                    <a:pt x="0" y="248"/>
                    <a:pt x="6" y="199"/>
                    <a:pt x="17" y="164"/>
                  </a:cubicBezTo>
                  <a:cubicBezTo>
                    <a:pt x="28" y="128"/>
                    <a:pt x="48" y="96"/>
                    <a:pt x="77" y="67"/>
                  </a:cubicBezTo>
                  <a:cubicBezTo>
                    <a:pt x="107" y="39"/>
                    <a:pt x="144" y="16"/>
                    <a:pt x="190" y="0"/>
                  </a:cubicBezTo>
                  <a:cubicBezTo>
                    <a:pt x="232" y="88"/>
                    <a:pt x="232" y="88"/>
                    <a:pt x="232" y="88"/>
                  </a:cubicBezTo>
                  <a:cubicBezTo>
                    <a:pt x="189" y="103"/>
                    <a:pt x="159" y="123"/>
                    <a:pt x="140" y="148"/>
                  </a:cubicBezTo>
                  <a:cubicBezTo>
                    <a:pt x="122" y="173"/>
                    <a:pt x="112" y="207"/>
                    <a:pt x="111" y="249"/>
                  </a:cubicBezTo>
                  <a:cubicBezTo>
                    <a:pt x="214" y="249"/>
                    <a:pt x="214" y="249"/>
                    <a:pt x="214" y="249"/>
                  </a:cubicBezTo>
                  <a:lnTo>
                    <a:pt x="214" y="464"/>
                  </a:lnTo>
                  <a:close/>
                  <a:moveTo>
                    <a:pt x="572" y="464"/>
                  </a:moveTo>
                  <a:cubicBezTo>
                    <a:pt x="358" y="464"/>
                    <a:pt x="358" y="464"/>
                    <a:pt x="358" y="464"/>
                  </a:cubicBezTo>
                  <a:cubicBezTo>
                    <a:pt x="358" y="310"/>
                    <a:pt x="358" y="310"/>
                    <a:pt x="358" y="310"/>
                  </a:cubicBezTo>
                  <a:cubicBezTo>
                    <a:pt x="358" y="248"/>
                    <a:pt x="363" y="199"/>
                    <a:pt x="374" y="163"/>
                  </a:cubicBezTo>
                  <a:cubicBezTo>
                    <a:pt x="385" y="128"/>
                    <a:pt x="405" y="96"/>
                    <a:pt x="435" y="67"/>
                  </a:cubicBezTo>
                  <a:cubicBezTo>
                    <a:pt x="465" y="39"/>
                    <a:pt x="502" y="16"/>
                    <a:pt x="548" y="0"/>
                  </a:cubicBezTo>
                  <a:cubicBezTo>
                    <a:pt x="589" y="88"/>
                    <a:pt x="589" y="88"/>
                    <a:pt x="589" y="88"/>
                  </a:cubicBezTo>
                  <a:cubicBezTo>
                    <a:pt x="547" y="103"/>
                    <a:pt x="516" y="123"/>
                    <a:pt x="498" y="148"/>
                  </a:cubicBezTo>
                  <a:cubicBezTo>
                    <a:pt x="479" y="173"/>
                    <a:pt x="469" y="207"/>
                    <a:pt x="468" y="249"/>
                  </a:cubicBezTo>
                  <a:cubicBezTo>
                    <a:pt x="572" y="249"/>
                    <a:pt x="572" y="249"/>
                    <a:pt x="572" y="249"/>
                  </a:cubicBezTo>
                  <a:lnTo>
                    <a:pt x="572" y="4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5A5EF5EE-3B70-4DA9-9CA4-B61782592FBE}"/>
              </a:ext>
            </a:extLst>
          </p:cNvPr>
          <p:cNvSpPr>
            <a:spLocks noGrp="1"/>
          </p:cNvSpPr>
          <p:nvPr>
            <p:ph type="ftr" sz="quarter" idx="24"/>
          </p:nvPr>
        </p:nvSpPr>
        <p:spPr/>
        <p:txBody>
          <a:bodyPr/>
          <a:lstStyle/>
          <a:p>
            <a:endParaRPr lang="en-US"/>
          </a:p>
        </p:txBody>
      </p:sp>
      <p:sp>
        <p:nvSpPr>
          <p:cNvPr id="32" name="Slide Number">
            <a:extLst>
              <a:ext uri="{FF2B5EF4-FFF2-40B4-BE49-F238E27FC236}">
                <a16:creationId xmlns:a16="http://schemas.microsoft.com/office/drawing/2014/main" id="{FC713103-2866-494C-A53B-1AB3D87EEA7B}"/>
              </a:ext>
            </a:extLst>
          </p:cNvPr>
          <p:cNvSpPr txBox="1">
            <a:spLocks/>
          </p:cNvSpPr>
          <p:nvPr userDrawn="1"/>
        </p:nvSpPr>
        <p:spPr bwMode="gray">
          <a:xfrm>
            <a:off x="11006977" y="6447297"/>
            <a:ext cx="735822" cy="153888"/>
          </a:xfrm>
          <a:prstGeom prst="rect">
            <a:avLst/>
          </a:prstGeom>
        </p:spPr>
        <p:txBody>
          <a:bodyPr vert="horz" wrap="square" lIns="0" tIns="0" rIns="0" bIns="0" rtlCol="0" anchor="ctr">
            <a:noAutofit/>
          </a:bodyPr>
          <a:lstStyle>
            <a:defPPr>
              <a:defRPr lang="en-US"/>
            </a:defPPr>
            <a:lvl1pPr marL="0" algn="r" defTabSz="457200" rtl="0" eaLnBrk="1" latinLnBrk="0" hangingPunct="1">
              <a:defRPr sz="1000" kern="1200">
                <a:solidFill>
                  <a:schemeClr val="bg1">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862D98-B5C3-4BE4-8A34-4F5B36AB20BC}" type="slidenum">
              <a:rPr lang="en-US" smtClean="0">
                <a:solidFill>
                  <a:schemeClr val="bg1">
                    <a:lumMod val="65000"/>
                  </a:schemeClr>
                </a:solidFill>
              </a:rPr>
              <a:pPr/>
              <a:t>‹#›</a:t>
            </a:fld>
            <a:endParaRPr lang="en-US">
              <a:solidFill>
                <a:schemeClr val="bg1">
                  <a:lumMod val="65000"/>
                </a:schemeClr>
              </a:solidFill>
            </a:endParaRPr>
          </a:p>
        </p:txBody>
      </p:sp>
      <p:grpSp>
        <p:nvGrpSpPr>
          <p:cNvPr id="33" name="Logo">
            <a:extLst>
              <a:ext uri="{FF2B5EF4-FFF2-40B4-BE49-F238E27FC236}">
                <a16:creationId xmlns:a16="http://schemas.microsoft.com/office/drawing/2014/main" id="{CB047E31-151D-47D0-80D7-E717E2B69221}"/>
              </a:ext>
            </a:extLst>
          </p:cNvPr>
          <p:cNvGrpSpPr>
            <a:grpSpLocks noChangeAspect="1"/>
          </p:cNvGrpSpPr>
          <p:nvPr userDrawn="1"/>
        </p:nvGrpSpPr>
        <p:grpSpPr bwMode="black">
          <a:xfrm>
            <a:off x="428653" y="6447297"/>
            <a:ext cx="914400" cy="214552"/>
            <a:chOff x="1231901" y="5359401"/>
            <a:chExt cx="11210925" cy="2630487"/>
          </a:xfrm>
        </p:grpSpPr>
        <p:sp>
          <p:nvSpPr>
            <p:cNvPr id="34" name="Freeform 5">
              <a:extLst>
                <a:ext uri="{FF2B5EF4-FFF2-40B4-BE49-F238E27FC236}">
                  <a16:creationId xmlns:a16="http://schemas.microsoft.com/office/drawing/2014/main" id="{EEA3A2DC-1140-4EDC-B868-8D42AE958DD4}"/>
                </a:ext>
              </a:extLst>
            </p:cNvPr>
            <p:cNvSpPr>
              <a:spLocks noEditPoints="1"/>
            </p:cNvSpPr>
            <p:nvPr userDrawn="1"/>
          </p:nvSpPr>
          <p:spPr bwMode="black">
            <a:xfrm>
              <a:off x="5105401" y="5586413"/>
              <a:ext cx="7337425" cy="2147887"/>
            </a:xfrm>
            <a:custGeom>
              <a:avLst/>
              <a:gdLst>
                <a:gd name="T0" fmla="*/ 0 w 3931"/>
                <a:gd name="T1" fmla="*/ 803 h 1148"/>
                <a:gd name="T2" fmla="*/ 552 w 3931"/>
                <a:gd name="T3" fmla="*/ 1142 h 1148"/>
                <a:gd name="T4" fmla="*/ 388 w 3931"/>
                <a:gd name="T5" fmla="*/ 853 h 1148"/>
                <a:gd name="T6" fmla="*/ 388 w 3931"/>
                <a:gd name="T7" fmla="*/ 1092 h 1148"/>
                <a:gd name="T8" fmla="*/ 620 w 3931"/>
                <a:gd name="T9" fmla="*/ 974 h 1148"/>
                <a:gd name="T10" fmla="*/ 887 w 3931"/>
                <a:gd name="T11" fmla="*/ 900 h 1148"/>
                <a:gd name="T12" fmla="*/ 701 w 3931"/>
                <a:gd name="T13" fmla="*/ 877 h 1148"/>
                <a:gd name="T14" fmla="*/ 828 w 3931"/>
                <a:gd name="T15" fmla="*/ 1048 h 1148"/>
                <a:gd name="T16" fmla="*/ 762 w 3931"/>
                <a:gd name="T17" fmla="*/ 1148 h 1148"/>
                <a:gd name="T18" fmla="*/ 1018 w 3931"/>
                <a:gd name="T19" fmla="*/ 1142 h 1148"/>
                <a:gd name="T20" fmla="*/ 1169 w 3931"/>
                <a:gd name="T21" fmla="*/ 943 h 1148"/>
                <a:gd name="T22" fmla="*/ 1533 w 3931"/>
                <a:gd name="T23" fmla="*/ 1142 h 1148"/>
                <a:gd name="T24" fmla="*/ 1327 w 3931"/>
                <a:gd name="T25" fmla="*/ 803 h 1148"/>
                <a:gd name="T26" fmla="*/ 1596 w 3931"/>
                <a:gd name="T27" fmla="*/ 1142 h 1148"/>
                <a:gd name="T28" fmla="*/ 1719 w 3931"/>
                <a:gd name="T29" fmla="*/ 844 h 1148"/>
                <a:gd name="T30" fmla="*/ 1834 w 3931"/>
                <a:gd name="T31" fmla="*/ 1148 h 1148"/>
                <a:gd name="T32" fmla="*/ 1833 w 3931"/>
                <a:gd name="T33" fmla="*/ 1099 h 1148"/>
                <a:gd name="T34" fmla="*/ 2274 w 3931"/>
                <a:gd name="T35" fmla="*/ 1142 h 1148"/>
                <a:gd name="T36" fmla="*/ 2274 w 3931"/>
                <a:gd name="T37" fmla="*/ 1092 h 1148"/>
                <a:gd name="T38" fmla="*/ 2360 w 3931"/>
                <a:gd name="T39" fmla="*/ 844 h 1148"/>
                <a:gd name="T40" fmla="*/ 2475 w 3931"/>
                <a:gd name="T41" fmla="*/ 1148 h 1148"/>
                <a:gd name="T42" fmla="*/ 2475 w 3931"/>
                <a:gd name="T43" fmla="*/ 1099 h 1148"/>
                <a:gd name="T44" fmla="*/ 2862 w 3931"/>
                <a:gd name="T45" fmla="*/ 1148 h 1148"/>
                <a:gd name="T46" fmla="*/ 2949 w 3931"/>
                <a:gd name="T47" fmla="*/ 822 h 1148"/>
                <a:gd name="T48" fmla="*/ 2905 w 3931"/>
                <a:gd name="T49" fmla="*/ 856 h 1148"/>
                <a:gd name="T50" fmla="*/ 2864 w 3931"/>
                <a:gd name="T51" fmla="*/ 1101 h 1148"/>
                <a:gd name="T52" fmla="*/ 2857 w 3931"/>
                <a:gd name="T53" fmla="*/ 955 h 1148"/>
                <a:gd name="T54" fmla="*/ 2862 w 3931"/>
                <a:gd name="T55" fmla="*/ 1148 h 1148"/>
                <a:gd name="T56" fmla="*/ 3139 w 3931"/>
                <a:gd name="T57" fmla="*/ 1142 h 1148"/>
                <a:gd name="T58" fmla="*/ 3458 w 3931"/>
                <a:gd name="T59" fmla="*/ 853 h 1148"/>
                <a:gd name="T60" fmla="*/ 3298 w 3931"/>
                <a:gd name="T61" fmla="*/ 991 h 1148"/>
                <a:gd name="T62" fmla="*/ 3562 w 3931"/>
                <a:gd name="T63" fmla="*/ 1123 h 1148"/>
                <a:gd name="T64" fmla="*/ 3606 w 3931"/>
                <a:gd name="T65" fmla="*/ 1084 h 1148"/>
                <a:gd name="T66" fmla="*/ 3647 w 3931"/>
                <a:gd name="T67" fmla="*/ 991 h 1148"/>
                <a:gd name="T68" fmla="*/ 3569 w 3931"/>
                <a:gd name="T69" fmla="*/ 824 h 1148"/>
                <a:gd name="T70" fmla="*/ 3724 w 3931"/>
                <a:gd name="T71" fmla="*/ 895 h 1148"/>
                <a:gd name="T72" fmla="*/ 3591 w 3931"/>
                <a:gd name="T73" fmla="*/ 893 h 1148"/>
                <a:gd name="T74" fmla="*/ 3754 w 3931"/>
                <a:gd name="T75" fmla="*/ 1120 h 1148"/>
                <a:gd name="T76" fmla="*/ 152 w 3931"/>
                <a:gd name="T77" fmla="*/ 268 h 1148"/>
                <a:gd name="T78" fmla="*/ 361 w 3931"/>
                <a:gd name="T79" fmla="*/ 605 h 1148"/>
                <a:gd name="T80" fmla="*/ 553 w 3931"/>
                <a:gd name="T81" fmla="*/ 11 h 1148"/>
                <a:gd name="T82" fmla="*/ 931 w 3931"/>
                <a:gd name="T83" fmla="*/ 249 h 1148"/>
                <a:gd name="T84" fmla="*/ 957 w 3931"/>
                <a:gd name="T85" fmla="*/ 605 h 1148"/>
                <a:gd name="T86" fmla="*/ 1123 w 3931"/>
                <a:gd name="T87" fmla="*/ 11 h 1148"/>
                <a:gd name="T88" fmla="*/ 1317 w 3931"/>
                <a:gd name="T89" fmla="*/ 605 h 1148"/>
                <a:gd name="T90" fmla="*/ 1746 w 3931"/>
                <a:gd name="T91" fmla="*/ 531 h 1148"/>
                <a:gd name="T92" fmla="*/ 1687 w 3931"/>
                <a:gd name="T93" fmla="*/ 337 h 1148"/>
                <a:gd name="T94" fmla="*/ 1749 w 3931"/>
                <a:gd name="T95" fmla="*/ 0 h 1148"/>
                <a:gd name="T96" fmla="*/ 1813 w 3931"/>
                <a:gd name="T97" fmla="*/ 106 h 1148"/>
                <a:gd name="T98" fmla="*/ 1797 w 3931"/>
                <a:gd name="T99" fmla="*/ 262 h 1148"/>
                <a:gd name="T100" fmla="*/ 1563 w 3931"/>
                <a:gd name="T101" fmla="*/ 567 h 1148"/>
                <a:gd name="T102" fmla="*/ 2188 w 3931"/>
                <a:gd name="T103" fmla="*/ 605 h 1148"/>
                <a:gd name="T104" fmla="*/ 2711 w 3931"/>
                <a:gd name="T105" fmla="*/ 603 h 1148"/>
                <a:gd name="T106" fmla="*/ 2582 w 3931"/>
                <a:gd name="T107" fmla="*/ 1 h 1148"/>
                <a:gd name="T108" fmla="*/ 2664 w 3931"/>
                <a:gd name="T109" fmla="*/ 111 h 1148"/>
                <a:gd name="T110" fmla="*/ 2595 w 3931"/>
                <a:gd name="T111" fmla="*/ 525 h 1148"/>
                <a:gd name="T112" fmla="*/ 2579 w 3931"/>
                <a:gd name="T113" fmla="*/ 288 h 1148"/>
                <a:gd name="T114" fmla="*/ 3048 w 3931"/>
                <a:gd name="T115" fmla="*/ 248 h 1148"/>
                <a:gd name="T116" fmla="*/ 3273 w 3931"/>
                <a:gd name="T117" fmla="*/ 605 h 1148"/>
                <a:gd name="T118" fmla="*/ 3628 w 3931"/>
                <a:gd name="T119" fmla="*/ 605 h 1148"/>
                <a:gd name="T120" fmla="*/ 3931 w 3931"/>
                <a:gd name="T121" fmla="*/ 107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1" h="1148">
                  <a:moveTo>
                    <a:pt x="163" y="1142"/>
                  </a:moveTo>
                  <a:cubicBezTo>
                    <a:pt x="109" y="1142"/>
                    <a:pt x="109" y="1142"/>
                    <a:pt x="109" y="1142"/>
                  </a:cubicBezTo>
                  <a:cubicBezTo>
                    <a:pt x="109" y="853"/>
                    <a:pt x="109" y="853"/>
                    <a:pt x="109" y="853"/>
                  </a:cubicBezTo>
                  <a:cubicBezTo>
                    <a:pt x="0" y="853"/>
                    <a:pt x="0" y="853"/>
                    <a:pt x="0" y="853"/>
                  </a:cubicBezTo>
                  <a:cubicBezTo>
                    <a:pt x="0" y="803"/>
                    <a:pt x="0" y="803"/>
                    <a:pt x="0" y="803"/>
                  </a:cubicBezTo>
                  <a:cubicBezTo>
                    <a:pt x="273" y="803"/>
                    <a:pt x="273" y="803"/>
                    <a:pt x="273" y="803"/>
                  </a:cubicBezTo>
                  <a:cubicBezTo>
                    <a:pt x="273" y="853"/>
                    <a:pt x="273" y="853"/>
                    <a:pt x="273" y="853"/>
                  </a:cubicBezTo>
                  <a:cubicBezTo>
                    <a:pt x="163" y="853"/>
                    <a:pt x="163" y="853"/>
                    <a:pt x="163" y="853"/>
                  </a:cubicBezTo>
                  <a:lnTo>
                    <a:pt x="163" y="1142"/>
                  </a:lnTo>
                  <a:close/>
                  <a:moveTo>
                    <a:pt x="552" y="1142"/>
                  </a:moveTo>
                  <a:cubicBezTo>
                    <a:pt x="334" y="1142"/>
                    <a:pt x="334" y="1142"/>
                    <a:pt x="334" y="1142"/>
                  </a:cubicBezTo>
                  <a:cubicBezTo>
                    <a:pt x="334" y="803"/>
                    <a:pt x="334" y="803"/>
                    <a:pt x="334" y="803"/>
                  </a:cubicBezTo>
                  <a:cubicBezTo>
                    <a:pt x="548" y="803"/>
                    <a:pt x="548" y="803"/>
                    <a:pt x="548" y="803"/>
                  </a:cubicBezTo>
                  <a:cubicBezTo>
                    <a:pt x="548" y="853"/>
                    <a:pt x="548" y="853"/>
                    <a:pt x="548" y="853"/>
                  </a:cubicBezTo>
                  <a:cubicBezTo>
                    <a:pt x="388" y="853"/>
                    <a:pt x="388" y="853"/>
                    <a:pt x="388" y="853"/>
                  </a:cubicBezTo>
                  <a:cubicBezTo>
                    <a:pt x="388" y="942"/>
                    <a:pt x="388" y="942"/>
                    <a:pt x="388" y="942"/>
                  </a:cubicBezTo>
                  <a:cubicBezTo>
                    <a:pt x="541" y="942"/>
                    <a:pt x="541" y="942"/>
                    <a:pt x="541" y="942"/>
                  </a:cubicBezTo>
                  <a:cubicBezTo>
                    <a:pt x="541" y="991"/>
                    <a:pt x="541" y="991"/>
                    <a:pt x="541" y="991"/>
                  </a:cubicBezTo>
                  <a:cubicBezTo>
                    <a:pt x="388" y="991"/>
                    <a:pt x="388" y="991"/>
                    <a:pt x="388" y="991"/>
                  </a:cubicBezTo>
                  <a:cubicBezTo>
                    <a:pt x="388" y="1092"/>
                    <a:pt x="388" y="1092"/>
                    <a:pt x="388" y="1092"/>
                  </a:cubicBezTo>
                  <a:cubicBezTo>
                    <a:pt x="552" y="1092"/>
                    <a:pt x="552" y="1092"/>
                    <a:pt x="552" y="1092"/>
                  </a:cubicBezTo>
                  <a:lnTo>
                    <a:pt x="552" y="1142"/>
                  </a:lnTo>
                  <a:close/>
                  <a:moveTo>
                    <a:pt x="762" y="1148"/>
                  </a:moveTo>
                  <a:cubicBezTo>
                    <a:pt x="716" y="1148"/>
                    <a:pt x="681" y="1133"/>
                    <a:pt x="656" y="1103"/>
                  </a:cubicBezTo>
                  <a:cubicBezTo>
                    <a:pt x="632" y="1073"/>
                    <a:pt x="620" y="1030"/>
                    <a:pt x="620" y="974"/>
                  </a:cubicBezTo>
                  <a:cubicBezTo>
                    <a:pt x="620" y="919"/>
                    <a:pt x="633" y="875"/>
                    <a:pt x="658" y="845"/>
                  </a:cubicBezTo>
                  <a:cubicBezTo>
                    <a:pt x="683" y="814"/>
                    <a:pt x="719" y="798"/>
                    <a:pt x="766" y="798"/>
                  </a:cubicBezTo>
                  <a:cubicBezTo>
                    <a:pt x="802" y="798"/>
                    <a:pt x="831" y="807"/>
                    <a:pt x="853" y="824"/>
                  </a:cubicBezTo>
                  <a:cubicBezTo>
                    <a:pt x="874" y="841"/>
                    <a:pt x="886" y="865"/>
                    <a:pt x="887" y="894"/>
                  </a:cubicBezTo>
                  <a:cubicBezTo>
                    <a:pt x="887" y="900"/>
                    <a:pt x="887" y="900"/>
                    <a:pt x="887" y="900"/>
                  </a:cubicBezTo>
                  <a:cubicBezTo>
                    <a:pt x="830" y="900"/>
                    <a:pt x="830" y="900"/>
                    <a:pt x="830" y="900"/>
                  </a:cubicBezTo>
                  <a:cubicBezTo>
                    <a:pt x="829" y="895"/>
                    <a:pt x="829" y="895"/>
                    <a:pt x="829" y="895"/>
                  </a:cubicBezTo>
                  <a:cubicBezTo>
                    <a:pt x="828" y="880"/>
                    <a:pt x="822" y="868"/>
                    <a:pt x="810" y="858"/>
                  </a:cubicBezTo>
                  <a:cubicBezTo>
                    <a:pt x="797" y="848"/>
                    <a:pt x="782" y="844"/>
                    <a:pt x="764" y="844"/>
                  </a:cubicBezTo>
                  <a:cubicBezTo>
                    <a:pt x="737" y="844"/>
                    <a:pt x="716" y="854"/>
                    <a:pt x="701" y="877"/>
                  </a:cubicBezTo>
                  <a:cubicBezTo>
                    <a:pt x="686" y="899"/>
                    <a:pt x="678" y="932"/>
                    <a:pt x="678" y="973"/>
                  </a:cubicBezTo>
                  <a:cubicBezTo>
                    <a:pt x="678" y="1014"/>
                    <a:pt x="685" y="1045"/>
                    <a:pt x="700" y="1067"/>
                  </a:cubicBezTo>
                  <a:cubicBezTo>
                    <a:pt x="715" y="1089"/>
                    <a:pt x="735" y="1099"/>
                    <a:pt x="762" y="1099"/>
                  </a:cubicBezTo>
                  <a:cubicBezTo>
                    <a:pt x="782" y="1099"/>
                    <a:pt x="797" y="1095"/>
                    <a:pt x="809" y="1086"/>
                  </a:cubicBezTo>
                  <a:cubicBezTo>
                    <a:pt x="820" y="1076"/>
                    <a:pt x="827" y="1064"/>
                    <a:pt x="828" y="1048"/>
                  </a:cubicBezTo>
                  <a:cubicBezTo>
                    <a:pt x="829" y="1043"/>
                    <a:pt x="829" y="1043"/>
                    <a:pt x="829" y="1043"/>
                  </a:cubicBezTo>
                  <a:cubicBezTo>
                    <a:pt x="888" y="1043"/>
                    <a:pt x="888" y="1043"/>
                    <a:pt x="888" y="1043"/>
                  </a:cubicBezTo>
                  <a:cubicBezTo>
                    <a:pt x="888" y="1049"/>
                    <a:pt x="888" y="1049"/>
                    <a:pt x="888" y="1049"/>
                  </a:cubicBezTo>
                  <a:cubicBezTo>
                    <a:pt x="887" y="1079"/>
                    <a:pt x="875" y="1103"/>
                    <a:pt x="852" y="1121"/>
                  </a:cubicBezTo>
                  <a:cubicBezTo>
                    <a:pt x="830" y="1139"/>
                    <a:pt x="800" y="1148"/>
                    <a:pt x="762" y="1148"/>
                  </a:cubicBezTo>
                  <a:moveTo>
                    <a:pt x="1223" y="1142"/>
                  </a:moveTo>
                  <a:cubicBezTo>
                    <a:pt x="1169" y="1142"/>
                    <a:pt x="1169" y="1142"/>
                    <a:pt x="1169" y="1142"/>
                  </a:cubicBezTo>
                  <a:cubicBezTo>
                    <a:pt x="1169" y="993"/>
                    <a:pt x="1169" y="993"/>
                    <a:pt x="1169" y="993"/>
                  </a:cubicBezTo>
                  <a:cubicBezTo>
                    <a:pt x="1018" y="993"/>
                    <a:pt x="1018" y="993"/>
                    <a:pt x="1018" y="993"/>
                  </a:cubicBezTo>
                  <a:cubicBezTo>
                    <a:pt x="1018" y="1142"/>
                    <a:pt x="1018" y="1142"/>
                    <a:pt x="1018" y="1142"/>
                  </a:cubicBezTo>
                  <a:cubicBezTo>
                    <a:pt x="963" y="1142"/>
                    <a:pt x="963" y="1142"/>
                    <a:pt x="963" y="1142"/>
                  </a:cubicBezTo>
                  <a:cubicBezTo>
                    <a:pt x="963" y="803"/>
                    <a:pt x="963" y="803"/>
                    <a:pt x="963" y="803"/>
                  </a:cubicBezTo>
                  <a:cubicBezTo>
                    <a:pt x="1018" y="803"/>
                    <a:pt x="1018" y="803"/>
                    <a:pt x="1018" y="803"/>
                  </a:cubicBezTo>
                  <a:cubicBezTo>
                    <a:pt x="1018" y="943"/>
                    <a:pt x="1018" y="943"/>
                    <a:pt x="1018" y="943"/>
                  </a:cubicBezTo>
                  <a:cubicBezTo>
                    <a:pt x="1169" y="943"/>
                    <a:pt x="1169" y="943"/>
                    <a:pt x="1169" y="943"/>
                  </a:cubicBezTo>
                  <a:cubicBezTo>
                    <a:pt x="1169" y="803"/>
                    <a:pt x="1169" y="803"/>
                    <a:pt x="1169" y="803"/>
                  </a:cubicBezTo>
                  <a:cubicBezTo>
                    <a:pt x="1223" y="803"/>
                    <a:pt x="1223" y="803"/>
                    <a:pt x="1223" y="803"/>
                  </a:cubicBezTo>
                  <a:lnTo>
                    <a:pt x="1223" y="1142"/>
                  </a:lnTo>
                  <a:close/>
                  <a:moveTo>
                    <a:pt x="1595" y="1142"/>
                  </a:moveTo>
                  <a:cubicBezTo>
                    <a:pt x="1533" y="1142"/>
                    <a:pt x="1533" y="1142"/>
                    <a:pt x="1533" y="1142"/>
                  </a:cubicBezTo>
                  <a:cubicBezTo>
                    <a:pt x="1532" y="1140"/>
                    <a:pt x="1532" y="1140"/>
                    <a:pt x="1532" y="1140"/>
                  </a:cubicBezTo>
                  <a:cubicBezTo>
                    <a:pt x="1378" y="878"/>
                    <a:pt x="1378" y="878"/>
                    <a:pt x="1378" y="878"/>
                  </a:cubicBezTo>
                  <a:cubicBezTo>
                    <a:pt x="1378" y="1142"/>
                    <a:pt x="1378" y="1142"/>
                    <a:pt x="1378" y="1142"/>
                  </a:cubicBezTo>
                  <a:cubicBezTo>
                    <a:pt x="1327" y="1142"/>
                    <a:pt x="1327" y="1142"/>
                    <a:pt x="1327" y="1142"/>
                  </a:cubicBezTo>
                  <a:cubicBezTo>
                    <a:pt x="1327" y="803"/>
                    <a:pt x="1327" y="803"/>
                    <a:pt x="1327" y="803"/>
                  </a:cubicBezTo>
                  <a:cubicBezTo>
                    <a:pt x="1398" y="803"/>
                    <a:pt x="1398" y="803"/>
                    <a:pt x="1398" y="803"/>
                  </a:cubicBezTo>
                  <a:cubicBezTo>
                    <a:pt x="1545" y="1056"/>
                    <a:pt x="1545" y="1056"/>
                    <a:pt x="1545" y="1056"/>
                  </a:cubicBezTo>
                  <a:cubicBezTo>
                    <a:pt x="1545" y="803"/>
                    <a:pt x="1545" y="803"/>
                    <a:pt x="1545" y="803"/>
                  </a:cubicBezTo>
                  <a:cubicBezTo>
                    <a:pt x="1596" y="803"/>
                    <a:pt x="1596" y="803"/>
                    <a:pt x="1596" y="803"/>
                  </a:cubicBezTo>
                  <a:cubicBezTo>
                    <a:pt x="1596" y="1142"/>
                    <a:pt x="1596" y="1142"/>
                    <a:pt x="1596" y="1142"/>
                  </a:cubicBezTo>
                  <a:lnTo>
                    <a:pt x="1595" y="1142"/>
                  </a:lnTo>
                  <a:close/>
                  <a:moveTo>
                    <a:pt x="1834" y="1148"/>
                  </a:moveTo>
                  <a:cubicBezTo>
                    <a:pt x="1785" y="1148"/>
                    <a:pt x="1746" y="1132"/>
                    <a:pt x="1719" y="1102"/>
                  </a:cubicBezTo>
                  <a:cubicBezTo>
                    <a:pt x="1692" y="1071"/>
                    <a:pt x="1678" y="1028"/>
                    <a:pt x="1678" y="974"/>
                  </a:cubicBezTo>
                  <a:cubicBezTo>
                    <a:pt x="1678" y="918"/>
                    <a:pt x="1692" y="875"/>
                    <a:pt x="1719" y="844"/>
                  </a:cubicBezTo>
                  <a:cubicBezTo>
                    <a:pt x="1746" y="814"/>
                    <a:pt x="1785" y="798"/>
                    <a:pt x="1834" y="798"/>
                  </a:cubicBezTo>
                  <a:cubicBezTo>
                    <a:pt x="1883" y="798"/>
                    <a:pt x="1922" y="814"/>
                    <a:pt x="1949" y="844"/>
                  </a:cubicBezTo>
                  <a:cubicBezTo>
                    <a:pt x="1975" y="874"/>
                    <a:pt x="1989" y="918"/>
                    <a:pt x="1989" y="974"/>
                  </a:cubicBezTo>
                  <a:cubicBezTo>
                    <a:pt x="1989" y="1029"/>
                    <a:pt x="1975" y="1072"/>
                    <a:pt x="1948" y="1102"/>
                  </a:cubicBezTo>
                  <a:cubicBezTo>
                    <a:pt x="1921" y="1132"/>
                    <a:pt x="1883" y="1148"/>
                    <a:pt x="1834" y="1148"/>
                  </a:cubicBezTo>
                  <a:moveTo>
                    <a:pt x="1833" y="845"/>
                  </a:moveTo>
                  <a:cubicBezTo>
                    <a:pt x="1802" y="845"/>
                    <a:pt x="1778" y="855"/>
                    <a:pt x="1761" y="877"/>
                  </a:cubicBezTo>
                  <a:cubicBezTo>
                    <a:pt x="1745" y="899"/>
                    <a:pt x="1736" y="930"/>
                    <a:pt x="1736" y="971"/>
                  </a:cubicBezTo>
                  <a:cubicBezTo>
                    <a:pt x="1736" y="1013"/>
                    <a:pt x="1745" y="1045"/>
                    <a:pt x="1762" y="1067"/>
                  </a:cubicBezTo>
                  <a:cubicBezTo>
                    <a:pt x="1778" y="1089"/>
                    <a:pt x="1802" y="1099"/>
                    <a:pt x="1833" y="1099"/>
                  </a:cubicBezTo>
                  <a:cubicBezTo>
                    <a:pt x="1865" y="1099"/>
                    <a:pt x="1889" y="1089"/>
                    <a:pt x="1905" y="1067"/>
                  </a:cubicBezTo>
                  <a:cubicBezTo>
                    <a:pt x="1922" y="1046"/>
                    <a:pt x="1931" y="1014"/>
                    <a:pt x="1931" y="972"/>
                  </a:cubicBezTo>
                  <a:cubicBezTo>
                    <a:pt x="1931" y="931"/>
                    <a:pt x="1922" y="899"/>
                    <a:pt x="1905" y="877"/>
                  </a:cubicBezTo>
                  <a:cubicBezTo>
                    <a:pt x="1888" y="855"/>
                    <a:pt x="1865" y="845"/>
                    <a:pt x="1833" y="845"/>
                  </a:cubicBezTo>
                  <a:moveTo>
                    <a:pt x="2274" y="1142"/>
                  </a:moveTo>
                  <a:cubicBezTo>
                    <a:pt x="2070" y="1142"/>
                    <a:pt x="2070" y="1142"/>
                    <a:pt x="2070" y="1142"/>
                  </a:cubicBezTo>
                  <a:cubicBezTo>
                    <a:pt x="2070" y="803"/>
                    <a:pt x="2070" y="803"/>
                    <a:pt x="2070" y="803"/>
                  </a:cubicBezTo>
                  <a:cubicBezTo>
                    <a:pt x="2125" y="803"/>
                    <a:pt x="2125" y="803"/>
                    <a:pt x="2125" y="803"/>
                  </a:cubicBezTo>
                  <a:cubicBezTo>
                    <a:pt x="2125" y="1092"/>
                    <a:pt x="2125" y="1092"/>
                    <a:pt x="2125" y="1092"/>
                  </a:cubicBezTo>
                  <a:cubicBezTo>
                    <a:pt x="2274" y="1092"/>
                    <a:pt x="2274" y="1092"/>
                    <a:pt x="2274" y="1092"/>
                  </a:cubicBezTo>
                  <a:cubicBezTo>
                    <a:pt x="2274" y="1142"/>
                    <a:pt x="2274" y="1142"/>
                    <a:pt x="2274" y="1142"/>
                  </a:cubicBezTo>
                  <a:close/>
                  <a:moveTo>
                    <a:pt x="2475" y="1148"/>
                  </a:moveTo>
                  <a:cubicBezTo>
                    <a:pt x="2427" y="1148"/>
                    <a:pt x="2388" y="1132"/>
                    <a:pt x="2361" y="1102"/>
                  </a:cubicBezTo>
                  <a:cubicBezTo>
                    <a:pt x="2334" y="1071"/>
                    <a:pt x="2320" y="1028"/>
                    <a:pt x="2320" y="974"/>
                  </a:cubicBezTo>
                  <a:cubicBezTo>
                    <a:pt x="2320" y="918"/>
                    <a:pt x="2334" y="875"/>
                    <a:pt x="2360" y="844"/>
                  </a:cubicBezTo>
                  <a:cubicBezTo>
                    <a:pt x="2387" y="814"/>
                    <a:pt x="2426" y="798"/>
                    <a:pt x="2475" y="798"/>
                  </a:cubicBezTo>
                  <a:cubicBezTo>
                    <a:pt x="2525" y="798"/>
                    <a:pt x="2563" y="814"/>
                    <a:pt x="2590" y="844"/>
                  </a:cubicBezTo>
                  <a:cubicBezTo>
                    <a:pt x="2617" y="874"/>
                    <a:pt x="2630" y="918"/>
                    <a:pt x="2630" y="974"/>
                  </a:cubicBezTo>
                  <a:cubicBezTo>
                    <a:pt x="2630" y="1029"/>
                    <a:pt x="2617" y="1072"/>
                    <a:pt x="2590" y="1102"/>
                  </a:cubicBezTo>
                  <a:cubicBezTo>
                    <a:pt x="2563" y="1132"/>
                    <a:pt x="2525" y="1148"/>
                    <a:pt x="2475" y="1148"/>
                  </a:cubicBezTo>
                  <a:moveTo>
                    <a:pt x="2475" y="845"/>
                  </a:moveTo>
                  <a:cubicBezTo>
                    <a:pt x="2443" y="845"/>
                    <a:pt x="2420" y="855"/>
                    <a:pt x="2403" y="877"/>
                  </a:cubicBezTo>
                  <a:cubicBezTo>
                    <a:pt x="2386" y="899"/>
                    <a:pt x="2378" y="930"/>
                    <a:pt x="2378" y="971"/>
                  </a:cubicBezTo>
                  <a:cubicBezTo>
                    <a:pt x="2378" y="1013"/>
                    <a:pt x="2386" y="1045"/>
                    <a:pt x="2403" y="1067"/>
                  </a:cubicBezTo>
                  <a:cubicBezTo>
                    <a:pt x="2420" y="1089"/>
                    <a:pt x="2443" y="1099"/>
                    <a:pt x="2475" y="1099"/>
                  </a:cubicBezTo>
                  <a:cubicBezTo>
                    <a:pt x="2507" y="1099"/>
                    <a:pt x="2530" y="1089"/>
                    <a:pt x="2547" y="1067"/>
                  </a:cubicBezTo>
                  <a:cubicBezTo>
                    <a:pt x="2564" y="1046"/>
                    <a:pt x="2572" y="1014"/>
                    <a:pt x="2572" y="972"/>
                  </a:cubicBezTo>
                  <a:cubicBezTo>
                    <a:pt x="2572" y="931"/>
                    <a:pt x="2564" y="899"/>
                    <a:pt x="2547" y="877"/>
                  </a:cubicBezTo>
                  <a:cubicBezTo>
                    <a:pt x="2530" y="855"/>
                    <a:pt x="2507" y="845"/>
                    <a:pt x="2475" y="845"/>
                  </a:cubicBezTo>
                  <a:moveTo>
                    <a:pt x="2862" y="1148"/>
                  </a:moveTo>
                  <a:cubicBezTo>
                    <a:pt x="2811" y="1148"/>
                    <a:pt x="2770" y="1133"/>
                    <a:pt x="2741" y="1103"/>
                  </a:cubicBezTo>
                  <a:cubicBezTo>
                    <a:pt x="2711" y="1073"/>
                    <a:pt x="2696" y="1031"/>
                    <a:pt x="2696" y="980"/>
                  </a:cubicBezTo>
                  <a:cubicBezTo>
                    <a:pt x="2696" y="923"/>
                    <a:pt x="2711" y="878"/>
                    <a:pt x="2740" y="846"/>
                  </a:cubicBezTo>
                  <a:cubicBezTo>
                    <a:pt x="2769" y="814"/>
                    <a:pt x="2810" y="798"/>
                    <a:pt x="2862" y="798"/>
                  </a:cubicBezTo>
                  <a:cubicBezTo>
                    <a:pt x="2898" y="798"/>
                    <a:pt x="2927" y="806"/>
                    <a:pt x="2949" y="822"/>
                  </a:cubicBezTo>
                  <a:cubicBezTo>
                    <a:pt x="2970" y="839"/>
                    <a:pt x="2982" y="861"/>
                    <a:pt x="2983" y="890"/>
                  </a:cubicBezTo>
                  <a:cubicBezTo>
                    <a:pt x="2983" y="895"/>
                    <a:pt x="2983" y="895"/>
                    <a:pt x="2983" y="895"/>
                  </a:cubicBezTo>
                  <a:cubicBezTo>
                    <a:pt x="2924" y="895"/>
                    <a:pt x="2924" y="895"/>
                    <a:pt x="2924" y="895"/>
                  </a:cubicBezTo>
                  <a:cubicBezTo>
                    <a:pt x="2924" y="890"/>
                    <a:pt x="2924" y="890"/>
                    <a:pt x="2924" y="890"/>
                  </a:cubicBezTo>
                  <a:cubicBezTo>
                    <a:pt x="2924" y="877"/>
                    <a:pt x="2917" y="866"/>
                    <a:pt x="2905" y="856"/>
                  </a:cubicBezTo>
                  <a:cubicBezTo>
                    <a:pt x="2892" y="847"/>
                    <a:pt x="2876" y="842"/>
                    <a:pt x="2856" y="842"/>
                  </a:cubicBezTo>
                  <a:cubicBezTo>
                    <a:pt x="2824" y="842"/>
                    <a:pt x="2799" y="854"/>
                    <a:pt x="2781" y="877"/>
                  </a:cubicBezTo>
                  <a:cubicBezTo>
                    <a:pt x="2762" y="900"/>
                    <a:pt x="2753" y="933"/>
                    <a:pt x="2753" y="974"/>
                  </a:cubicBezTo>
                  <a:cubicBezTo>
                    <a:pt x="2753" y="1015"/>
                    <a:pt x="2763" y="1046"/>
                    <a:pt x="2782" y="1068"/>
                  </a:cubicBezTo>
                  <a:cubicBezTo>
                    <a:pt x="2801" y="1090"/>
                    <a:pt x="2829" y="1101"/>
                    <a:pt x="2864" y="1101"/>
                  </a:cubicBezTo>
                  <a:cubicBezTo>
                    <a:pt x="2873" y="1101"/>
                    <a:pt x="2883" y="1100"/>
                    <a:pt x="2893" y="1098"/>
                  </a:cubicBezTo>
                  <a:cubicBezTo>
                    <a:pt x="2902" y="1096"/>
                    <a:pt x="2913" y="1094"/>
                    <a:pt x="2926" y="1091"/>
                  </a:cubicBezTo>
                  <a:cubicBezTo>
                    <a:pt x="2926" y="1002"/>
                    <a:pt x="2926" y="1002"/>
                    <a:pt x="2926" y="1002"/>
                  </a:cubicBezTo>
                  <a:cubicBezTo>
                    <a:pt x="2857" y="1002"/>
                    <a:pt x="2857" y="1002"/>
                    <a:pt x="2857" y="1002"/>
                  </a:cubicBezTo>
                  <a:cubicBezTo>
                    <a:pt x="2857" y="955"/>
                    <a:pt x="2857" y="955"/>
                    <a:pt x="2857" y="955"/>
                  </a:cubicBezTo>
                  <a:cubicBezTo>
                    <a:pt x="2983" y="955"/>
                    <a:pt x="2983" y="955"/>
                    <a:pt x="2983" y="955"/>
                  </a:cubicBezTo>
                  <a:cubicBezTo>
                    <a:pt x="2983" y="1125"/>
                    <a:pt x="2983" y="1125"/>
                    <a:pt x="2983" y="1125"/>
                  </a:cubicBezTo>
                  <a:cubicBezTo>
                    <a:pt x="2979" y="1127"/>
                    <a:pt x="2979" y="1127"/>
                    <a:pt x="2979" y="1127"/>
                  </a:cubicBezTo>
                  <a:cubicBezTo>
                    <a:pt x="2957" y="1134"/>
                    <a:pt x="2937" y="1139"/>
                    <a:pt x="2918" y="1143"/>
                  </a:cubicBezTo>
                  <a:cubicBezTo>
                    <a:pt x="2899" y="1146"/>
                    <a:pt x="2880" y="1148"/>
                    <a:pt x="2862" y="1148"/>
                  </a:cubicBezTo>
                  <a:moveTo>
                    <a:pt x="3139" y="1142"/>
                  </a:moveTo>
                  <a:cubicBezTo>
                    <a:pt x="3084" y="1142"/>
                    <a:pt x="3084" y="1142"/>
                    <a:pt x="3084" y="1142"/>
                  </a:cubicBezTo>
                  <a:cubicBezTo>
                    <a:pt x="3084" y="803"/>
                    <a:pt x="3084" y="803"/>
                    <a:pt x="3084" y="803"/>
                  </a:cubicBezTo>
                  <a:cubicBezTo>
                    <a:pt x="3139" y="803"/>
                    <a:pt x="3139" y="803"/>
                    <a:pt x="3139" y="803"/>
                  </a:cubicBezTo>
                  <a:lnTo>
                    <a:pt x="3139" y="1142"/>
                  </a:lnTo>
                  <a:close/>
                  <a:moveTo>
                    <a:pt x="3461" y="1142"/>
                  </a:moveTo>
                  <a:cubicBezTo>
                    <a:pt x="3243" y="1142"/>
                    <a:pt x="3243" y="1142"/>
                    <a:pt x="3243" y="1142"/>
                  </a:cubicBezTo>
                  <a:cubicBezTo>
                    <a:pt x="3243" y="803"/>
                    <a:pt x="3243" y="803"/>
                    <a:pt x="3243" y="803"/>
                  </a:cubicBezTo>
                  <a:cubicBezTo>
                    <a:pt x="3458" y="803"/>
                    <a:pt x="3458" y="803"/>
                    <a:pt x="3458" y="803"/>
                  </a:cubicBezTo>
                  <a:cubicBezTo>
                    <a:pt x="3458" y="853"/>
                    <a:pt x="3458" y="853"/>
                    <a:pt x="3458" y="853"/>
                  </a:cubicBezTo>
                  <a:cubicBezTo>
                    <a:pt x="3298" y="853"/>
                    <a:pt x="3298" y="853"/>
                    <a:pt x="3298" y="853"/>
                  </a:cubicBezTo>
                  <a:cubicBezTo>
                    <a:pt x="3298" y="942"/>
                    <a:pt x="3298" y="942"/>
                    <a:pt x="3298" y="942"/>
                  </a:cubicBezTo>
                  <a:cubicBezTo>
                    <a:pt x="3451" y="942"/>
                    <a:pt x="3451" y="942"/>
                    <a:pt x="3451" y="942"/>
                  </a:cubicBezTo>
                  <a:cubicBezTo>
                    <a:pt x="3451" y="991"/>
                    <a:pt x="3451" y="991"/>
                    <a:pt x="3451" y="991"/>
                  </a:cubicBezTo>
                  <a:cubicBezTo>
                    <a:pt x="3298" y="991"/>
                    <a:pt x="3298" y="991"/>
                    <a:pt x="3298" y="991"/>
                  </a:cubicBezTo>
                  <a:cubicBezTo>
                    <a:pt x="3298" y="1092"/>
                    <a:pt x="3298" y="1092"/>
                    <a:pt x="3298" y="1092"/>
                  </a:cubicBezTo>
                  <a:cubicBezTo>
                    <a:pt x="3461" y="1092"/>
                    <a:pt x="3461" y="1092"/>
                    <a:pt x="3461" y="1092"/>
                  </a:cubicBezTo>
                  <a:lnTo>
                    <a:pt x="3461" y="1142"/>
                  </a:lnTo>
                  <a:close/>
                  <a:moveTo>
                    <a:pt x="3656" y="1148"/>
                  </a:moveTo>
                  <a:cubicBezTo>
                    <a:pt x="3615" y="1148"/>
                    <a:pt x="3583" y="1139"/>
                    <a:pt x="3562" y="1123"/>
                  </a:cubicBezTo>
                  <a:cubicBezTo>
                    <a:pt x="3541" y="1105"/>
                    <a:pt x="3530" y="1080"/>
                    <a:pt x="3530" y="1046"/>
                  </a:cubicBezTo>
                  <a:cubicBezTo>
                    <a:pt x="3530" y="1035"/>
                    <a:pt x="3530" y="1035"/>
                    <a:pt x="3530" y="1035"/>
                  </a:cubicBezTo>
                  <a:cubicBezTo>
                    <a:pt x="3588" y="1035"/>
                    <a:pt x="3588" y="1035"/>
                    <a:pt x="3588" y="1035"/>
                  </a:cubicBezTo>
                  <a:cubicBezTo>
                    <a:pt x="3588" y="1040"/>
                    <a:pt x="3588" y="1040"/>
                    <a:pt x="3588" y="1040"/>
                  </a:cubicBezTo>
                  <a:cubicBezTo>
                    <a:pt x="3589" y="1060"/>
                    <a:pt x="3595" y="1075"/>
                    <a:pt x="3606" y="1084"/>
                  </a:cubicBezTo>
                  <a:cubicBezTo>
                    <a:pt x="3617" y="1093"/>
                    <a:pt x="3635" y="1098"/>
                    <a:pt x="3658" y="1098"/>
                  </a:cubicBezTo>
                  <a:cubicBezTo>
                    <a:pt x="3682" y="1098"/>
                    <a:pt x="3700" y="1093"/>
                    <a:pt x="3714" y="1084"/>
                  </a:cubicBezTo>
                  <a:cubicBezTo>
                    <a:pt x="3727" y="1075"/>
                    <a:pt x="3733" y="1062"/>
                    <a:pt x="3733" y="1046"/>
                  </a:cubicBezTo>
                  <a:cubicBezTo>
                    <a:pt x="3733" y="1024"/>
                    <a:pt x="3709" y="1007"/>
                    <a:pt x="3660" y="995"/>
                  </a:cubicBezTo>
                  <a:cubicBezTo>
                    <a:pt x="3655" y="993"/>
                    <a:pt x="3651" y="992"/>
                    <a:pt x="3647" y="991"/>
                  </a:cubicBezTo>
                  <a:cubicBezTo>
                    <a:pt x="3644" y="991"/>
                    <a:pt x="3639" y="989"/>
                    <a:pt x="3632" y="988"/>
                  </a:cubicBezTo>
                  <a:cubicBezTo>
                    <a:pt x="3604" y="981"/>
                    <a:pt x="3584" y="974"/>
                    <a:pt x="3572" y="967"/>
                  </a:cubicBezTo>
                  <a:cubicBezTo>
                    <a:pt x="3560" y="959"/>
                    <a:pt x="3551" y="949"/>
                    <a:pt x="3544" y="937"/>
                  </a:cubicBezTo>
                  <a:cubicBezTo>
                    <a:pt x="3537" y="925"/>
                    <a:pt x="3534" y="911"/>
                    <a:pt x="3534" y="896"/>
                  </a:cubicBezTo>
                  <a:cubicBezTo>
                    <a:pt x="3534" y="866"/>
                    <a:pt x="3546" y="841"/>
                    <a:pt x="3569" y="824"/>
                  </a:cubicBezTo>
                  <a:cubicBezTo>
                    <a:pt x="3592" y="807"/>
                    <a:pt x="3624" y="798"/>
                    <a:pt x="3663" y="798"/>
                  </a:cubicBezTo>
                  <a:cubicBezTo>
                    <a:pt x="3698" y="798"/>
                    <a:pt x="3726" y="806"/>
                    <a:pt x="3747" y="821"/>
                  </a:cubicBezTo>
                  <a:cubicBezTo>
                    <a:pt x="3768" y="837"/>
                    <a:pt x="3778" y="858"/>
                    <a:pt x="3778" y="885"/>
                  </a:cubicBezTo>
                  <a:cubicBezTo>
                    <a:pt x="3778" y="895"/>
                    <a:pt x="3778" y="895"/>
                    <a:pt x="3778" y="895"/>
                  </a:cubicBezTo>
                  <a:cubicBezTo>
                    <a:pt x="3724" y="895"/>
                    <a:pt x="3724" y="895"/>
                    <a:pt x="3724" y="895"/>
                  </a:cubicBezTo>
                  <a:cubicBezTo>
                    <a:pt x="3723" y="890"/>
                    <a:pt x="3723" y="890"/>
                    <a:pt x="3723" y="890"/>
                  </a:cubicBezTo>
                  <a:cubicBezTo>
                    <a:pt x="3723" y="875"/>
                    <a:pt x="3717" y="865"/>
                    <a:pt x="3707" y="857"/>
                  </a:cubicBezTo>
                  <a:cubicBezTo>
                    <a:pt x="3696" y="849"/>
                    <a:pt x="3680" y="845"/>
                    <a:pt x="3659" y="845"/>
                  </a:cubicBezTo>
                  <a:cubicBezTo>
                    <a:pt x="3638" y="845"/>
                    <a:pt x="3621" y="850"/>
                    <a:pt x="3609" y="859"/>
                  </a:cubicBezTo>
                  <a:cubicBezTo>
                    <a:pt x="3597" y="867"/>
                    <a:pt x="3591" y="879"/>
                    <a:pt x="3591" y="893"/>
                  </a:cubicBezTo>
                  <a:cubicBezTo>
                    <a:pt x="3591" y="912"/>
                    <a:pt x="3613" y="927"/>
                    <a:pt x="3657" y="938"/>
                  </a:cubicBezTo>
                  <a:cubicBezTo>
                    <a:pt x="3666" y="940"/>
                    <a:pt x="3666" y="940"/>
                    <a:pt x="3666" y="940"/>
                  </a:cubicBezTo>
                  <a:cubicBezTo>
                    <a:pt x="3719" y="954"/>
                    <a:pt x="3751" y="967"/>
                    <a:pt x="3766" y="981"/>
                  </a:cubicBezTo>
                  <a:cubicBezTo>
                    <a:pt x="3781" y="995"/>
                    <a:pt x="3789" y="1015"/>
                    <a:pt x="3789" y="1040"/>
                  </a:cubicBezTo>
                  <a:cubicBezTo>
                    <a:pt x="3789" y="1075"/>
                    <a:pt x="3777" y="1102"/>
                    <a:pt x="3754" y="1120"/>
                  </a:cubicBezTo>
                  <a:cubicBezTo>
                    <a:pt x="3731" y="1138"/>
                    <a:pt x="3698" y="1148"/>
                    <a:pt x="3656" y="1148"/>
                  </a:cubicBezTo>
                  <a:moveTo>
                    <a:pt x="25" y="605"/>
                  </a:moveTo>
                  <a:cubicBezTo>
                    <a:pt x="25" y="11"/>
                    <a:pt x="25" y="11"/>
                    <a:pt x="25" y="11"/>
                  </a:cubicBezTo>
                  <a:cubicBezTo>
                    <a:pt x="152" y="11"/>
                    <a:pt x="152" y="11"/>
                    <a:pt x="152" y="11"/>
                  </a:cubicBezTo>
                  <a:cubicBezTo>
                    <a:pt x="152" y="268"/>
                    <a:pt x="152" y="268"/>
                    <a:pt x="152" y="268"/>
                  </a:cubicBezTo>
                  <a:cubicBezTo>
                    <a:pt x="346" y="11"/>
                    <a:pt x="346" y="11"/>
                    <a:pt x="346" y="11"/>
                  </a:cubicBezTo>
                  <a:cubicBezTo>
                    <a:pt x="488" y="11"/>
                    <a:pt x="488" y="11"/>
                    <a:pt x="488" y="11"/>
                  </a:cubicBezTo>
                  <a:cubicBezTo>
                    <a:pt x="279" y="277"/>
                    <a:pt x="279" y="277"/>
                    <a:pt x="279" y="277"/>
                  </a:cubicBezTo>
                  <a:cubicBezTo>
                    <a:pt x="509" y="605"/>
                    <a:pt x="509" y="605"/>
                    <a:pt x="509" y="605"/>
                  </a:cubicBezTo>
                  <a:cubicBezTo>
                    <a:pt x="361" y="605"/>
                    <a:pt x="361" y="605"/>
                    <a:pt x="361" y="605"/>
                  </a:cubicBezTo>
                  <a:cubicBezTo>
                    <a:pt x="152" y="297"/>
                    <a:pt x="152" y="297"/>
                    <a:pt x="152" y="297"/>
                  </a:cubicBezTo>
                  <a:cubicBezTo>
                    <a:pt x="152" y="605"/>
                    <a:pt x="152" y="605"/>
                    <a:pt x="152" y="605"/>
                  </a:cubicBezTo>
                  <a:cubicBezTo>
                    <a:pt x="25" y="605"/>
                    <a:pt x="25" y="605"/>
                    <a:pt x="25" y="605"/>
                  </a:cubicBezTo>
                  <a:close/>
                  <a:moveTo>
                    <a:pt x="553" y="605"/>
                  </a:moveTo>
                  <a:cubicBezTo>
                    <a:pt x="553" y="11"/>
                    <a:pt x="553" y="11"/>
                    <a:pt x="553" y="11"/>
                  </a:cubicBezTo>
                  <a:cubicBezTo>
                    <a:pt x="947" y="11"/>
                    <a:pt x="947" y="11"/>
                    <a:pt x="947" y="11"/>
                  </a:cubicBezTo>
                  <a:cubicBezTo>
                    <a:pt x="947" y="109"/>
                    <a:pt x="947" y="109"/>
                    <a:pt x="947" y="109"/>
                  </a:cubicBezTo>
                  <a:cubicBezTo>
                    <a:pt x="682" y="109"/>
                    <a:pt x="682" y="109"/>
                    <a:pt x="682" y="109"/>
                  </a:cubicBezTo>
                  <a:cubicBezTo>
                    <a:pt x="682" y="249"/>
                    <a:pt x="682" y="249"/>
                    <a:pt x="682" y="249"/>
                  </a:cubicBezTo>
                  <a:cubicBezTo>
                    <a:pt x="931" y="249"/>
                    <a:pt x="931" y="249"/>
                    <a:pt x="931" y="249"/>
                  </a:cubicBezTo>
                  <a:cubicBezTo>
                    <a:pt x="931" y="346"/>
                    <a:pt x="931" y="346"/>
                    <a:pt x="931" y="346"/>
                  </a:cubicBezTo>
                  <a:cubicBezTo>
                    <a:pt x="682" y="346"/>
                    <a:pt x="682" y="346"/>
                    <a:pt x="682" y="346"/>
                  </a:cubicBezTo>
                  <a:cubicBezTo>
                    <a:pt x="682" y="506"/>
                    <a:pt x="682" y="506"/>
                    <a:pt x="682" y="506"/>
                  </a:cubicBezTo>
                  <a:cubicBezTo>
                    <a:pt x="957" y="506"/>
                    <a:pt x="957" y="506"/>
                    <a:pt x="957" y="506"/>
                  </a:cubicBezTo>
                  <a:cubicBezTo>
                    <a:pt x="957" y="605"/>
                    <a:pt x="957" y="605"/>
                    <a:pt x="957" y="605"/>
                  </a:cubicBezTo>
                  <a:lnTo>
                    <a:pt x="553" y="605"/>
                  </a:lnTo>
                  <a:close/>
                  <a:moveTo>
                    <a:pt x="1190" y="605"/>
                  </a:moveTo>
                  <a:cubicBezTo>
                    <a:pt x="1190" y="386"/>
                    <a:pt x="1190" y="386"/>
                    <a:pt x="1190" y="386"/>
                  </a:cubicBezTo>
                  <a:cubicBezTo>
                    <a:pt x="989" y="11"/>
                    <a:pt x="989" y="11"/>
                    <a:pt x="989" y="11"/>
                  </a:cubicBezTo>
                  <a:cubicBezTo>
                    <a:pt x="1123" y="11"/>
                    <a:pt x="1123" y="11"/>
                    <a:pt x="1123" y="11"/>
                  </a:cubicBezTo>
                  <a:cubicBezTo>
                    <a:pt x="1259" y="265"/>
                    <a:pt x="1259" y="265"/>
                    <a:pt x="1259" y="265"/>
                  </a:cubicBezTo>
                  <a:cubicBezTo>
                    <a:pt x="1382" y="11"/>
                    <a:pt x="1382" y="11"/>
                    <a:pt x="1382" y="11"/>
                  </a:cubicBezTo>
                  <a:cubicBezTo>
                    <a:pt x="1515" y="11"/>
                    <a:pt x="1515" y="11"/>
                    <a:pt x="1515" y="11"/>
                  </a:cubicBezTo>
                  <a:cubicBezTo>
                    <a:pt x="1317" y="386"/>
                    <a:pt x="1317" y="386"/>
                    <a:pt x="1317" y="386"/>
                  </a:cubicBezTo>
                  <a:cubicBezTo>
                    <a:pt x="1317" y="605"/>
                    <a:pt x="1317" y="605"/>
                    <a:pt x="1317" y="605"/>
                  </a:cubicBezTo>
                  <a:lnTo>
                    <a:pt x="1190" y="605"/>
                  </a:lnTo>
                  <a:close/>
                  <a:moveTo>
                    <a:pt x="1504" y="412"/>
                  </a:moveTo>
                  <a:cubicBezTo>
                    <a:pt x="1629" y="412"/>
                    <a:pt x="1629" y="412"/>
                    <a:pt x="1629" y="412"/>
                  </a:cubicBezTo>
                  <a:cubicBezTo>
                    <a:pt x="1629" y="452"/>
                    <a:pt x="1638" y="481"/>
                    <a:pt x="1658" y="501"/>
                  </a:cubicBezTo>
                  <a:cubicBezTo>
                    <a:pt x="1678" y="521"/>
                    <a:pt x="1707" y="531"/>
                    <a:pt x="1746" y="531"/>
                  </a:cubicBezTo>
                  <a:cubicBezTo>
                    <a:pt x="1778" y="531"/>
                    <a:pt x="1803" y="524"/>
                    <a:pt x="1823" y="508"/>
                  </a:cubicBezTo>
                  <a:cubicBezTo>
                    <a:pt x="1843" y="493"/>
                    <a:pt x="1853" y="473"/>
                    <a:pt x="1853" y="449"/>
                  </a:cubicBezTo>
                  <a:cubicBezTo>
                    <a:pt x="1853" y="412"/>
                    <a:pt x="1806" y="377"/>
                    <a:pt x="1713" y="346"/>
                  </a:cubicBezTo>
                  <a:cubicBezTo>
                    <a:pt x="1699" y="341"/>
                    <a:pt x="1699" y="341"/>
                    <a:pt x="1699" y="341"/>
                  </a:cubicBezTo>
                  <a:cubicBezTo>
                    <a:pt x="1696" y="340"/>
                    <a:pt x="1692" y="339"/>
                    <a:pt x="1687" y="337"/>
                  </a:cubicBezTo>
                  <a:cubicBezTo>
                    <a:pt x="1635" y="320"/>
                    <a:pt x="1597" y="303"/>
                    <a:pt x="1574" y="286"/>
                  </a:cubicBezTo>
                  <a:cubicBezTo>
                    <a:pt x="1558" y="273"/>
                    <a:pt x="1545" y="257"/>
                    <a:pt x="1536" y="238"/>
                  </a:cubicBezTo>
                  <a:cubicBezTo>
                    <a:pt x="1527" y="219"/>
                    <a:pt x="1522" y="198"/>
                    <a:pt x="1522" y="174"/>
                  </a:cubicBezTo>
                  <a:cubicBezTo>
                    <a:pt x="1522" y="121"/>
                    <a:pt x="1542" y="78"/>
                    <a:pt x="1583" y="47"/>
                  </a:cubicBezTo>
                  <a:cubicBezTo>
                    <a:pt x="1623" y="16"/>
                    <a:pt x="1679" y="0"/>
                    <a:pt x="1749" y="0"/>
                  </a:cubicBezTo>
                  <a:cubicBezTo>
                    <a:pt x="1814" y="0"/>
                    <a:pt x="1864" y="15"/>
                    <a:pt x="1900" y="46"/>
                  </a:cubicBezTo>
                  <a:cubicBezTo>
                    <a:pt x="1936" y="76"/>
                    <a:pt x="1954" y="119"/>
                    <a:pt x="1954" y="173"/>
                  </a:cubicBezTo>
                  <a:cubicBezTo>
                    <a:pt x="1954" y="177"/>
                    <a:pt x="1954" y="177"/>
                    <a:pt x="1954" y="177"/>
                  </a:cubicBezTo>
                  <a:cubicBezTo>
                    <a:pt x="1844" y="177"/>
                    <a:pt x="1844" y="177"/>
                    <a:pt x="1844" y="177"/>
                  </a:cubicBezTo>
                  <a:cubicBezTo>
                    <a:pt x="1841" y="146"/>
                    <a:pt x="1831" y="122"/>
                    <a:pt x="1813" y="106"/>
                  </a:cubicBezTo>
                  <a:cubicBezTo>
                    <a:pt x="1796" y="90"/>
                    <a:pt x="1771" y="82"/>
                    <a:pt x="1741" y="82"/>
                  </a:cubicBezTo>
                  <a:cubicBezTo>
                    <a:pt x="1711" y="82"/>
                    <a:pt x="1687" y="89"/>
                    <a:pt x="1669" y="102"/>
                  </a:cubicBezTo>
                  <a:cubicBezTo>
                    <a:pt x="1652" y="116"/>
                    <a:pt x="1643" y="135"/>
                    <a:pt x="1643" y="158"/>
                  </a:cubicBezTo>
                  <a:cubicBezTo>
                    <a:pt x="1643" y="194"/>
                    <a:pt x="1692" y="228"/>
                    <a:pt x="1790" y="259"/>
                  </a:cubicBezTo>
                  <a:cubicBezTo>
                    <a:pt x="1797" y="262"/>
                    <a:pt x="1797" y="262"/>
                    <a:pt x="1797" y="262"/>
                  </a:cubicBezTo>
                  <a:cubicBezTo>
                    <a:pt x="1872" y="287"/>
                    <a:pt x="1921" y="311"/>
                    <a:pt x="1945" y="336"/>
                  </a:cubicBezTo>
                  <a:cubicBezTo>
                    <a:pt x="1968" y="361"/>
                    <a:pt x="1980" y="395"/>
                    <a:pt x="1980" y="439"/>
                  </a:cubicBezTo>
                  <a:cubicBezTo>
                    <a:pt x="1980" y="494"/>
                    <a:pt x="1959" y="537"/>
                    <a:pt x="1917" y="569"/>
                  </a:cubicBezTo>
                  <a:cubicBezTo>
                    <a:pt x="1874" y="600"/>
                    <a:pt x="1815" y="616"/>
                    <a:pt x="1740" y="616"/>
                  </a:cubicBezTo>
                  <a:cubicBezTo>
                    <a:pt x="1661" y="616"/>
                    <a:pt x="1602" y="599"/>
                    <a:pt x="1563" y="567"/>
                  </a:cubicBezTo>
                  <a:cubicBezTo>
                    <a:pt x="1524" y="534"/>
                    <a:pt x="1504" y="485"/>
                    <a:pt x="1504" y="420"/>
                  </a:cubicBezTo>
                  <a:cubicBezTo>
                    <a:pt x="1504" y="412"/>
                    <a:pt x="1504" y="412"/>
                    <a:pt x="1504" y="412"/>
                  </a:cubicBezTo>
                  <a:close/>
                  <a:moveTo>
                    <a:pt x="2061" y="11"/>
                  </a:moveTo>
                  <a:cubicBezTo>
                    <a:pt x="2188" y="11"/>
                    <a:pt x="2188" y="11"/>
                    <a:pt x="2188" y="11"/>
                  </a:cubicBezTo>
                  <a:cubicBezTo>
                    <a:pt x="2188" y="605"/>
                    <a:pt x="2188" y="605"/>
                    <a:pt x="2188" y="605"/>
                  </a:cubicBezTo>
                  <a:cubicBezTo>
                    <a:pt x="2061" y="605"/>
                    <a:pt x="2061" y="605"/>
                    <a:pt x="2061" y="605"/>
                  </a:cubicBezTo>
                  <a:lnTo>
                    <a:pt x="2061" y="11"/>
                  </a:lnTo>
                  <a:close/>
                  <a:moveTo>
                    <a:pt x="2816" y="288"/>
                  </a:moveTo>
                  <a:cubicBezTo>
                    <a:pt x="2816" y="567"/>
                    <a:pt x="2816" y="567"/>
                    <a:pt x="2816" y="567"/>
                  </a:cubicBezTo>
                  <a:cubicBezTo>
                    <a:pt x="2783" y="583"/>
                    <a:pt x="2748" y="595"/>
                    <a:pt x="2711" y="603"/>
                  </a:cubicBezTo>
                  <a:cubicBezTo>
                    <a:pt x="2673" y="612"/>
                    <a:pt x="2631" y="616"/>
                    <a:pt x="2585" y="616"/>
                  </a:cubicBezTo>
                  <a:cubicBezTo>
                    <a:pt x="2485" y="616"/>
                    <a:pt x="2407" y="590"/>
                    <a:pt x="2352" y="538"/>
                  </a:cubicBezTo>
                  <a:cubicBezTo>
                    <a:pt x="2298" y="486"/>
                    <a:pt x="2270" y="412"/>
                    <a:pt x="2270" y="316"/>
                  </a:cubicBezTo>
                  <a:cubicBezTo>
                    <a:pt x="2270" y="218"/>
                    <a:pt x="2298" y="140"/>
                    <a:pt x="2353" y="85"/>
                  </a:cubicBezTo>
                  <a:cubicBezTo>
                    <a:pt x="2408" y="29"/>
                    <a:pt x="2484" y="1"/>
                    <a:pt x="2582" y="1"/>
                  </a:cubicBezTo>
                  <a:cubicBezTo>
                    <a:pt x="2655" y="1"/>
                    <a:pt x="2712" y="17"/>
                    <a:pt x="2754" y="50"/>
                  </a:cubicBezTo>
                  <a:cubicBezTo>
                    <a:pt x="2797" y="84"/>
                    <a:pt x="2818" y="128"/>
                    <a:pt x="2818" y="183"/>
                  </a:cubicBezTo>
                  <a:cubicBezTo>
                    <a:pt x="2818" y="194"/>
                    <a:pt x="2818" y="194"/>
                    <a:pt x="2818" y="194"/>
                  </a:cubicBezTo>
                  <a:cubicBezTo>
                    <a:pt x="2698" y="194"/>
                    <a:pt x="2698" y="194"/>
                    <a:pt x="2698" y="194"/>
                  </a:cubicBezTo>
                  <a:cubicBezTo>
                    <a:pt x="2696" y="157"/>
                    <a:pt x="2685" y="130"/>
                    <a:pt x="2664" y="111"/>
                  </a:cubicBezTo>
                  <a:cubicBezTo>
                    <a:pt x="2643" y="91"/>
                    <a:pt x="2614" y="82"/>
                    <a:pt x="2575" y="82"/>
                  </a:cubicBezTo>
                  <a:cubicBezTo>
                    <a:pt x="2521" y="82"/>
                    <a:pt x="2478" y="102"/>
                    <a:pt x="2447" y="144"/>
                  </a:cubicBezTo>
                  <a:cubicBezTo>
                    <a:pt x="2416" y="185"/>
                    <a:pt x="2400" y="241"/>
                    <a:pt x="2400" y="312"/>
                  </a:cubicBezTo>
                  <a:cubicBezTo>
                    <a:pt x="2400" y="382"/>
                    <a:pt x="2416" y="435"/>
                    <a:pt x="2449" y="471"/>
                  </a:cubicBezTo>
                  <a:cubicBezTo>
                    <a:pt x="2482" y="507"/>
                    <a:pt x="2531" y="525"/>
                    <a:pt x="2595" y="525"/>
                  </a:cubicBezTo>
                  <a:cubicBezTo>
                    <a:pt x="2611" y="525"/>
                    <a:pt x="2628" y="524"/>
                    <a:pt x="2644" y="522"/>
                  </a:cubicBezTo>
                  <a:cubicBezTo>
                    <a:pt x="2660" y="520"/>
                    <a:pt x="2676" y="517"/>
                    <a:pt x="2692" y="513"/>
                  </a:cubicBezTo>
                  <a:cubicBezTo>
                    <a:pt x="2692" y="383"/>
                    <a:pt x="2692" y="383"/>
                    <a:pt x="2692" y="383"/>
                  </a:cubicBezTo>
                  <a:cubicBezTo>
                    <a:pt x="2579" y="383"/>
                    <a:pt x="2579" y="383"/>
                    <a:pt x="2579" y="383"/>
                  </a:cubicBezTo>
                  <a:cubicBezTo>
                    <a:pt x="2579" y="288"/>
                    <a:pt x="2579" y="288"/>
                    <a:pt x="2579" y="288"/>
                  </a:cubicBezTo>
                  <a:lnTo>
                    <a:pt x="2816" y="288"/>
                  </a:lnTo>
                  <a:close/>
                  <a:moveTo>
                    <a:pt x="2920" y="605"/>
                  </a:moveTo>
                  <a:cubicBezTo>
                    <a:pt x="2920" y="11"/>
                    <a:pt x="2920" y="11"/>
                    <a:pt x="2920" y="11"/>
                  </a:cubicBezTo>
                  <a:cubicBezTo>
                    <a:pt x="3048" y="11"/>
                    <a:pt x="3048" y="11"/>
                    <a:pt x="3048" y="11"/>
                  </a:cubicBezTo>
                  <a:cubicBezTo>
                    <a:pt x="3048" y="248"/>
                    <a:pt x="3048" y="248"/>
                    <a:pt x="3048" y="248"/>
                  </a:cubicBezTo>
                  <a:cubicBezTo>
                    <a:pt x="3273" y="248"/>
                    <a:pt x="3273" y="248"/>
                    <a:pt x="3273" y="248"/>
                  </a:cubicBezTo>
                  <a:cubicBezTo>
                    <a:pt x="3273" y="11"/>
                    <a:pt x="3273" y="11"/>
                    <a:pt x="3273" y="11"/>
                  </a:cubicBezTo>
                  <a:cubicBezTo>
                    <a:pt x="3397" y="11"/>
                    <a:pt x="3397" y="11"/>
                    <a:pt x="3397" y="11"/>
                  </a:cubicBezTo>
                  <a:cubicBezTo>
                    <a:pt x="3397" y="605"/>
                    <a:pt x="3397" y="605"/>
                    <a:pt x="3397" y="605"/>
                  </a:cubicBezTo>
                  <a:cubicBezTo>
                    <a:pt x="3273" y="605"/>
                    <a:pt x="3273" y="605"/>
                    <a:pt x="3273" y="605"/>
                  </a:cubicBezTo>
                  <a:cubicBezTo>
                    <a:pt x="3273" y="345"/>
                    <a:pt x="3273" y="345"/>
                    <a:pt x="3273" y="345"/>
                  </a:cubicBezTo>
                  <a:cubicBezTo>
                    <a:pt x="3048" y="345"/>
                    <a:pt x="3048" y="345"/>
                    <a:pt x="3048" y="345"/>
                  </a:cubicBezTo>
                  <a:cubicBezTo>
                    <a:pt x="3048" y="605"/>
                    <a:pt x="3048" y="605"/>
                    <a:pt x="3048" y="605"/>
                  </a:cubicBezTo>
                  <a:lnTo>
                    <a:pt x="2920" y="605"/>
                  </a:lnTo>
                  <a:close/>
                  <a:moveTo>
                    <a:pt x="3628" y="605"/>
                  </a:moveTo>
                  <a:cubicBezTo>
                    <a:pt x="3628" y="107"/>
                    <a:pt x="3628" y="107"/>
                    <a:pt x="3628" y="107"/>
                  </a:cubicBezTo>
                  <a:cubicBezTo>
                    <a:pt x="3453" y="107"/>
                    <a:pt x="3453" y="107"/>
                    <a:pt x="3453" y="107"/>
                  </a:cubicBezTo>
                  <a:cubicBezTo>
                    <a:pt x="3453" y="11"/>
                    <a:pt x="3453" y="11"/>
                    <a:pt x="3453" y="11"/>
                  </a:cubicBezTo>
                  <a:cubicBezTo>
                    <a:pt x="3931" y="11"/>
                    <a:pt x="3931" y="11"/>
                    <a:pt x="3931" y="11"/>
                  </a:cubicBezTo>
                  <a:cubicBezTo>
                    <a:pt x="3931" y="107"/>
                    <a:pt x="3931" y="107"/>
                    <a:pt x="3931" y="107"/>
                  </a:cubicBezTo>
                  <a:cubicBezTo>
                    <a:pt x="3756" y="107"/>
                    <a:pt x="3756" y="107"/>
                    <a:pt x="3756" y="107"/>
                  </a:cubicBezTo>
                  <a:cubicBezTo>
                    <a:pt x="3756" y="605"/>
                    <a:pt x="3756" y="605"/>
                    <a:pt x="3756" y="605"/>
                  </a:cubicBezTo>
                  <a:lnTo>
                    <a:pt x="3628" y="605"/>
                  </a:lnTo>
                  <a:close/>
                </a:path>
              </a:pathLst>
            </a:custGeom>
            <a:solidFill>
              <a:srgbClr val="55555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6">
              <a:extLst>
                <a:ext uri="{FF2B5EF4-FFF2-40B4-BE49-F238E27FC236}">
                  <a16:creationId xmlns:a16="http://schemas.microsoft.com/office/drawing/2014/main" id="{B821CE29-24BB-4400-BA45-0223522B7F77}"/>
                </a:ext>
              </a:extLst>
            </p:cNvPr>
            <p:cNvSpPr>
              <a:spLocks/>
            </p:cNvSpPr>
            <p:nvPr userDrawn="1"/>
          </p:nvSpPr>
          <p:spPr bwMode="black">
            <a:xfrm>
              <a:off x="1231901" y="5359401"/>
              <a:ext cx="3417888" cy="2630487"/>
            </a:xfrm>
            <a:custGeom>
              <a:avLst/>
              <a:gdLst>
                <a:gd name="T0" fmla="*/ 1831 w 1831"/>
                <a:gd name="T1" fmla="*/ 726 h 1406"/>
                <a:gd name="T2" fmla="*/ 1765 w 1831"/>
                <a:gd name="T3" fmla="*/ 626 h 1406"/>
                <a:gd name="T4" fmla="*/ 1654 w 1831"/>
                <a:gd name="T5" fmla="*/ 379 h 1406"/>
                <a:gd name="T6" fmla="*/ 1533 w 1831"/>
                <a:gd name="T7" fmla="*/ 626 h 1406"/>
                <a:gd name="T8" fmla="*/ 1456 w 1831"/>
                <a:gd name="T9" fmla="*/ 726 h 1406"/>
                <a:gd name="T10" fmla="*/ 1339 w 1831"/>
                <a:gd name="T11" fmla="*/ 505 h 1406"/>
                <a:gd name="T12" fmla="*/ 1119 w 1831"/>
                <a:gd name="T13" fmla="*/ 0 h 1406"/>
                <a:gd name="T14" fmla="*/ 911 w 1831"/>
                <a:gd name="T15" fmla="*/ 506 h 1406"/>
                <a:gd name="T16" fmla="*/ 757 w 1831"/>
                <a:gd name="T17" fmla="*/ 726 h 1406"/>
                <a:gd name="T18" fmla="*/ 626 w 1831"/>
                <a:gd name="T19" fmla="*/ 553 h 1406"/>
                <a:gd name="T20" fmla="*/ 458 w 1831"/>
                <a:gd name="T21" fmla="*/ 218 h 1406"/>
                <a:gd name="T22" fmla="*/ 288 w 1831"/>
                <a:gd name="T23" fmla="*/ 562 h 1406"/>
                <a:gd name="T24" fmla="*/ 153 w 1831"/>
                <a:gd name="T25" fmla="*/ 726 h 1406"/>
                <a:gd name="T26" fmla="*/ 0 w 1831"/>
                <a:gd name="T27" fmla="*/ 726 h 1406"/>
                <a:gd name="T28" fmla="*/ 0 w 1831"/>
                <a:gd name="T29" fmla="*/ 727 h 1406"/>
                <a:gd name="T30" fmla="*/ 70 w 1831"/>
                <a:gd name="T31" fmla="*/ 830 h 1406"/>
                <a:gd name="T32" fmla="*/ 166 w 1831"/>
                <a:gd name="T33" fmla="*/ 1075 h 1406"/>
                <a:gd name="T34" fmla="*/ 268 w 1831"/>
                <a:gd name="T35" fmla="*/ 869 h 1406"/>
                <a:gd name="T36" fmla="*/ 374 w 1831"/>
                <a:gd name="T37" fmla="*/ 727 h 1406"/>
                <a:gd name="T38" fmla="*/ 506 w 1831"/>
                <a:gd name="T39" fmla="*/ 958 h 1406"/>
                <a:gd name="T40" fmla="*/ 707 w 1831"/>
                <a:gd name="T41" fmla="*/ 1406 h 1406"/>
                <a:gd name="T42" fmla="*/ 915 w 1831"/>
                <a:gd name="T43" fmla="*/ 958 h 1406"/>
                <a:gd name="T44" fmla="*/ 1083 w 1831"/>
                <a:gd name="T45" fmla="*/ 727 h 1406"/>
                <a:gd name="T46" fmla="*/ 1234 w 1831"/>
                <a:gd name="T47" fmla="*/ 901 h 1406"/>
                <a:gd name="T48" fmla="*/ 1380 w 1831"/>
                <a:gd name="T49" fmla="*/ 1131 h 1406"/>
                <a:gd name="T50" fmla="*/ 1534 w 1831"/>
                <a:gd name="T51" fmla="*/ 873 h 1406"/>
                <a:gd name="T52" fmla="*/ 1677 w 1831"/>
                <a:gd name="T53" fmla="*/ 727 h 1406"/>
                <a:gd name="T54" fmla="*/ 1831 w 1831"/>
                <a:gd name="T55" fmla="*/ 727 h 1406"/>
                <a:gd name="T56" fmla="*/ 1831 w 1831"/>
                <a:gd name="T57" fmla="*/ 726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31" h="1406">
                  <a:moveTo>
                    <a:pt x="1831" y="726"/>
                  </a:moveTo>
                  <a:cubicBezTo>
                    <a:pt x="1817" y="724"/>
                    <a:pt x="1786" y="709"/>
                    <a:pt x="1765" y="626"/>
                  </a:cubicBezTo>
                  <a:cubicBezTo>
                    <a:pt x="1730" y="493"/>
                    <a:pt x="1713" y="379"/>
                    <a:pt x="1654" y="379"/>
                  </a:cubicBezTo>
                  <a:cubicBezTo>
                    <a:pt x="1595" y="379"/>
                    <a:pt x="1568" y="493"/>
                    <a:pt x="1533" y="626"/>
                  </a:cubicBezTo>
                  <a:cubicBezTo>
                    <a:pt x="1512" y="705"/>
                    <a:pt x="1491" y="726"/>
                    <a:pt x="1456" y="726"/>
                  </a:cubicBezTo>
                  <a:cubicBezTo>
                    <a:pt x="1423" y="726"/>
                    <a:pt x="1389" y="711"/>
                    <a:pt x="1339" y="505"/>
                  </a:cubicBezTo>
                  <a:cubicBezTo>
                    <a:pt x="1295" y="325"/>
                    <a:pt x="1266" y="0"/>
                    <a:pt x="1119" y="0"/>
                  </a:cubicBezTo>
                  <a:cubicBezTo>
                    <a:pt x="973" y="0"/>
                    <a:pt x="930" y="424"/>
                    <a:pt x="911" y="506"/>
                  </a:cubicBezTo>
                  <a:cubicBezTo>
                    <a:pt x="887" y="607"/>
                    <a:pt x="830" y="726"/>
                    <a:pt x="757" y="726"/>
                  </a:cubicBezTo>
                  <a:cubicBezTo>
                    <a:pt x="685" y="726"/>
                    <a:pt x="647" y="643"/>
                    <a:pt x="626" y="553"/>
                  </a:cubicBezTo>
                  <a:cubicBezTo>
                    <a:pt x="592" y="416"/>
                    <a:pt x="555" y="218"/>
                    <a:pt x="458" y="218"/>
                  </a:cubicBezTo>
                  <a:cubicBezTo>
                    <a:pt x="362" y="218"/>
                    <a:pt x="331" y="382"/>
                    <a:pt x="288" y="562"/>
                  </a:cubicBezTo>
                  <a:cubicBezTo>
                    <a:pt x="263" y="668"/>
                    <a:pt x="223" y="726"/>
                    <a:pt x="153" y="726"/>
                  </a:cubicBezTo>
                  <a:cubicBezTo>
                    <a:pt x="0" y="726"/>
                    <a:pt x="0" y="726"/>
                    <a:pt x="0" y="726"/>
                  </a:cubicBezTo>
                  <a:cubicBezTo>
                    <a:pt x="0" y="727"/>
                    <a:pt x="0" y="727"/>
                    <a:pt x="0" y="727"/>
                  </a:cubicBezTo>
                  <a:cubicBezTo>
                    <a:pt x="20" y="733"/>
                    <a:pt x="60" y="766"/>
                    <a:pt x="70" y="830"/>
                  </a:cubicBezTo>
                  <a:cubicBezTo>
                    <a:pt x="94" y="981"/>
                    <a:pt x="113" y="1075"/>
                    <a:pt x="166" y="1075"/>
                  </a:cubicBezTo>
                  <a:cubicBezTo>
                    <a:pt x="218" y="1075"/>
                    <a:pt x="238" y="994"/>
                    <a:pt x="268" y="869"/>
                  </a:cubicBezTo>
                  <a:cubicBezTo>
                    <a:pt x="292" y="770"/>
                    <a:pt x="329" y="727"/>
                    <a:pt x="374" y="727"/>
                  </a:cubicBezTo>
                  <a:cubicBezTo>
                    <a:pt x="439" y="727"/>
                    <a:pt x="470" y="807"/>
                    <a:pt x="506" y="958"/>
                  </a:cubicBezTo>
                  <a:cubicBezTo>
                    <a:pt x="577" y="1260"/>
                    <a:pt x="592" y="1406"/>
                    <a:pt x="707" y="1406"/>
                  </a:cubicBezTo>
                  <a:cubicBezTo>
                    <a:pt x="821" y="1406"/>
                    <a:pt x="839" y="1260"/>
                    <a:pt x="915" y="958"/>
                  </a:cubicBezTo>
                  <a:cubicBezTo>
                    <a:pt x="949" y="827"/>
                    <a:pt x="1011" y="727"/>
                    <a:pt x="1083" y="727"/>
                  </a:cubicBezTo>
                  <a:cubicBezTo>
                    <a:pt x="1156" y="727"/>
                    <a:pt x="1207" y="824"/>
                    <a:pt x="1234" y="901"/>
                  </a:cubicBezTo>
                  <a:cubicBezTo>
                    <a:pt x="1291" y="1068"/>
                    <a:pt x="1317" y="1131"/>
                    <a:pt x="1380" y="1131"/>
                  </a:cubicBezTo>
                  <a:cubicBezTo>
                    <a:pt x="1443" y="1131"/>
                    <a:pt x="1478" y="1055"/>
                    <a:pt x="1534" y="873"/>
                  </a:cubicBezTo>
                  <a:cubicBezTo>
                    <a:pt x="1569" y="758"/>
                    <a:pt x="1574" y="727"/>
                    <a:pt x="1677" y="727"/>
                  </a:cubicBezTo>
                  <a:cubicBezTo>
                    <a:pt x="1831" y="727"/>
                    <a:pt x="1831" y="727"/>
                    <a:pt x="1831" y="727"/>
                  </a:cubicBezTo>
                  <a:cubicBezTo>
                    <a:pt x="1831" y="726"/>
                    <a:pt x="1831" y="726"/>
                    <a:pt x="1831" y="726"/>
                  </a:cubicBezTo>
                  <a:close/>
                </a:path>
              </a:pathLst>
            </a:custGeom>
            <a:solidFill>
              <a:srgbClr val="EB0029"/>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1224106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hree Quote">
    <p:bg>
      <p:bgPr>
        <a:solidFill>
          <a:schemeClr val="bg1"/>
        </a:solidFill>
        <a:effectLst/>
      </p:bgPr>
    </p:bg>
    <p:spTree>
      <p:nvGrpSpPr>
        <p:cNvPr id="1" name=""/>
        <p:cNvGrpSpPr/>
        <p:nvPr/>
      </p:nvGrpSpPr>
      <p:grpSpPr>
        <a:xfrm>
          <a:off x="0" y="0"/>
          <a:ext cx="0" cy="0"/>
          <a:chOff x="0" y="0"/>
          <a:chExt cx="0" cy="0"/>
        </a:xfrm>
      </p:grpSpPr>
      <p:sp>
        <p:nvSpPr>
          <p:cNvPr id="26" name="Texture">
            <a:extLst>
              <a:ext uri="{FF2B5EF4-FFF2-40B4-BE49-F238E27FC236}">
                <a16:creationId xmlns:a16="http://schemas.microsoft.com/office/drawing/2014/main" id="{3C95BE6E-96AD-4084-ACEE-7830A9F32631}"/>
              </a:ext>
            </a:extLst>
          </p:cNvPr>
          <p:cNvSpPr/>
          <p:nvPr userDrawn="1"/>
        </p:nvSpPr>
        <p:spPr>
          <a:xfrm>
            <a:off x="0" y="0"/>
            <a:ext cx="12192000" cy="6858000"/>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err="1"/>
          </a:p>
        </p:txBody>
      </p:sp>
      <p:sp>
        <p:nvSpPr>
          <p:cNvPr id="110" name="Affiliation">
            <a:extLst>
              <a:ext uri="{FF2B5EF4-FFF2-40B4-BE49-F238E27FC236}">
                <a16:creationId xmlns:a16="http://schemas.microsoft.com/office/drawing/2014/main" id="{03391EED-1D97-47E6-8177-6C95A24711E4}"/>
              </a:ext>
            </a:extLst>
          </p:cNvPr>
          <p:cNvSpPr>
            <a:spLocks noGrp="1"/>
          </p:cNvSpPr>
          <p:nvPr>
            <p:ph type="body" sz="quarter" idx="24" hasCustomPrompt="1"/>
          </p:nvPr>
        </p:nvSpPr>
        <p:spPr>
          <a:xfrm>
            <a:off x="8127843" y="5110903"/>
            <a:ext cx="3246120" cy="3785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400" b="0" i="1" cap="none" spc="60" baseline="0" dirty="0">
                <a:solidFill>
                  <a:schemeClr val="tx1">
                    <a:lumMod val="65000"/>
                    <a:lumOff val="35000"/>
                  </a:schemeClr>
                </a:solidFill>
                <a:latin typeface="+mj-lt"/>
                <a:ea typeface="+mj-ea"/>
                <a:cs typeface="+mj-cs"/>
              </a:defRPr>
            </a:lvl1pPr>
          </a:lstStyle>
          <a:p>
            <a:pPr marL="182880" lvl="0" indent="-182880">
              <a:spcBef>
                <a:spcPct val="0"/>
              </a:spcBef>
            </a:pPr>
            <a:r>
              <a:rPr lang="en-US"/>
              <a:t>Title / Company Name</a:t>
            </a:r>
          </a:p>
        </p:txBody>
      </p:sp>
      <p:sp>
        <p:nvSpPr>
          <p:cNvPr id="111" name="Name">
            <a:extLst>
              <a:ext uri="{FF2B5EF4-FFF2-40B4-BE49-F238E27FC236}">
                <a16:creationId xmlns:a16="http://schemas.microsoft.com/office/drawing/2014/main" id="{F8ADE435-12F0-4A39-B8D8-C041290A994F}"/>
              </a:ext>
            </a:extLst>
          </p:cNvPr>
          <p:cNvSpPr>
            <a:spLocks noGrp="1"/>
          </p:cNvSpPr>
          <p:nvPr>
            <p:ph type="body" sz="quarter" idx="25" hasCustomPrompt="1"/>
          </p:nvPr>
        </p:nvSpPr>
        <p:spPr>
          <a:xfrm>
            <a:off x="8127843" y="4732338"/>
            <a:ext cx="3246120" cy="3785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400" b="0" i="1" cap="none" spc="60" baseline="0" dirty="0">
                <a:solidFill>
                  <a:schemeClr val="tx1">
                    <a:lumMod val="75000"/>
                    <a:lumOff val="25000"/>
                  </a:schemeClr>
                </a:solidFill>
                <a:latin typeface="+mj-lt"/>
                <a:ea typeface="+mj-ea"/>
                <a:cs typeface="+mj-cs"/>
              </a:defRPr>
            </a:lvl1pPr>
          </a:lstStyle>
          <a:p>
            <a:pPr marL="182880" lvl="0" indent="-182880">
              <a:spcBef>
                <a:spcPct val="0"/>
              </a:spcBef>
            </a:pPr>
            <a:r>
              <a:rPr lang="en-US"/>
              <a:t>Name</a:t>
            </a:r>
          </a:p>
        </p:txBody>
      </p:sp>
      <p:sp>
        <p:nvSpPr>
          <p:cNvPr id="115" name="Text Placeholder 9">
            <a:extLst>
              <a:ext uri="{FF2B5EF4-FFF2-40B4-BE49-F238E27FC236}">
                <a16:creationId xmlns:a16="http://schemas.microsoft.com/office/drawing/2014/main" id="{F508999A-BE23-41E9-BBE2-1DC9042691E8}"/>
              </a:ext>
            </a:extLst>
          </p:cNvPr>
          <p:cNvSpPr>
            <a:spLocks noGrp="1"/>
          </p:cNvSpPr>
          <p:nvPr>
            <p:ph type="body" sz="quarter" idx="26" hasCustomPrompt="1"/>
          </p:nvPr>
        </p:nvSpPr>
        <p:spPr>
          <a:xfrm>
            <a:off x="8127842" y="1630264"/>
            <a:ext cx="3246120" cy="3102074"/>
          </a:xfrm>
          <a:ln w="19050">
            <a:solidFill>
              <a:schemeClr val="tx1">
                <a:lumMod val="75000"/>
                <a:lumOff val="25000"/>
              </a:schemeClr>
            </a:solidFill>
            <a:miter lim="800000"/>
          </a:ln>
        </p:spPr>
        <p:txBody>
          <a:bodyPr lIns="182880" tIns="182880" rIns="182880" bIns="182880">
            <a:noAutofit/>
          </a:bodyPr>
          <a:lstStyle>
            <a:lvl1pPr marL="0" indent="0">
              <a:lnSpc>
                <a:spcPct val="90000"/>
              </a:lnSpc>
              <a:spcBef>
                <a:spcPts val="800"/>
              </a:spcBef>
              <a:spcAft>
                <a:spcPts val="0"/>
              </a:spcAft>
              <a:buFont typeface="Arial" panose="020B0604020202020204" pitchFamily="34" charset="0"/>
              <a:buChar char="​"/>
              <a:defRPr sz="1600" b="1" spc="0">
                <a:solidFill>
                  <a:schemeClr val="tx1">
                    <a:lumMod val="85000"/>
                    <a:lumOff val="15000"/>
                  </a:schemeClr>
                </a:solidFill>
              </a:defRPr>
            </a:lvl1pPr>
            <a:lvl2pPr marL="0" indent="0">
              <a:lnSpc>
                <a:spcPct val="90000"/>
              </a:lnSpc>
              <a:spcBef>
                <a:spcPts val="800"/>
              </a:spcBef>
              <a:spcAft>
                <a:spcPts val="0"/>
              </a:spcAft>
              <a:buFont typeface="Arial" panose="020B0604020202020204" pitchFamily="34" charset="0"/>
              <a:buNone/>
              <a:defRPr sz="1600" b="1" spc="0">
                <a:solidFill>
                  <a:schemeClr val="tx1">
                    <a:lumMod val="85000"/>
                    <a:lumOff val="15000"/>
                  </a:schemeClr>
                </a:solidFill>
              </a:defRPr>
            </a:lvl2pPr>
            <a:lvl3pPr marL="0" indent="0">
              <a:lnSpc>
                <a:spcPct val="90000"/>
              </a:lnSpc>
              <a:spcBef>
                <a:spcPts val="800"/>
              </a:spcBef>
              <a:spcAft>
                <a:spcPts val="0"/>
              </a:spcAft>
              <a:buFont typeface="Arial" panose="020B0604020202020204" pitchFamily="34" charset="0"/>
              <a:buChar char="​"/>
              <a:defRPr sz="1600" b="1" spc="0">
                <a:solidFill>
                  <a:schemeClr val="tx1">
                    <a:lumMod val="85000"/>
                    <a:lumOff val="15000"/>
                  </a:schemeClr>
                </a:solidFill>
              </a:defRPr>
            </a:lvl3pPr>
            <a:lvl4pPr>
              <a:lnSpc>
                <a:spcPct val="90000"/>
              </a:lnSpc>
              <a:spcBef>
                <a:spcPts val="800"/>
              </a:spcBef>
              <a:spcAft>
                <a:spcPts val="0"/>
              </a:spcAft>
              <a:defRPr sz="1600" b="1" cap="none" spc="0" baseline="0">
                <a:solidFill>
                  <a:schemeClr val="tx1">
                    <a:lumMod val="85000"/>
                    <a:lumOff val="15000"/>
                  </a:schemeClr>
                </a:solidFill>
              </a:defRPr>
            </a:lvl4pPr>
            <a:lvl5pPr>
              <a:lnSpc>
                <a:spcPct val="90000"/>
              </a:lnSpc>
              <a:spcBef>
                <a:spcPts val="800"/>
              </a:spcBef>
              <a:spcAft>
                <a:spcPts val="0"/>
              </a:spcAft>
              <a:defRPr sz="1600" b="1" spc="0">
                <a:solidFill>
                  <a:schemeClr val="tx1">
                    <a:lumMod val="85000"/>
                    <a:lumOff val="15000"/>
                  </a:schemeClr>
                </a:solidFill>
              </a:defRPr>
            </a:lvl5pPr>
            <a:lvl6pPr indent="0">
              <a:lnSpc>
                <a:spcPct val="90000"/>
              </a:lnSpc>
              <a:spcBef>
                <a:spcPts val="800"/>
              </a:spcBef>
              <a:spcAft>
                <a:spcPts val="0"/>
              </a:spcAft>
              <a:defRPr sz="1600" b="1" i="0" cap="none" spc="0" baseline="0">
                <a:solidFill>
                  <a:schemeClr val="tx1">
                    <a:lumMod val="85000"/>
                    <a:lumOff val="15000"/>
                  </a:schemeClr>
                </a:solidFill>
              </a:defRPr>
            </a:lvl6pPr>
            <a:lvl7pPr indent="0">
              <a:lnSpc>
                <a:spcPct val="90000"/>
              </a:lnSpc>
              <a:spcBef>
                <a:spcPts val="800"/>
              </a:spcBef>
              <a:spcAft>
                <a:spcPts val="0"/>
              </a:spcAft>
              <a:defRPr sz="1600" b="1" i="0" cap="none" spc="0" baseline="0">
                <a:solidFill>
                  <a:schemeClr val="tx1">
                    <a:lumMod val="85000"/>
                    <a:lumOff val="15000"/>
                  </a:schemeClr>
                </a:solidFill>
              </a:defRPr>
            </a:lvl7pPr>
            <a:lvl8pPr indent="0">
              <a:lnSpc>
                <a:spcPct val="90000"/>
              </a:lnSpc>
              <a:spcBef>
                <a:spcPts val="800"/>
              </a:spcBef>
              <a:spcAft>
                <a:spcPts val="0"/>
              </a:spcAft>
              <a:defRPr sz="1600" b="1" i="0" cap="none" spc="0" baseline="0">
                <a:solidFill>
                  <a:schemeClr val="tx1">
                    <a:lumMod val="85000"/>
                    <a:lumOff val="15000"/>
                  </a:schemeClr>
                </a:solidFill>
              </a:defRPr>
            </a:lvl8pPr>
            <a:lvl9pPr indent="0">
              <a:lnSpc>
                <a:spcPct val="90000"/>
              </a:lnSpc>
              <a:spcBef>
                <a:spcPts val="800"/>
              </a:spcBef>
              <a:spcAft>
                <a:spcPts val="0"/>
              </a:spcAft>
              <a:defRPr sz="1600" b="1" i="0" cap="none" spc="0" baseline="0">
                <a:solidFill>
                  <a:schemeClr val="tx1">
                    <a:lumMod val="85000"/>
                    <a:lumOff val="15000"/>
                  </a:schemeClr>
                </a:solidFill>
              </a:defRPr>
            </a:lvl9pPr>
          </a:lstStyle>
          <a:p>
            <a:pPr lvl="0"/>
            <a:r>
              <a:rPr lang="en-US"/>
              <a:t>Three quote layout.</a:t>
            </a:r>
          </a:p>
        </p:txBody>
      </p:sp>
      <p:sp>
        <p:nvSpPr>
          <p:cNvPr id="113" name="Quote_Box">
            <a:extLst>
              <a:ext uri="{FF2B5EF4-FFF2-40B4-BE49-F238E27FC236}">
                <a16:creationId xmlns:a16="http://schemas.microsoft.com/office/drawing/2014/main" id="{63E5C30B-475D-4271-B492-051282960614}"/>
              </a:ext>
            </a:extLst>
          </p:cNvPr>
          <p:cNvSpPr/>
          <p:nvPr userDrawn="1"/>
        </p:nvSpPr>
        <p:spPr>
          <a:xfrm>
            <a:off x="8127844" y="1115459"/>
            <a:ext cx="509542" cy="509542"/>
          </a:xfrm>
          <a:prstGeom prst="rect">
            <a:avLst/>
          </a:prstGeom>
          <a:solidFill>
            <a:schemeClr val="tx1">
              <a:lumMod val="85000"/>
              <a:lumOff val="15000"/>
            </a:schemeClr>
          </a:solidFill>
          <a:ln w="19050">
            <a:solidFill>
              <a:schemeClr val="tx1">
                <a:lumMod val="75000"/>
                <a:lumOff val="25000"/>
              </a:schemeClr>
            </a:solidFill>
            <a:miter lim="800000"/>
          </a:ln>
        </p:spPr>
        <p:txBody>
          <a:bodyPr vert="horz" wrap="square" lIns="0" tIns="137160" rIns="0" bIns="137160" rtlCol="0" anchor="ctr">
            <a:noAutofit/>
          </a:bodyPr>
          <a:lstStyle/>
          <a:p>
            <a:pPr marL="285750" lvl="0" indent="-285750" algn="ctr" defTabSz="914400">
              <a:lnSpc>
                <a:spcPct val="90000"/>
              </a:lnSpc>
              <a:spcBef>
                <a:spcPct val="0"/>
              </a:spcBef>
              <a:buFont typeface="Arial" panose="020B0604020202020204" pitchFamily="34" charset="0"/>
              <a:buNone/>
            </a:pPr>
            <a:endParaRPr lang="en-US" sz="3200" b="1" i="0" cap="all" spc="60" baseline="0">
              <a:solidFill>
                <a:schemeClr val="accent2"/>
              </a:solidFill>
              <a:latin typeface="+mj-lt"/>
              <a:ea typeface="+mj-ea"/>
              <a:cs typeface="+mj-cs"/>
            </a:endParaRPr>
          </a:p>
        </p:txBody>
      </p:sp>
      <p:sp>
        <p:nvSpPr>
          <p:cNvPr id="114" name="Icon">
            <a:extLst>
              <a:ext uri="{FF2B5EF4-FFF2-40B4-BE49-F238E27FC236}">
                <a16:creationId xmlns:a16="http://schemas.microsoft.com/office/drawing/2014/main" id="{6207C573-4A51-45AB-8A2D-1B0EC0E0CF77}"/>
              </a:ext>
            </a:extLst>
          </p:cNvPr>
          <p:cNvSpPr>
            <a:spLocks noChangeAspect="1" noEditPoints="1"/>
          </p:cNvSpPr>
          <p:nvPr userDrawn="1"/>
        </p:nvSpPr>
        <p:spPr bwMode="auto">
          <a:xfrm>
            <a:off x="8263899" y="1265256"/>
            <a:ext cx="237432" cy="186944"/>
          </a:xfrm>
          <a:custGeom>
            <a:avLst/>
            <a:gdLst>
              <a:gd name="T0" fmla="*/ 214 w 589"/>
              <a:gd name="T1" fmla="*/ 464 h 464"/>
              <a:gd name="T2" fmla="*/ 0 w 589"/>
              <a:gd name="T3" fmla="*/ 464 h 464"/>
              <a:gd name="T4" fmla="*/ 0 w 589"/>
              <a:gd name="T5" fmla="*/ 310 h 464"/>
              <a:gd name="T6" fmla="*/ 17 w 589"/>
              <a:gd name="T7" fmla="*/ 164 h 464"/>
              <a:gd name="T8" fmla="*/ 77 w 589"/>
              <a:gd name="T9" fmla="*/ 67 h 464"/>
              <a:gd name="T10" fmla="*/ 190 w 589"/>
              <a:gd name="T11" fmla="*/ 0 h 464"/>
              <a:gd name="T12" fmla="*/ 232 w 589"/>
              <a:gd name="T13" fmla="*/ 88 h 464"/>
              <a:gd name="T14" fmla="*/ 140 w 589"/>
              <a:gd name="T15" fmla="*/ 148 h 464"/>
              <a:gd name="T16" fmla="*/ 111 w 589"/>
              <a:gd name="T17" fmla="*/ 249 h 464"/>
              <a:gd name="T18" fmla="*/ 214 w 589"/>
              <a:gd name="T19" fmla="*/ 249 h 464"/>
              <a:gd name="T20" fmla="*/ 214 w 589"/>
              <a:gd name="T21" fmla="*/ 464 h 464"/>
              <a:gd name="T22" fmla="*/ 572 w 589"/>
              <a:gd name="T23" fmla="*/ 464 h 464"/>
              <a:gd name="T24" fmla="*/ 358 w 589"/>
              <a:gd name="T25" fmla="*/ 464 h 464"/>
              <a:gd name="T26" fmla="*/ 358 w 589"/>
              <a:gd name="T27" fmla="*/ 310 h 464"/>
              <a:gd name="T28" fmla="*/ 374 w 589"/>
              <a:gd name="T29" fmla="*/ 163 h 464"/>
              <a:gd name="T30" fmla="*/ 435 w 589"/>
              <a:gd name="T31" fmla="*/ 67 h 464"/>
              <a:gd name="T32" fmla="*/ 548 w 589"/>
              <a:gd name="T33" fmla="*/ 0 h 464"/>
              <a:gd name="T34" fmla="*/ 589 w 589"/>
              <a:gd name="T35" fmla="*/ 88 h 464"/>
              <a:gd name="T36" fmla="*/ 498 w 589"/>
              <a:gd name="T37" fmla="*/ 148 h 464"/>
              <a:gd name="T38" fmla="*/ 468 w 589"/>
              <a:gd name="T39" fmla="*/ 249 h 464"/>
              <a:gd name="T40" fmla="*/ 572 w 589"/>
              <a:gd name="T41" fmla="*/ 249 h 464"/>
              <a:gd name="T42" fmla="*/ 572 w 589"/>
              <a:gd name="T43" fmla="*/ 464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89" h="464">
                <a:moveTo>
                  <a:pt x="214" y="464"/>
                </a:moveTo>
                <a:cubicBezTo>
                  <a:pt x="0" y="464"/>
                  <a:pt x="0" y="464"/>
                  <a:pt x="0" y="464"/>
                </a:cubicBezTo>
                <a:cubicBezTo>
                  <a:pt x="0" y="310"/>
                  <a:pt x="0" y="310"/>
                  <a:pt x="0" y="310"/>
                </a:cubicBezTo>
                <a:cubicBezTo>
                  <a:pt x="0" y="248"/>
                  <a:pt x="6" y="199"/>
                  <a:pt x="17" y="164"/>
                </a:cubicBezTo>
                <a:cubicBezTo>
                  <a:pt x="28" y="128"/>
                  <a:pt x="48" y="96"/>
                  <a:pt x="77" y="67"/>
                </a:cubicBezTo>
                <a:cubicBezTo>
                  <a:pt x="107" y="39"/>
                  <a:pt x="144" y="16"/>
                  <a:pt x="190" y="0"/>
                </a:cubicBezTo>
                <a:cubicBezTo>
                  <a:pt x="232" y="88"/>
                  <a:pt x="232" y="88"/>
                  <a:pt x="232" y="88"/>
                </a:cubicBezTo>
                <a:cubicBezTo>
                  <a:pt x="189" y="103"/>
                  <a:pt x="159" y="123"/>
                  <a:pt x="140" y="148"/>
                </a:cubicBezTo>
                <a:cubicBezTo>
                  <a:pt x="122" y="173"/>
                  <a:pt x="112" y="207"/>
                  <a:pt x="111" y="249"/>
                </a:cubicBezTo>
                <a:cubicBezTo>
                  <a:pt x="214" y="249"/>
                  <a:pt x="214" y="249"/>
                  <a:pt x="214" y="249"/>
                </a:cubicBezTo>
                <a:lnTo>
                  <a:pt x="214" y="464"/>
                </a:lnTo>
                <a:close/>
                <a:moveTo>
                  <a:pt x="572" y="464"/>
                </a:moveTo>
                <a:cubicBezTo>
                  <a:pt x="358" y="464"/>
                  <a:pt x="358" y="464"/>
                  <a:pt x="358" y="464"/>
                </a:cubicBezTo>
                <a:cubicBezTo>
                  <a:pt x="358" y="310"/>
                  <a:pt x="358" y="310"/>
                  <a:pt x="358" y="310"/>
                </a:cubicBezTo>
                <a:cubicBezTo>
                  <a:pt x="358" y="248"/>
                  <a:pt x="363" y="199"/>
                  <a:pt x="374" y="163"/>
                </a:cubicBezTo>
                <a:cubicBezTo>
                  <a:pt x="385" y="128"/>
                  <a:pt x="405" y="96"/>
                  <a:pt x="435" y="67"/>
                </a:cubicBezTo>
                <a:cubicBezTo>
                  <a:pt x="465" y="39"/>
                  <a:pt x="502" y="16"/>
                  <a:pt x="548" y="0"/>
                </a:cubicBezTo>
                <a:cubicBezTo>
                  <a:pt x="589" y="88"/>
                  <a:pt x="589" y="88"/>
                  <a:pt x="589" y="88"/>
                </a:cubicBezTo>
                <a:cubicBezTo>
                  <a:pt x="547" y="103"/>
                  <a:pt x="516" y="123"/>
                  <a:pt x="498" y="148"/>
                </a:cubicBezTo>
                <a:cubicBezTo>
                  <a:pt x="479" y="173"/>
                  <a:pt x="469" y="207"/>
                  <a:pt x="468" y="249"/>
                </a:cubicBezTo>
                <a:cubicBezTo>
                  <a:pt x="572" y="249"/>
                  <a:pt x="572" y="249"/>
                  <a:pt x="572" y="249"/>
                </a:cubicBezTo>
                <a:lnTo>
                  <a:pt x="572" y="4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104" name="Affiliation">
            <a:extLst>
              <a:ext uri="{FF2B5EF4-FFF2-40B4-BE49-F238E27FC236}">
                <a16:creationId xmlns:a16="http://schemas.microsoft.com/office/drawing/2014/main" id="{705559C5-878A-4763-8DD2-8E2E436F4B4A}"/>
              </a:ext>
            </a:extLst>
          </p:cNvPr>
          <p:cNvSpPr>
            <a:spLocks noGrp="1"/>
          </p:cNvSpPr>
          <p:nvPr userDrawn="1">
            <p:ph type="body" sz="quarter" idx="21" hasCustomPrompt="1"/>
          </p:nvPr>
        </p:nvSpPr>
        <p:spPr>
          <a:xfrm>
            <a:off x="4472940" y="5110903"/>
            <a:ext cx="3246120" cy="3785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400" b="0" i="1" cap="none" spc="60" baseline="0" dirty="0">
                <a:solidFill>
                  <a:schemeClr val="tx1">
                    <a:lumMod val="65000"/>
                    <a:lumOff val="35000"/>
                  </a:schemeClr>
                </a:solidFill>
                <a:latin typeface="+mj-lt"/>
                <a:ea typeface="+mj-ea"/>
                <a:cs typeface="+mj-cs"/>
              </a:defRPr>
            </a:lvl1pPr>
          </a:lstStyle>
          <a:p>
            <a:pPr marL="182880" lvl="0" indent="-182880">
              <a:spcBef>
                <a:spcPct val="0"/>
              </a:spcBef>
            </a:pPr>
            <a:r>
              <a:rPr lang="en-US"/>
              <a:t>Title / Company Name</a:t>
            </a:r>
          </a:p>
        </p:txBody>
      </p:sp>
      <p:sp>
        <p:nvSpPr>
          <p:cNvPr id="105" name="Name">
            <a:extLst>
              <a:ext uri="{FF2B5EF4-FFF2-40B4-BE49-F238E27FC236}">
                <a16:creationId xmlns:a16="http://schemas.microsoft.com/office/drawing/2014/main" id="{DF4D4582-8847-4F32-8324-0D3299EDB5AA}"/>
              </a:ext>
            </a:extLst>
          </p:cNvPr>
          <p:cNvSpPr>
            <a:spLocks noGrp="1"/>
          </p:cNvSpPr>
          <p:nvPr userDrawn="1">
            <p:ph type="body" sz="quarter" idx="22" hasCustomPrompt="1"/>
          </p:nvPr>
        </p:nvSpPr>
        <p:spPr>
          <a:xfrm>
            <a:off x="4472940" y="4732338"/>
            <a:ext cx="3246120" cy="3785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400" b="0" i="1" cap="none" spc="60" baseline="0" dirty="0">
                <a:solidFill>
                  <a:schemeClr val="tx1">
                    <a:lumMod val="75000"/>
                    <a:lumOff val="25000"/>
                  </a:schemeClr>
                </a:solidFill>
                <a:latin typeface="+mj-lt"/>
                <a:ea typeface="+mj-ea"/>
                <a:cs typeface="+mj-cs"/>
              </a:defRPr>
            </a:lvl1pPr>
          </a:lstStyle>
          <a:p>
            <a:pPr marL="182880" lvl="0" indent="-182880">
              <a:spcBef>
                <a:spcPct val="0"/>
              </a:spcBef>
            </a:pPr>
            <a:r>
              <a:rPr lang="en-US"/>
              <a:t>Name</a:t>
            </a:r>
          </a:p>
        </p:txBody>
      </p:sp>
      <p:sp>
        <p:nvSpPr>
          <p:cNvPr id="109" name="Text Placeholder 9">
            <a:extLst>
              <a:ext uri="{FF2B5EF4-FFF2-40B4-BE49-F238E27FC236}">
                <a16:creationId xmlns:a16="http://schemas.microsoft.com/office/drawing/2014/main" id="{4097F5C6-326F-4898-9FB9-3FC9B0D6639A}"/>
              </a:ext>
            </a:extLst>
          </p:cNvPr>
          <p:cNvSpPr>
            <a:spLocks noGrp="1"/>
          </p:cNvSpPr>
          <p:nvPr userDrawn="1">
            <p:ph type="body" sz="quarter" idx="23" hasCustomPrompt="1"/>
          </p:nvPr>
        </p:nvSpPr>
        <p:spPr>
          <a:xfrm>
            <a:off x="4472940" y="1630264"/>
            <a:ext cx="3246120" cy="3102074"/>
          </a:xfrm>
          <a:ln w="19050">
            <a:solidFill>
              <a:schemeClr val="tx1">
                <a:lumMod val="75000"/>
                <a:lumOff val="25000"/>
              </a:schemeClr>
            </a:solidFill>
            <a:miter lim="800000"/>
          </a:ln>
        </p:spPr>
        <p:txBody>
          <a:bodyPr lIns="182880" tIns="182880" rIns="182880" bIns="182880">
            <a:noAutofit/>
          </a:bodyPr>
          <a:lstStyle>
            <a:lvl1pPr marL="0" indent="0">
              <a:lnSpc>
                <a:spcPct val="90000"/>
              </a:lnSpc>
              <a:spcBef>
                <a:spcPts val="800"/>
              </a:spcBef>
              <a:spcAft>
                <a:spcPts val="0"/>
              </a:spcAft>
              <a:buFont typeface="Arial" panose="020B0604020202020204" pitchFamily="34" charset="0"/>
              <a:buChar char="​"/>
              <a:defRPr sz="1600" b="1" spc="0">
                <a:solidFill>
                  <a:schemeClr val="tx1">
                    <a:lumMod val="85000"/>
                    <a:lumOff val="15000"/>
                  </a:schemeClr>
                </a:solidFill>
              </a:defRPr>
            </a:lvl1pPr>
            <a:lvl2pPr marL="0" indent="0">
              <a:lnSpc>
                <a:spcPct val="90000"/>
              </a:lnSpc>
              <a:spcBef>
                <a:spcPts val="800"/>
              </a:spcBef>
              <a:spcAft>
                <a:spcPts val="0"/>
              </a:spcAft>
              <a:buFont typeface="Arial" panose="020B0604020202020204" pitchFamily="34" charset="0"/>
              <a:buNone/>
              <a:defRPr sz="1600" b="1" spc="0">
                <a:solidFill>
                  <a:schemeClr val="tx1">
                    <a:lumMod val="85000"/>
                    <a:lumOff val="15000"/>
                  </a:schemeClr>
                </a:solidFill>
              </a:defRPr>
            </a:lvl2pPr>
            <a:lvl3pPr marL="0" indent="0">
              <a:lnSpc>
                <a:spcPct val="90000"/>
              </a:lnSpc>
              <a:spcBef>
                <a:spcPts val="800"/>
              </a:spcBef>
              <a:spcAft>
                <a:spcPts val="0"/>
              </a:spcAft>
              <a:buFont typeface="Arial" panose="020B0604020202020204" pitchFamily="34" charset="0"/>
              <a:buChar char="​"/>
              <a:defRPr sz="1600" b="1" spc="0">
                <a:solidFill>
                  <a:schemeClr val="tx1">
                    <a:lumMod val="85000"/>
                    <a:lumOff val="15000"/>
                  </a:schemeClr>
                </a:solidFill>
              </a:defRPr>
            </a:lvl3pPr>
            <a:lvl4pPr>
              <a:lnSpc>
                <a:spcPct val="90000"/>
              </a:lnSpc>
              <a:spcBef>
                <a:spcPts val="800"/>
              </a:spcBef>
              <a:spcAft>
                <a:spcPts val="0"/>
              </a:spcAft>
              <a:defRPr sz="1600" b="1" cap="none" spc="0" baseline="0">
                <a:solidFill>
                  <a:schemeClr val="tx1">
                    <a:lumMod val="85000"/>
                    <a:lumOff val="15000"/>
                  </a:schemeClr>
                </a:solidFill>
              </a:defRPr>
            </a:lvl4pPr>
            <a:lvl5pPr>
              <a:lnSpc>
                <a:spcPct val="90000"/>
              </a:lnSpc>
              <a:spcBef>
                <a:spcPts val="800"/>
              </a:spcBef>
              <a:spcAft>
                <a:spcPts val="0"/>
              </a:spcAft>
              <a:defRPr sz="1600" b="1" spc="0">
                <a:solidFill>
                  <a:schemeClr val="tx1">
                    <a:lumMod val="85000"/>
                    <a:lumOff val="15000"/>
                  </a:schemeClr>
                </a:solidFill>
              </a:defRPr>
            </a:lvl5pPr>
            <a:lvl6pPr indent="0">
              <a:lnSpc>
                <a:spcPct val="90000"/>
              </a:lnSpc>
              <a:spcBef>
                <a:spcPts val="800"/>
              </a:spcBef>
              <a:spcAft>
                <a:spcPts val="0"/>
              </a:spcAft>
              <a:defRPr sz="1600" b="1" i="0" cap="none" spc="0" baseline="0">
                <a:solidFill>
                  <a:schemeClr val="tx1">
                    <a:lumMod val="85000"/>
                    <a:lumOff val="15000"/>
                  </a:schemeClr>
                </a:solidFill>
              </a:defRPr>
            </a:lvl6pPr>
            <a:lvl7pPr indent="0">
              <a:lnSpc>
                <a:spcPct val="90000"/>
              </a:lnSpc>
              <a:spcBef>
                <a:spcPts val="800"/>
              </a:spcBef>
              <a:spcAft>
                <a:spcPts val="0"/>
              </a:spcAft>
              <a:defRPr sz="1600" b="1" i="0" cap="none" spc="0" baseline="0">
                <a:solidFill>
                  <a:schemeClr val="tx1">
                    <a:lumMod val="85000"/>
                    <a:lumOff val="15000"/>
                  </a:schemeClr>
                </a:solidFill>
              </a:defRPr>
            </a:lvl7pPr>
            <a:lvl8pPr indent="0">
              <a:lnSpc>
                <a:spcPct val="90000"/>
              </a:lnSpc>
              <a:spcBef>
                <a:spcPts val="800"/>
              </a:spcBef>
              <a:spcAft>
                <a:spcPts val="0"/>
              </a:spcAft>
              <a:defRPr sz="1600" b="1" i="0" cap="none" spc="0" baseline="0">
                <a:solidFill>
                  <a:schemeClr val="tx1">
                    <a:lumMod val="85000"/>
                    <a:lumOff val="15000"/>
                  </a:schemeClr>
                </a:solidFill>
              </a:defRPr>
            </a:lvl8pPr>
            <a:lvl9pPr indent="0">
              <a:lnSpc>
                <a:spcPct val="90000"/>
              </a:lnSpc>
              <a:spcBef>
                <a:spcPts val="800"/>
              </a:spcBef>
              <a:spcAft>
                <a:spcPts val="0"/>
              </a:spcAft>
              <a:defRPr sz="1600" b="1" i="0" cap="none" spc="0" baseline="0">
                <a:solidFill>
                  <a:schemeClr val="tx1">
                    <a:lumMod val="85000"/>
                    <a:lumOff val="15000"/>
                  </a:schemeClr>
                </a:solidFill>
              </a:defRPr>
            </a:lvl9pPr>
          </a:lstStyle>
          <a:p>
            <a:pPr lvl="0"/>
            <a:r>
              <a:rPr lang="en-US"/>
              <a:t>Three quote layout.</a:t>
            </a:r>
          </a:p>
        </p:txBody>
      </p:sp>
      <p:sp>
        <p:nvSpPr>
          <p:cNvPr id="107" name="Quote_Box">
            <a:extLst>
              <a:ext uri="{FF2B5EF4-FFF2-40B4-BE49-F238E27FC236}">
                <a16:creationId xmlns:a16="http://schemas.microsoft.com/office/drawing/2014/main" id="{BBFBCDF7-264A-4503-9A4A-3935E8AFA293}"/>
              </a:ext>
            </a:extLst>
          </p:cNvPr>
          <p:cNvSpPr/>
          <p:nvPr userDrawn="1"/>
        </p:nvSpPr>
        <p:spPr>
          <a:xfrm>
            <a:off x="4471995" y="1115459"/>
            <a:ext cx="509542" cy="509542"/>
          </a:xfrm>
          <a:prstGeom prst="rect">
            <a:avLst/>
          </a:prstGeom>
          <a:solidFill>
            <a:schemeClr val="tx1">
              <a:lumMod val="85000"/>
              <a:lumOff val="15000"/>
            </a:schemeClr>
          </a:solidFill>
          <a:ln w="19050">
            <a:solidFill>
              <a:schemeClr val="tx1">
                <a:lumMod val="75000"/>
                <a:lumOff val="25000"/>
              </a:schemeClr>
            </a:solidFill>
            <a:miter lim="800000"/>
          </a:ln>
        </p:spPr>
        <p:txBody>
          <a:bodyPr vert="horz" wrap="square" lIns="0" tIns="137160" rIns="0" bIns="137160" rtlCol="0" anchor="ctr">
            <a:noAutofit/>
          </a:bodyPr>
          <a:lstStyle/>
          <a:p>
            <a:pPr marL="285750" lvl="0" indent="-285750" algn="ctr" defTabSz="914400">
              <a:lnSpc>
                <a:spcPct val="90000"/>
              </a:lnSpc>
              <a:spcBef>
                <a:spcPct val="0"/>
              </a:spcBef>
              <a:buFont typeface="Arial" panose="020B0604020202020204" pitchFamily="34" charset="0"/>
              <a:buNone/>
            </a:pPr>
            <a:endParaRPr lang="en-US" sz="3200" b="1" i="0" cap="all" spc="60" baseline="0">
              <a:solidFill>
                <a:schemeClr val="accent2"/>
              </a:solidFill>
              <a:latin typeface="+mj-lt"/>
              <a:ea typeface="+mj-ea"/>
              <a:cs typeface="+mj-cs"/>
            </a:endParaRPr>
          </a:p>
        </p:txBody>
      </p:sp>
      <p:sp>
        <p:nvSpPr>
          <p:cNvPr id="108" name="Icon">
            <a:extLst>
              <a:ext uri="{FF2B5EF4-FFF2-40B4-BE49-F238E27FC236}">
                <a16:creationId xmlns:a16="http://schemas.microsoft.com/office/drawing/2014/main" id="{D21F579F-48BF-483D-8137-FE8CA23EA9A1}"/>
              </a:ext>
            </a:extLst>
          </p:cNvPr>
          <p:cNvSpPr>
            <a:spLocks noChangeAspect="1" noEditPoints="1"/>
          </p:cNvSpPr>
          <p:nvPr userDrawn="1"/>
        </p:nvSpPr>
        <p:spPr bwMode="auto">
          <a:xfrm>
            <a:off x="4608050" y="1265256"/>
            <a:ext cx="237432" cy="186944"/>
          </a:xfrm>
          <a:custGeom>
            <a:avLst/>
            <a:gdLst>
              <a:gd name="T0" fmla="*/ 214 w 589"/>
              <a:gd name="T1" fmla="*/ 464 h 464"/>
              <a:gd name="T2" fmla="*/ 0 w 589"/>
              <a:gd name="T3" fmla="*/ 464 h 464"/>
              <a:gd name="T4" fmla="*/ 0 w 589"/>
              <a:gd name="T5" fmla="*/ 310 h 464"/>
              <a:gd name="T6" fmla="*/ 17 w 589"/>
              <a:gd name="T7" fmla="*/ 164 h 464"/>
              <a:gd name="T8" fmla="*/ 77 w 589"/>
              <a:gd name="T9" fmla="*/ 67 h 464"/>
              <a:gd name="T10" fmla="*/ 190 w 589"/>
              <a:gd name="T11" fmla="*/ 0 h 464"/>
              <a:gd name="T12" fmla="*/ 232 w 589"/>
              <a:gd name="T13" fmla="*/ 88 h 464"/>
              <a:gd name="T14" fmla="*/ 140 w 589"/>
              <a:gd name="T15" fmla="*/ 148 h 464"/>
              <a:gd name="T16" fmla="*/ 111 w 589"/>
              <a:gd name="T17" fmla="*/ 249 h 464"/>
              <a:gd name="T18" fmla="*/ 214 w 589"/>
              <a:gd name="T19" fmla="*/ 249 h 464"/>
              <a:gd name="T20" fmla="*/ 214 w 589"/>
              <a:gd name="T21" fmla="*/ 464 h 464"/>
              <a:gd name="T22" fmla="*/ 572 w 589"/>
              <a:gd name="T23" fmla="*/ 464 h 464"/>
              <a:gd name="T24" fmla="*/ 358 w 589"/>
              <a:gd name="T25" fmla="*/ 464 h 464"/>
              <a:gd name="T26" fmla="*/ 358 w 589"/>
              <a:gd name="T27" fmla="*/ 310 h 464"/>
              <a:gd name="T28" fmla="*/ 374 w 589"/>
              <a:gd name="T29" fmla="*/ 163 h 464"/>
              <a:gd name="T30" fmla="*/ 435 w 589"/>
              <a:gd name="T31" fmla="*/ 67 h 464"/>
              <a:gd name="T32" fmla="*/ 548 w 589"/>
              <a:gd name="T33" fmla="*/ 0 h 464"/>
              <a:gd name="T34" fmla="*/ 589 w 589"/>
              <a:gd name="T35" fmla="*/ 88 h 464"/>
              <a:gd name="T36" fmla="*/ 498 w 589"/>
              <a:gd name="T37" fmla="*/ 148 h 464"/>
              <a:gd name="T38" fmla="*/ 468 w 589"/>
              <a:gd name="T39" fmla="*/ 249 h 464"/>
              <a:gd name="T40" fmla="*/ 572 w 589"/>
              <a:gd name="T41" fmla="*/ 249 h 464"/>
              <a:gd name="T42" fmla="*/ 572 w 589"/>
              <a:gd name="T43" fmla="*/ 464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89" h="464">
                <a:moveTo>
                  <a:pt x="214" y="464"/>
                </a:moveTo>
                <a:cubicBezTo>
                  <a:pt x="0" y="464"/>
                  <a:pt x="0" y="464"/>
                  <a:pt x="0" y="464"/>
                </a:cubicBezTo>
                <a:cubicBezTo>
                  <a:pt x="0" y="310"/>
                  <a:pt x="0" y="310"/>
                  <a:pt x="0" y="310"/>
                </a:cubicBezTo>
                <a:cubicBezTo>
                  <a:pt x="0" y="248"/>
                  <a:pt x="6" y="199"/>
                  <a:pt x="17" y="164"/>
                </a:cubicBezTo>
                <a:cubicBezTo>
                  <a:pt x="28" y="128"/>
                  <a:pt x="48" y="96"/>
                  <a:pt x="77" y="67"/>
                </a:cubicBezTo>
                <a:cubicBezTo>
                  <a:pt x="107" y="39"/>
                  <a:pt x="144" y="16"/>
                  <a:pt x="190" y="0"/>
                </a:cubicBezTo>
                <a:cubicBezTo>
                  <a:pt x="232" y="88"/>
                  <a:pt x="232" y="88"/>
                  <a:pt x="232" y="88"/>
                </a:cubicBezTo>
                <a:cubicBezTo>
                  <a:pt x="189" y="103"/>
                  <a:pt x="159" y="123"/>
                  <a:pt x="140" y="148"/>
                </a:cubicBezTo>
                <a:cubicBezTo>
                  <a:pt x="122" y="173"/>
                  <a:pt x="112" y="207"/>
                  <a:pt x="111" y="249"/>
                </a:cubicBezTo>
                <a:cubicBezTo>
                  <a:pt x="214" y="249"/>
                  <a:pt x="214" y="249"/>
                  <a:pt x="214" y="249"/>
                </a:cubicBezTo>
                <a:lnTo>
                  <a:pt x="214" y="464"/>
                </a:lnTo>
                <a:close/>
                <a:moveTo>
                  <a:pt x="572" y="464"/>
                </a:moveTo>
                <a:cubicBezTo>
                  <a:pt x="358" y="464"/>
                  <a:pt x="358" y="464"/>
                  <a:pt x="358" y="464"/>
                </a:cubicBezTo>
                <a:cubicBezTo>
                  <a:pt x="358" y="310"/>
                  <a:pt x="358" y="310"/>
                  <a:pt x="358" y="310"/>
                </a:cubicBezTo>
                <a:cubicBezTo>
                  <a:pt x="358" y="248"/>
                  <a:pt x="363" y="199"/>
                  <a:pt x="374" y="163"/>
                </a:cubicBezTo>
                <a:cubicBezTo>
                  <a:pt x="385" y="128"/>
                  <a:pt x="405" y="96"/>
                  <a:pt x="435" y="67"/>
                </a:cubicBezTo>
                <a:cubicBezTo>
                  <a:pt x="465" y="39"/>
                  <a:pt x="502" y="16"/>
                  <a:pt x="548" y="0"/>
                </a:cubicBezTo>
                <a:cubicBezTo>
                  <a:pt x="589" y="88"/>
                  <a:pt x="589" y="88"/>
                  <a:pt x="589" y="88"/>
                </a:cubicBezTo>
                <a:cubicBezTo>
                  <a:pt x="547" y="103"/>
                  <a:pt x="516" y="123"/>
                  <a:pt x="498" y="148"/>
                </a:cubicBezTo>
                <a:cubicBezTo>
                  <a:pt x="479" y="173"/>
                  <a:pt x="469" y="207"/>
                  <a:pt x="468" y="249"/>
                </a:cubicBezTo>
                <a:cubicBezTo>
                  <a:pt x="572" y="249"/>
                  <a:pt x="572" y="249"/>
                  <a:pt x="572" y="249"/>
                </a:cubicBezTo>
                <a:lnTo>
                  <a:pt x="572" y="4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9" name="Affiliation">
            <a:extLst>
              <a:ext uri="{FF2B5EF4-FFF2-40B4-BE49-F238E27FC236}">
                <a16:creationId xmlns:a16="http://schemas.microsoft.com/office/drawing/2014/main" id="{39EF96E8-8057-43E5-A862-D955F5E6F29D}"/>
              </a:ext>
            </a:extLst>
          </p:cNvPr>
          <p:cNvSpPr>
            <a:spLocks noGrp="1"/>
          </p:cNvSpPr>
          <p:nvPr userDrawn="1">
            <p:ph type="body" sz="quarter" idx="18" hasCustomPrompt="1"/>
          </p:nvPr>
        </p:nvSpPr>
        <p:spPr>
          <a:xfrm>
            <a:off x="817111" y="5110903"/>
            <a:ext cx="3246120" cy="3785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400" b="0" i="1" cap="none" spc="60" baseline="0" dirty="0">
                <a:solidFill>
                  <a:schemeClr val="tx1">
                    <a:lumMod val="65000"/>
                    <a:lumOff val="35000"/>
                  </a:schemeClr>
                </a:solidFill>
                <a:latin typeface="+mj-lt"/>
                <a:ea typeface="+mj-ea"/>
                <a:cs typeface="+mj-cs"/>
              </a:defRPr>
            </a:lvl1pPr>
          </a:lstStyle>
          <a:p>
            <a:pPr marL="182880" lvl="0" indent="-182880">
              <a:spcBef>
                <a:spcPct val="0"/>
              </a:spcBef>
            </a:pPr>
            <a:r>
              <a:rPr lang="en-US"/>
              <a:t>Title / Company Name</a:t>
            </a:r>
          </a:p>
        </p:txBody>
      </p:sp>
      <p:sp>
        <p:nvSpPr>
          <p:cNvPr id="8" name="Name">
            <a:extLst>
              <a:ext uri="{FF2B5EF4-FFF2-40B4-BE49-F238E27FC236}">
                <a16:creationId xmlns:a16="http://schemas.microsoft.com/office/drawing/2014/main" id="{B25ECA0C-C715-4AD0-9C0F-8BF3F52AAC6F}"/>
              </a:ext>
            </a:extLst>
          </p:cNvPr>
          <p:cNvSpPr>
            <a:spLocks noGrp="1"/>
          </p:cNvSpPr>
          <p:nvPr userDrawn="1">
            <p:ph type="body" sz="quarter" idx="15" hasCustomPrompt="1"/>
          </p:nvPr>
        </p:nvSpPr>
        <p:spPr>
          <a:xfrm>
            <a:off x="817112" y="4732338"/>
            <a:ext cx="3246120" cy="378565"/>
          </a:xfrm>
          <a:noFill/>
          <a:ln w="19050">
            <a:solidFill>
              <a:schemeClr val="tx1">
                <a:lumMod val="75000"/>
                <a:lumOff val="25000"/>
              </a:schemeClr>
            </a:solidFill>
            <a:miter lim="800000"/>
          </a:ln>
        </p:spPr>
        <p:txBody>
          <a:bodyPr vert="horz" wrap="square" lIns="182880" tIns="0" rIns="182880" bIns="0" rtlCol="0" anchor="ctr">
            <a:noAutofit/>
          </a:bodyPr>
          <a:lstStyle>
            <a:lvl1pPr marL="0" indent="0">
              <a:lnSpc>
                <a:spcPct val="100000"/>
              </a:lnSpc>
              <a:spcBef>
                <a:spcPts val="0"/>
              </a:spcBef>
              <a:buNone/>
              <a:defRPr lang="en-US" sz="1400" b="0" i="1" cap="none" spc="60" baseline="0" dirty="0">
                <a:solidFill>
                  <a:schemeClr val="tx1">
                    <a:lumMod val="75000"/>
                    <a:lumOff val="25000"/>
                  </a:schemeClr>
                </a:solidFill>
                <a:latin typeface="+mj-lt"/>
                <a:ea typeface="+mj-ea"/>
                <a:cs typeface="+mj-cs"/>
              </a:defRPr>
            </a:lvl1pPr>
          </a:lstStyle>
          <a:p>
            <a:pPr marL="182880" lvl="0" indent="-182880">
              <a:spcBef>
                <a:spcPct val="0"/>
              </a:spcBef>
            </a:pPr>
            <a:r>
              <a:rPr lang="en-US"/>
              <a:t>Name</a:t>
            </a:r>
          </a:p>
        </p:txBody>
      </p:sp>
      <p:sp>
        <p:nvSpPr>
          <p:cNvPr id="10" name="Text Placeholder 9">
            <a:extLst>
              <a:ext uri="{FF2B5EF4-FFF2-40B4-BE49-F238E27FC236}">
                <a16:creationId xmlns:a16="http://schemas.microsoft.com/office/drawing/2014/main" id="{9BDF67FD-4532-4FF0-8E1C-EAC346BA1231}"/>
              </a:ext>
            </a:extLst>
          </p:cNvPr>
          <p:cNvSpPr>
            <a:spLocks noGrp="1"/>
          </p:cNvSpPr>
          <p:nvPr userDrawn="1">
            <p:ph type="body" sz="quarter" idx="20" hasCustomPrompt="1"/>
          </p:nvPr>
        </p:nvSpPr>
        <p:spPr>
          <a:xfrm>
            <a:off x="817112" y="1630264"/>
            <a:ext cx="3246120" cy="3102074"/>
          </a:xfrm>
          <a:ln w="19050">
            <a:solidFill>
              <a:schemeClr val="tx1">
                <a:lumMod val="75000"/>
                <a:lumOff val="25000"/>
              </a:schemeClr>
            </a:solidFill>
            <a:miter lim="800000"/>
          </a:ln>
        </p:spPr>
        <p:txBody>
          <a:bodyPr lIns="182880" tIns="182880" rIns="182880" bIns="182880">
            <a:noAutofit/>
          </a:bodyPr>
          <a:lstStyle>
            <a:lvl1pPr marL="0" indent="0">
              <a:lnSpc>
                <a:spcPct val="90000"/>
              </a:lnSpc>
              <a:spcBef>
                <a:spcPts val="800"/>
              </a:spcBef>
              <a:spcAft>
                <a:spcPts val="0"/>
              </a:spcAft>
              <a:buFont typeface="Arial" panose="020B0604020202020204" pitchFamily="34" charset="0"/>
              <a:buChar char="​"/>
              <a:defRPr sz="1600" b="1" spc="0">
                <a:solidFill>
                  <a:schemeClr val="tx1">
                    <a:lumMod val="85000"/>
                    <a:lumOff val="15000"/>
                  </a:schemeClr>
                </a:solidFill>
              </a:defRPr>
            </a:lvl1pPr>
            <a:lvl2pPr marL="0" indent="0">
              <a:lnSpc>
                <a:spcPct val="90000"/>
              </a:lnSpc>
              <a:spcBef>
                <a:spcPts val="800"/>
              </a:spcBef>
              <a:spcAft>
                <a:spcPts val="0"/>
              </a:spcAft>
              <a:buFont typeface="Arial" panose="020B0604020202020204" pitchFamily="34" charset="0"/>
              <a:buNone/>
              <a:defRPr sz="1600" b="1" spc="0">
                <a:solidFill>
                  <a:schemeClr val="tx1">
                    <a:lumMod val="85000"/>
                    <a:lumOff val="15000"/>
                  </a:schemeClr>
                </a:solidFill>
              </a:defRPr>
            </a:lvl2pPr>
            <a:lvl3pPr marL="0" indent="0">
              <a:lnSpc>
                <a:spcPct val="90000"/>
              </a:lnSpc>
              <a:spcBef>
                <a:spcPts val="800"/>
              </a:spcBef>
              <a:spcAft>
                <a:spcPts val="0"/>
              </a:spcAft>
              <a:buFont typeface="Arial" panose="020B0604020202020204" pitchFamily="34" charset="0"/>
              <a:buChar char="​"/>
              <a:defRPr sz="1600" b="1" spc="0">
                <a:solidFill>
                  <a:schemeClr val="tx1">
                    <a:lumMod val="85000"/>
                    <a:lumOff val="15000"/>
                  </a:schemeClr>
                </a:solidFill>
              </a:defRPr>
            </a:lvl3pPr>
            <a:lvl4pPr>
              <a:lnSpc>
                <a:spcPct val="90000"/>
              </a:lnSpc>
              <a:spcBef>
                <a:spcPts val="800"/>
              </a:spcBef>
              <a:spcAft>
                <a:spcPts val="0"/>
              </a:spcAft>
              <a:defRPr sz="1600" b="1" cap="none" spc="0" baseline="0">
                <a:solidFill>
                  <a:schemeClr val="tx1">
                    <a:lumMod val="85000"/>
                    <a:lumOff val="15000"/>
                  </a:schemeClr>
                </a:solidFill>
              </a:defRPr>
            </a:lvl4pPr>
            <a:lvl5pPr>
              <a:lnSpc>
                <a:spcPct val="90000"/>
              </a:lnSpc>
              <a:spcBef>
                <a:spcPts val="800"/>
              </a:spcBef>
              <a:spcAft>
                <a:spcPts val="0"/>
              </a:spcAft>
              <a:defRPr sz="1600" b="1" spc="0">
                <a:solidFill>
                  <a:schemeClr val="tx1">
                    <a:lumMod val="85000"/>
                    <a:lumOff val="15000"/>
                  </a:schemeClr>
                </a:solidFill>
              </a:defRPr>
            </a:lvl5pPr>
            <a:lvl6pPr indent="0">
              <a:lnSpc>
                <a:spcPct val="90000"/>
              </a:lnSpc>
              <a:spcBef>
                <a:spcPts val="800"/>
              </a:spcBef>
              <a:spcAft>
                <a:spcPts val="0"/>
              </a:spcAft>
              <a:defRPr sz="1600" b="1" i="0" cap="none" spc="0" baseline="0">
                <a:solidFill>
                  <a:schemeClr val="tx1">
                    <a:lumMod val="85000"/>
                    <a:lumOff val="15000"/>
                  </a:schemeClr>
                </a:solidFill>
              </a:defRPr>
            </a:lvl6pPr>
            <a:lvl7pPr indent="0">
              <a:lnSpc>
                <a:spcPct val="90000"/>
              </a:lnSpc>
              <a:spcBef>
                <a:spcPts val="800"/>
              </a:spcBef>
              <a:spcAft>
                <a:spcPts val="0"/>
              </a:spcAft>
              <a:defRPr sz="1600" b="1" i="0" cap="none" spc="0" baseline="0">
                <a:solidFill>
                  <a:schemeClr val="tx1">
                    <a:lumMod val="85000"/>
                    <a:lumOff val="15000"/>
                  </a:schemeClr>
                </a:solidFill>
              </a:defRPr>
            </a:lvl7pPr>
            <a:lvl8pPr indent="0">
              <a:lnSpc>
                <a:spcPct val="90000"/>
              </a:lnSpc>
              <a:spcBef>
                <a:spcPts val="800"/>
              </a:spcBef>
              <a:spcAft>
                <a:spcPts val="0"/>
              </a:spcAft>
              <a:defRPr sz="1600" b="1" i="0" cap="none" spc="0" baseline="0">
                <a:solidFill>
                  <a:schemeClr val="tx1">
                    <a:lumMod val="85000"/>
                    <a:lumOff val="15000"/>
                  </a:schemeClr>
                </a:solidFill>
              </a:defRPr>
            </a:lvl8pPr>
            <a:lvl9pPr indent="0">
              <a:lnSpc>
                <a:spcPct val="90000"/>
              </a:lnSpc>
              <a:spcBef>
                <a:spcPts val="800"/>
              </a:spcBef>
              <a:spcAft>
                <a:spcPts val="0"/>
              </a:spcAft>
              <a:defRPr sz="1600" b="1" i="0" cap="none" spc="0" baseline="0">
                <a:solidFill>
                  <a:schemeClr val="tx1">
                    <a:lumMod val="85000"/>
                    <a:lumOff val="15000"/>
                  </a:schemeClr>
                </a:solidFill>
              </a:defRPr>
            </a:lvl9pPr>
          </a:lstStyle>
          <a:p>
            <a:pPr lvl="0"/>
            <a:r>
              <a:rPr lang="en-US"/>
              <a:t>Three quote layout.</a:t>
            </a:r>
          </a:p>
        </p:txBody>
      </p:sp>
      <p:sp>
        <p:nvSpPr>
          <p:cNvPr id="36" name="Quote_Box">
            <a:extLst>
              <a:ext uri="{FF2B5EF4-FFF2-40B4-BE49-F238E27FC236}">
                <a16:creationId xmlns:a16="http://schemas.microsoft.com/office/drawing/2014/main" id="{42E56F5C-3AEB-4DE3-8888-7B24F0EA4953}"/>
              </a:ext>
            </a:extLst>
          </p:cNvPr>
          <p:cNvSpPr/>
          <p:nvPr userDrawn="1"/>
        </p:nvSpPr>
        <p:spPr>
          <a:xfrm>
            <a:off x="817112" y="1115459"/>
            <a:ext cx="509542" cy="509542"/>
          </a:xfrm>
          <a:prstGeom prst="rect">
            <a:avLst/>
          </a:prstGeom>
          <a:solidFill>
            <a:schemeClr val="tx1">
              <a:lumMod val="85000"/>
              <a:lumOff val="15000"/>
            </a:schemeClr>
          </a:solidFill>
          <a:ln w="19050">
            <a:solidFill>
              <a:schemeClr val="tx1">
                <a:lumMod val="75000"/>
                <a:lumOff val="25000"/>
              </a:schemeClr>
            </a:solidFill>
            <a:miter lim="800000"/>
          </a:ln>
        </p:spPr>
        <p:txBody>
          <a:bodyPr vert="horz" wrap="square" lIns="0" tIns="137160" rIns="0" bIns="137160" rtlCol="0" anchor="ctr">
            <a:noAutofit/>
          </a:bodyPr>
          <a:lstStyle/>
          <a:p>
            <a:pPr marL="285750" lvl="0" indent="-285750" algn="ctr" defTabSz="914400">
              <a:lnSpc>
                <a:spcPct val="90000"/>
              </a:lnSpc>
              <a:spcBef>
                <a:spcPct val="0"/>
              </a:spcBef>
              <a:buFont typeface="Arial" panose="020B0604020202020204" pitchFamily="34" charset="0"/>
              <a:buNone/>
            </a:pPr>
            <a:endParaRPr lang="en-US" sz="3200" b="1" i="0" cap="all" spc="60" baseline="0">
              <a:solidFill>
                <a:schemeClr val="accent2"/>
              </a:solidFill>
              <a:latin typeface="+mj-lt"/>
              <a:ea typeface="+mj-ea"/>
              <a:cs typeface="+mj-cs"/>
            </a:endParaRPr>
          </a:p>
        </p:txBody>
      </p:sp>
      <p:sp>
        <p:nvSpPr>
          <p:cNvPr id="6" name="Icon">
            <a:extLst>
              <a:ext uri="{FF2B5EF4-FFF2-40B4-BE49-F238E27FC236}">
                <a16:creationId xmlns:a16="http://schemas.microsoft.com/office/drawing/2014/main" id="{3DF19E5B-CFF4-45C8-B61A-F63CA122FB99}"/>
              </a:ext>
            </a:extLst>
          </p:cNvPr>
          <p:cNvSpPr>
            <a:spLocks noChangeAspect="1" noEditPoints="1"/>
          </p:cNvSpPr>
          <p:nvPr userDrawn="1"/>
        </p:nvSpPr>
        <p:spPr bwMode="auto">
          <a:xfrm>
            <a:off x="953167" y="1265256"/>
            <a:ext cx="237432" cy="186944"/>
          </a:xfrm>
          <a:custGeom>
            <a:avLst/>
            <a:gdLst>
              <a:gd name="T0" fmla="*/ 214 w 589"/>
              <a:gd name="T1" fmla="*/ 464 h 464"/>
              <a:gd name="T2" fmla="*/ 0 w 589"/>
              <a:gd name="T3" fmla="*/ 464 h 464"/>
              <a:gd name="T4" fmla="*/ 0 w 589"/>
              <a:gd name="T5" fmla="*/ 310 h 464"/>
              <a:gd name="T6" fmla="*/ 17 w 589"/>
              <a:gd name="T7" fmla="*/ 164 h 464"/>
              <a:gd name="T8" fmla="*/ 77 w 589"/>
              <a:gd name="T9" fmla="*/ 67 h 464"/>
              <a:gd name="T10" fmla="*/ 190 w 589"/>
              <a:gd name="T11" fmla="*/ 0 h 464"/>
              <a:gd name="T12" fmla="*/ 232 w 589"/>
              <a:gd name="T13" fmla="*/ 88 h 464"/>
              <a:gd name="T14" fmla="*/ 140 w 589"/>
              <a:gd name="T15" fmla="*/ 148 h 464"/>
              <a:gd name="T16" fmla="*/ 111 w 589"/>
              <a:gd name="T17" fmla="*/ 249 h 464"/>
              <a:gd name="T18" fmla="*/ 214 w 589"/>
              <a:gd name="T19" fmla="*/ 249 h 464"/>
              <a:gd name="T20" fmla="*/ 214 w 589"/>
              <a:gd name="T21" fmla="*/ 464 h 464"/>
              <a:gd name="T22" fmla="*/ 572 w 589"/>
              <a:gd name="T23" fmla="*/ 464 h 464"/>
              <a:gd name="T24" fmla="*/ 358 w 589"/>
              <a:gd name="T25" fmla="*/ 464 h 464"/>
              <a:gd name="T26" fmla="*/ 358 w 589"/>
              <a:gd name="T27" fmla="*/ 310 h 464"/>
              <a:gd name="T28" fmla="*/ 374 w 589"/>
              <a:gd name="T29" fmla="*/ 163 h 464"/>
              <a:gd name="T30" fmla="*/ 435 w 589"/>
              <a:gd name="T31" fmla="*/ 67 h 464"/>
              <a:gd name="T32" fmla="*/ 548 w 589"/>
              <a:gd name="T33" fmla="*/ 0 h 464"/>
              <a:gd name="T34" fmla="*/ 589 w 589"/>
              <a:gd name="T35" fmla="*/ 88 h 464"/>
              <a:gd name="T36" fmla="*/ 498 w 589"/>
              <a:gd name="T37" fmla="*/ 148 h 464"/>
              <a:gd name="T38" fmla="*/ 468 w 589"/>
              <a:gd name="T39" fmla="*/ 249 h 464"/>
              <a:gd name="T40" fmla="*/ 572 w 589"/>
              <a:gd name="T41" fmla="*/ 249 h 464"/>
              <a:gd name="T42" fmla="*/ 572 w 589"/>
              <a:gd name="T43" fmla="*/ 464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89" h="464">
                <a:moveTo>
                  <a:pt x="214" y="464"/>
                </a:moveTo>
                <a:cubicBezTo>
                  <a:pt x="0" y="464"/>
                  <a:pt x="0" y="464"/>
                  <a:pt x="0" y="464"/>
                </a:cubicBezTo>
                <a:cubicBezTo>
                  <a:pt x="0" y="310"/>
                  <a:pt x="0" y="310"/>
                  <a:pt x="0" y="310"/>
                </a:cubicBezTo>
                <a:cubicBezTo>
                  <a:pt x="0" y="248"/>
                  <a:pt x="6" y="199"/>
                  <a:pt x="17" y="164"/>
                </a:cubicBezTo>
                <a:cubicBezTo>
                  <a:pt x="28" y="128"/>
                  <a:pt x="48" y="96"/>
                  <a:pt x="77" y="67"/>
                </a:cubicBezTo>
                <a:cubicBezTo>
                  <a:pt x="107" y="39"/>
                  <a:pt x="144" y="16"/>
                  <a:pt x="190" y="0"/>
                </a:cubicBezTo>
                <a:cubicBezTo>
                  <a:pt x="232" y="88"/>
                  <a:pt x="232" y="88"/>
                  <a:pt x="232" y="88"/>
                </a:cubicBezTo>
                <a:cubicBezTo>
                  <a:pt x="189" y="103"/>
                  <a:pt x="159" y="123"/>
                  <a:pt x="140" y="148"/>
                </a:cubicBezTo>
                <a:cubicBezTo>
                  <a:pt x="122" y="173"/>
                  <a:pt x="112" y="207"/>
                  <a:pt x="111" y="249"/>
                </a:cubicBezTo>
                <a:cubicBezTo>
                  <a:pt x="214" y="249"/>
                  <a:pt x="214" y="249"/>
                  <a:pt x="214" y="249"/>
                </a:cubicBezTo>
                <a:lnTo>
                  <a:pt x="214" y="464"/>
                </a:lnTo>
                <a:close/>
                <a:moveTo>
                  <a:pt x="572" y="464"/>
                </a:moveTo>
                <a:cubicBezTo>
                  <a:pt x="358" y="464"/>
                  <a:pt x="358" y="464"/>
                  <a:pt x="358" y="464"/>
                </a:cubicBezTo>
                <a:cubicBezTo>
                  <a:pt x="358" y="310"/>
                  <a:pt x="358" y="310"/>
                  <a:pt x="358" y="310"/>
                </a:cubicBezTo>
                <a:cubicBezTo>
                  <a:pt x="358" y="248"/>
                  <a:pt x="363" y="199"/>
                  <a:pt x="374" y="163"/>
                </a:cubicBezTo>
                <a:cubicBezTo>
                  <a:pt x="385" y="128"/>
                  <a:pt x="405" y="96"/>
                  <a:pt x="435" y="67"/>
                </a:cubicBezTo>
                <a:cubicBezTo>
                  <a:pt x="465" y="39"/>
                  <a:pt x="502" y="16"/>
                  <a:pt x="548" y="0"/>
                </a:cubicBezTo>
                <a:cubicBezTo>
                  <a:pt x="589" y="88"/>
                  <a:pt x="589" y="88"/>
                  <a:pt x="589" y="88"/>
                </a:cubicBezTo>
                <a:cubicBezTo>
                  <a:pt x="547" y="103"/>
                  <a:pt x="516" y="123"/>
                  <a:pt x="498" y="148"/>
                </a:cubicBezTo>
                <a:cubicBezTo>
                  <a:pt x="479" y="173"/>
                  <a:pt x="469" y="207"/>
                  <a:pt x="468" y="249"/>
                </a:cubicBezTo>
                <a:cubicBezTo>
                  <a:pt x="572" y="249"/>
                  <a:pt x="572" y="249"/>
                  <a:pt x="572" y="249"/>
                </a:cubicBezTo>
                <a:lnTo>
                  <a:pt x="572" y="4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Footer Placeholder 1">
            <a:extLst>
              <a:ext uri="{FF2B5EF4-FFF2-40B4-BE49-F238E27FC236}">
                <a16:creationId xmlns:a16="http://schemas.microsoft.com/office/drawing/2014/main" id="{0809D31E-8183-451E-99A7-97F7D20575CB}"/>
              </a:ext>
            </a:extLst>
          </p:cNvPr>
          <p:cNvSpPr>
            <a:spLocks noGrp="1"/>
          </p:cNvSpPr>
          <p:nvPr userDrawn="1">
            <p:ph type="ftr" sz="quarter" idx="27"/>
          </p:nvPr>
        </p:nvSpPr>
        <p:spPr/>
        <p:txBody>
          <a:bodyPr/>
          <a:lstStyle/>
          <a:p>
            <a:endParaRPr lang="en-US"/>
          </a:p>
        </p:txBody>
      </p:sp>
      <p:sp>
        <p:nvSpPr>
          <p:cNvPr id="37" name="Slide Number">
            <a:extLst>
              <a:ext uri="{FF2B5EF4-FFF2-40B4-BE49-F238E27FC236}">
                <a16:creationId xmlns:a16="http://schemas.microsoft.com/office/drawing/2014/main" id="{64FA7F3B-629E-4994-9D8D-543F3F50EDAD}"/>
              </a:ext>
            </a:extLst>
          </p:cNvPr>
          <p:cNvSpPr txBox="1">
            <a:spLocks/>
          </p:cNvSpPr>
          <p:nvPr userDrawn="1"/>
        </p:nvSpPr>
        <p:spPr bwMode="gray">
          <a:xfrm>
            <a:off x="11006977" y="6447297"/>
            <a:ext cx="735822" cy="153888"/>
          </a:xfrm>
          <a:prstGeom prst="rect">
            <a:avLst/>
          </a:prstGeom>
        </p:spPr>
        <p:txBody>
          <a:bodyPr vert="horz" wrap="square" lIns="0" tIns="0" rIns="0" bIns="0" rtlCol="0" anchor="ctr">
            <a:noAutofit/>
          </a:bodyPr>
          <a:lstStyle>
            <a:defPPr>
              <a:defRPr lang="en-US"/>
            </a:defPPr>
            <a:lvl1pPr marL="0" algn="r" defTabSz="457200" rtl="0" eaLnBrk="1" latinLnBrk="0" hangingPunct="1">
              <a:defRPr sz="1000" kern="1200">
                <a:solidFill>
                  <a:schemeClr val="bg1">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862D98-B5C3-4BE4-8A34-4F5B36AB20BC}" type="slidenum">
              <a:rPr lang="en-US" smtClean="0">
                <a:solidFill>
                  <a:schemeClr val="bg1">
                    <a:lumMod val="65000"/>
                  </a:schemeClr>
                </a:solidFill>
              </a:rPr>
              <a:pPr/>
              <a:t>‹#›</a:t>
            </a:fld>
            <a:endParaRPr lang="en-US">
              <a:solidFill>
                <a:schemeClr val="bg1">
                  <a:lumMod val="65000"/>
                </a:schemeClr>
              </a:solidFill>
            </a:endParaRPr>
          </a:p>
        </p:txBody>
      </p:sp>
      <p:grpSp>
        <p:nvGrpSpPr>
          <p:cNvPr id="38" name="Logo">
            <a:extLst>
              <a:ext uri="{FF2B5EF4-FFF2-40B4-BE49-F238E27FC236}">
                <a16:creationId xmlns:a16="http://schemas.microsoft.com/office/drawing/2014/main" id="{8D803CD8-0215-4AF5-8112-85A0C960BE0A}"/>
              </a:ext>
            </a:extLst>
          </p:cNvPr>
          <p:cNvGrpSpPr>
            <a:grpSpLocks noChangeAspect="1"/>
          </p:cNvGrpSpPr>
          <p:nvPr userDrawn="1"/>
        </p:nvGrpSpPr>
        <p:grpSpPr bwMode="black">
          <a:xfrm>
            <a:off x="428653" y="6447297"/>
            <a:ext cx="914400" cy="214552"/>
            <a:chOff x="1231901" y="5359401"/>
            <a:chExt cx="11210925" cy="2630487"/>
          </a:xfrm>
        </p:grpSpPr>
        <p:sp>
          <p:nvSpPr>
            <p:cNvPr id="39" name="Freeform 5">
              <a:extLst>
                <a:ext uri="{FF2B5EF4-FFF2-40B4-BE49-F238E27FC236}">
                  <a16:creationId xmlns:a16="http://schemas.microsoft.com/office/drawing/2014/main" id="{1FE609AA-87CA-4AAA-86B8-3A5F58ED1C2E}"/>
                </a:ext>
              </a:extLst>
            </p:cNvPr>
            <p:cNvSpPr>
              <a:spLocks noEditPoints="1"/>
            </p:cNvSpPr>
            <p:nvPr userDrawn="1"/>
          </p:nvSpPr>
          <p:spPr bwMode="black">
            <a:xfrm>
              <a:off x="5105401" y="5586413"/>
              <a:ext cx="7337425" cy="2147887"/>
            </a:xfrm>
            <a:custGeom>
              <a:avLst/>
              <a:gdLst>
                <a:gd name="T0" fmla="*/ 0 w 3931"/>
                <a:gd name="T1" fmla="*/ 803 h 1148"/>
                <a:gd name="T2" fmla="*/ 552 w 3931"/>
                <a:gd name="T3" fmla="*/ 1142 h 1148"/>
                <a:gd name="T4" fmla="*/ 388 w 3931"/>
                <a:gd name="T5" fmla="*/ 853 h 1148"/>
                <a:gd name="T6" fmla="*/ 388 w 3931"/>
                <a:gd name="T7" fmla="*/ 1092 h 1148"/>
                <a:gd name="T8" fmla="*/ 620 w 3931"/>
                <a:gd name="T9" fmla="*/ 974 h 1148"/>
                <a:gd name="T10" fmla="*/ 887 w 3931"/>
                <a:gd name="T11" fmla="*/ 900 h 1148"/>
                <a:gd name="T12" fmla="*/ 701 w 3931"/>
                <a:gd name="T13" fmla="*/ 877 h 1148"/>
                <a:gd name="T14" fmla="*/ 828 w 3931"/>
                <a:gd name="T15" fmla="*/ 1048 h 1148"/>
                <a:gd name="T16" fmla="*/ 762 w 3931"/>
                <a:gd name="T17" fmla="*/ 1148 h 1148"/>
                <a:gd name="T18" fmla="*/ 1018 w 3931"/>
                <a:gd name="T19" fmla="*/ 1142 h 1148"/>
                <a:gd name="T20" fmla="*/ 1169 w 3931"/>
                <a:gd name="T21" fmla="*/ 943 h 1148"/>
                <a:gd name="T22" fmla="*/ 1533 w 3931"/>
                <a:gd name="T23" fmla="*/ 1142 h 1148"/>
                <a:gd name="T24" fmla="*/ 1327 w 3931"/>
                <a:gd name="T25" fmla="*/ 803 h 1148"/>
                <a:gd name="T26" fmla="*/ 1596 w 3931"/>
                <a:gd name="T27" fmla="*/ 1142 h 1148"/>
                <a:gd name="T28" fmla="*/ 1719 w 3931"/>
                <a:gd name="T29" fmla="*/ 844 h 1148"/>
                <a:gd name="T30" fmla="*/ 1834 w 3931"/>
                <a:gd name="T31" fmla="*/ 1148 h 1148"/>
                <a:gd name="T32" fmla="*/ 1833 w 3931"/>
                <a:gd name="T33" fmla="*/ 1099 h 1148"/>
                <a:gd name="T34" fmla="*/ 2274 w 3931"/>
                <a:gd name="T35" fmla="*/ 1142 h 1148"/>
                <a:gd name="T36" fmla="*/ 2274 w 3931"/>
                <a:gd name="T37" fmla="*/ 1092 h 1148"/>
                <a:gd name="T38" fmla="*/ 2360 w 3931"/>
                <a:gd name="T39" fmla="*/ 844 h 1148"/>
                <a:gd name="T40" fmla="*/ 2475 w 3931"/>
                <a:gd name="T41" fmla="*/ 1148 h 1148"/>
                <a:gd name="T42" fmla="*/ 2475 w 3931"/>
                <a:gd name="T43" fmla="*/ 1099 h 1148"/>
                <a:gd name="T44" fmla="*/ 2862 w 3931"/>
                <a:gd name="T45" fmla="*/ 1148 h 1148"/>
                <a:gd name="T46" fmla="*/ 2949 w 3931"/>
                <a:gd name="T47" fmla="*/ 822 h 1148"/>
                <a:gd name="T48" fmla="*/ 2905 w 3931"/>
                <a:gd name="T49" fmla="*/ 856 h 1148"/>
                <a:gd name="T50" fmla="*/ 2864 w 3931"/>
                <a:gd name="T51" fmla="*/ 1101 h 1148"/>
                <a:gd name="T52" fmla="*/ 2857 w 3931"/>
                <a:gd name="T53" fmla="*/ 955 h 1148"/>
                <a:gd name="T54" fmla="*/ 2862 w 3931"/>
                <a:gd name="T55" fmla="*/ 1148 h 1148"/>
                <a:gd name="T56" fmla="*/ 3139 w 3931"/>
                <a:gd name="T57" fmla="*/ 1142 h 1148"/>
                <a:gd name="T58" fmla="*/ 3458 w 3931"/>
                <a:gd name="T59" fmla="*/ 853 h 1148"/>
                <a:gd name="T60" fmla="*/ 3298 w 3931"/>
                <a:gd name="T61" fmla="*/ 991 h 1148"/>
                <a:gd name="T62" fmla="*/ 3562 w 3931"/>
                <a:gd name="T63" fmla="*/ 1123 h 1148"/>
                <a:gd name="T64" fmla="*/ 3606 w 3931"/>
                <a:gd name="T65" fmla="*/ 1084 h 1148"/>
                <a:gd name="T66" fmla="*/ 3647 w 3931"/>
                <a:gd name="T67" fmla="*/ 991 h 1148"/>
                <a:gd name="T68" fmla="*/ 3569 w 3931"/>
                <a:gd name="T69" fmla="*/ 824 h 1148"/>
                <a:gd name="T70" fmla="*/ 3724 w 3931"/>
                <a:gd name="T71" fmla="*/ 895 h 1148"/>
                <a:gd name="T72" fmla="*/ 3591 w 3931"/>
                <a:gd name="T73" fmla="*/ 893 h 1148"/>
                <a:gd name="T74" fmla="*/ 3754 w 3931"/>
                <a:gd name="T75" fmla="*/ 1120 h 1148"/>
                <a:gd name="T76" fmla="*/ 152 w 3931"/>
                <a:gd name="T77" fmla="*/ 268 h 1148"/>
                <a:gd name="T78" fmla="*/ 361 w 3931"/>
                <a:gd name="T79" fmla="*/ 605 h 1148"/>
                <a:gd name="T80" fmla="*/ 553 w 3931"/>
                <a:gd name="T81" fmla="*/ 11 h 1148"/>
                <a:gd name="T82" fmla="*/ 931 w 3931"/>
                <a:gd name="T83" fmla="*/ 249 h 1148"/>
                <a:gd name="T84" fmla="*/ 957 w 3931"/>
                <a:gd name="T85" fmla="*/ 605 h 1148"/>
                <a:gd name="T86" fmla="*/ 1123 w 3931"/>
                <a:gd name="T87" fmla="*/ 11 h 1148"/>
                <a:gd name="T88" fmla="*/ 1317 w 3931"/>
                <a:gd name="T89" fmla="*/ 605 h 1148"/>
                <a:gd name="T90" fmla="*/ 1746 w 3931"/>
                <a:gd name="T91" fmla="*/ 531 h 1148"/>
                <a:gd name="T92" fmla="*/ 1687 w 3931"/>
                <a:gd name="T93" fmla="*/ 337 h 1148"/>
                <a:gd name="T94" fmla="*/ 1749 w 3931"/>
                <a:gd name="T95" fmla="*/ 0 h 1148"/>
                <a:gd name="T96" fmla="*/ 1813 w 3931"/>
                <a:gd name="T97" fmla="*/ 106 h 1148"/>
                <a:gd name="T98" fmla="*/ 1797 w 3931"/>
                <a:gd name="T99" fmla="*/ 262 h 1148"/>
                <a:gd name="T100" fmla="*/ 1563 w 3931"/>
                <a:gd name="T101" fmla="*/ 567 h 1148"/>
                <a:gd name="T102" fmla="*/ 2188 w 3931"/>
                <a:gd name="T103" fmla="*/ 605 h 1148"/>
                <a:gd name="T104" fmla="*/ 2711 w 3931"/>
                <a:gd name="T105" fmla="*/ 603 h 1148"/>
                <a:gd name="T106" fmla="*/ 2582 w 3931"/>
                <a:gd name="T107" fmla="*/ 1 h 1148"/>
                <a:gd name="T108" fmla="*/ 2664 w 3931"/>
                <a:gd name="T109" fmla="*/ 111 h 1148"/>
                <a:gd name="T110" fmla="*/ 2595 w 3931"/>
                <a:gd name="T111" fmla="*/ 525 h 1148"/>
                <a:gd name="T112" fmla="*/ 2579 w 3931"/>
                <a:gd name="T113" fmla="*/ 288 h 1148"/>
                <a:gd name="T114" fmla="*/ 3048 w 3931"/>
                <a:gd name="T115" fmla="*/ 248 h 1148"/>
                <a:gd name="T116" fmla="*/ 3273 w 3931"/>
                <a:gd name="T117" fmla="*/ 605 h 1148"/>
                <a:gd name="T118" fmla="*/ 3628 w 3931"/>
                <a:gd name="T119" fmla="*/ 605 h 1148"/>
                <a:gd name="T120" fmla="*/ 3931 w 3931"/>
                <a:gd name="T121" fmla="*/ 107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1" h="1148">
                  <a:moveTo>
                    <a:pt x="163" y="1142"/>
                  </a:moveTo>
                  <a:cubicBezTo>
                    <a:pt x="109" y="1142"/>
                    <a:pt x="109" y="1142"/>
                    <a:pt x="109" y="1142"/>
                  </a:cubicBezTo>
                  <a:cubicBezTo>
                    <a:pt x="109" y="853"/>
                    <a:pt x="109" y="853"/>
                    <a:pt x="109" y="853"/>
                  </a:cubicBezTo>
                  <a:cubicBezTo>
                    <a:pt x="0" y="853"/>
                    <a:pt x="0" y="853"/>
                    <a:pt x="0" y="853"/>
                  </a:cubicBezTo>
                  <a:cubicBezTo>
                    <a:pt x="0" y="803"/>
                    <a:pt x="0" y="803"/>
                    <a:pt x="0" y="803"/>
                  </a:cubicBezTo>
                  <a:cubicBezTo>
                    <a:pt x="273" y="803"/>
                    <a:pt x="273" y="803"/>
                    <a:pt x="273" y="803"/>
                  </a:cubicBezTo>
                  <a:cubicBezTo>
                    <a:pt x="273" y="853"/>
                    <a:pt x="273" y="853"/>
                    <a:pt x="273" y="853"/>
                  </a:cubicBezTo>
                  <a:cubicBezTo>
                    <a:pt x="163" y="853"/>
                    <a:pt x="163" y="853"/>
                    <a:pt x="163" y="853"/>
                  </a:cubicBezTo>
                  <a:lnTo>
                    <a:pt x="163" y="1142"/>
                  </a:lnTo>
                  <a:close/>
                  <a:moveTo>
                    <a:pt x="552" y="1142"/>
                  </a:moveTo>
                  <a:cubicBezTo>
                    <a:pt x="334" y="1142"/>
                    <a:pt x="334" y="1142"/>
                    <a:pt x="334" y="1142"/>
                  </a:cubicBezTo>
                  <a:cubicBezTo>
                    <a:pt x="334" y="803"/>
                    <a:pt x="334" y="803"/>
                    <a:pt x="334" y="803"/>
                  </a:cubicBezTo>
                  <a:cubicBezTo>
                    <a:pt x="548" y="803"/>
                    <a:pt x="548" y="803"/>
                    <a:pt x="548" y="803"/>
                  </a:cubicBezTo>
                  <a:cubicBezTo>
                    <a:pt x="548" y="853"/>
                    <a:pt x="548" y="853"/>
                    <a:pt x="548" y="853"/>
                  </a:cubicBezTo>
                  <a:cubicBezTo>
                    <a:pt x="388" y="853"/>
                    <a:pt x="388" y="853"/>
                    <a:pt x="388" y="853"/>
                  </a:cubicBezTo>
                  <a:cubicBezTo>
                    <a:pt x="388" y="942"/>
                    <a:pt x="388" y="942"/>
                    <a:pt x="388" y="942"/>
                  </a:cubicBezTo>
                  <a:cubicBezTo>
                    <a:pt x="541" y="942"/>
                    <a:pt x="541" y="942"/>
                    <a:pt x="541" y="942"/>
                  </a:cubicBezTo>
                  <a:cubicBezTo>
                    <a:pt x="541" y="991"/>
                    <a:pt x="541" y="991"/>
                    <a:pt x="541" y="991"/>
                  </a:cubicBezTo>
                  <a:cubicBezTo>
                    <a:pt x="388" y="991"/>
                    <a:pt x="388" y="991"/>
                    <a:pt x="388" y="991"/>
                  </a:cubicBezTo>
                  <a:cubicBezTo>
                    <a:pt x="388" y="1092"/>
                    <a:pt x="388" y="1092"/>
                    <a:pt x="388" y="1092"/>
                  </a:cubicBezTo>
                  <a:cubicBezTo>
                    <a:pt x="552" y="1092"/>
                    <a:pt x="552" y="1092"/>
                    <a:pt x="552" y="1092"/>
                  </a:cubicBezTo>
                  <a:lnTo>
                    <a:pt x="552" y="1142"/>
                  </a:lnTo>
                  <a:close/>
                  <a:moveTo>
                    <a:pt x="762" y="1148"/>
                  </a:moveTo>
                  <a:cubicBezTo>
                    <a:pt x="716" y="1148"/>
                    <a:pt x="681" y="1133"/>
                    <a:pt x="656" y="1103"/>
                  </a:cubicBezTo>
                  <a:cubicBezTo>
                    <a:pt x="632" y="1073"/>
                    <a:pt x="620" y="1030"/>
                    <a:pt x="620" y="974"/>
                  </a:cubicBezTo>
                  <a:cubicBezTo>
                    <a:pt x="620" y="919"/>
                    <a:pt x="633" y="875"/>
                    <a:pt x="658" y="845"/>
                  </a:cubicBezTo>
                  <a:cubicBezTo>
                    <a:pt x="683" y="814"/>
                    <a:pt x="719" y="798"/>
                    <a:pt x="766" y="798"/>
                  </a:cubicBezTo>
                  <a:cubicBezTo>
                    <a:pt x="802" y="798"/>
                    <a:pt x="831" y="807"/>
                    <a:pt x="853" y="824"/>
                  </a:cubicBezTo>
                  <a:cubicBezTo>
                    <a:pt x="874" y="841"/>
                    <a:pt x="886" y="865"/>
                    <a:pt x="887" y="894"/>
                  </a:cubicBezTo>
                  <a:cubicBezTo>
                    <a:pt x="887" y="900"/>
                    <a:pt x="887" y="900"/>
                    <a:pt x="887" y="900"/>
                  </a:cubicBezTo>
                  <a:cubicBezTo>
                    <a:pt x="830" y="900"/>
                    <a:pt x="830" y="900"/>
                    <a:pt x="830" y="900"/>
                  </a:cubicBezTo>
                  <a:cubicBezTo>
                    <a:pt x="829" y="895"/>
                    <a:pt x="829" y="895"/>
                    <a:pt x="829" y="895"/>
                  </a:cubicBezTo>
                  <a:cubicBezTo>
                    <a:pt x="828" y="880"/>
                    <a:pt x="822" y="868"/>
                    <a:pt x="810" y="858"/>
                  </a:cubicBezTo>
                  <a:cubicBezTo>
                    <a:pt x="797" y="848"/>
                    <a:pt x="782" y="844"/>
                    <a:pt x="764" y="844"/>
                  </a:cubicBezTo>
                  <a:cubicBezTo>
                    <a:pt x="737" y="844"/>
                    <a:pt x="716" y="854"/>
                    <a:pt x="701" y="877"/>
                  </a:cubicBezTo>
                  <a:cubicBezTo>
                    <a:pt x="686" y="899"/>
                    <a:pt x="678" y="932"/>
                    <a:pt x="678" y="973"/>
                  </a:cubicBezTo>
                  <a:cubicBezTo>
                    <a:pt x="678" y="1014"/>
                    <a:pt x="685" y="1045"/>
                    <a:pt x="700" y="1067"/>
                  </a:cubicBezTo>
                  <a:cubicBezTo>
                    <a:pt x="715" y="1089"/>
                    <a:pt x="735" y="1099"/>
                    <a:pt x="762" y="1099"/>
                  </a:cubicBezTo>
                  <a:cubicBezTo>
                    <a:pt x="782" y="1099"/>
                    <a:pt x="797" y="1095"/>
                    <a:pt x="809" y="1086"/>
                  </a:cubicBezTo>
                  <a:cubicBezTo>
                    <a:pt x="820" y="1076"/>
                    <a:pt x="827" y="1064"/>
                    <a:pt x="828" y="1048"/>
                  </a:cubicBezTo>
                  <a:cubicBezTo>
                    <a:pt x="829" y="1043"/>
                    <a:pt x="829" y="1043"/>
                    <a:pt x="829" y="1043"/>
                  </a:cubicBezTo>
                  <a:cubicBezTo>
                    <a:pt x="888" y="1043"/>
                    <a:pt x="888" y="1043"/>
                    <a:pt x="888" y="1043"/>
                  </a:cubicBezTo>
                  <a:cubicBezTo>
                    <a:pt x="888" y="1049"/>
                    <a:pt x="888" y="1049"/>
                    <a:pt x="888" y="1049"/>
                  </a:cubicBezTo>
                  <a:cubicBezTo>
                    <a:pt x="887" y="1079"/>
                    <a:pt x="875" y="1103"/>
                    <a:pt x="852" y="1121"/>
                  </a:cubicBezTo>
                  <a:cubicBezTo>
                    <a:pt x="830" y="1139"/>
                    <a:pt x="800" y="1148"/>
                    <a:pt x="762" y="1148"/>
                  </a:cubicBezTo>
                  <a:moveTo>
                    <a:pt x="1223" y="1142"/>
                  </a:moveTo>
                  <a:cubicBezTo>
                    <a:pt x="1169" y="1142"/>
                    <a:pt x="1169" y="1142"/>
                    <a:pt x="1169" y="1142"/>
                  </a:cubicBezTo>
                  <a:cubicBezTo>
                    <a:pt x="1169" y="993"/>
                    <a:pt x="1169" y="993"/>
                    <a:pt x="1169" y="993"/>
                  </a:cubicBezTo>
                  <a:cubicBezTo>
                    <a:pt x="1018" y="993"/>
                    <a:pt x="1018" y="993"/>
                    <a:pt x="1018" y="993"/>
                  </a:cubicBezTo>
                  <a:cubicBezTo>
                    <a:pt x="1018" y="1142"/>
                    <a:pt x="1018" y="1142"/>
                    <a:pt x="1018" y="1142"/>
                  </a:cubicBezTo>
                  <a:cubicBezTo>
                    <a:pt x="963" y="1142"/>
                    <a:pt x="963" y="1142"/>
                    <a:pt x="963" y="1142"/>
                  </a:cubicBezTo>
                  <a:cubicBezTo>
                    <a:pt x="963" y="803"/>
                    <a:pt x="963" y="803"/>
                    <a:pt x="963" y="803"/>
                  </a:cubicBezTo>
                  <a:cubicBezTo>
                    <a:pt x="1018" y="803"/>
                    <a:pt x="1018" y="803"/>
                    <a:pt x="1018" y="803"/>
                  </a:cubicBezTo>
                  <a:cubicBezTo>
                    <a:pt x="1018" y="943"/>
                    <a:pt x="1018" y="943"/>
                    <a:pt x="1018" y="943"/>
                  </a:cubicBezTo>
                  <a:cubicBezTo>
                    <a:pt x="1169" y="943"/>
                    <a:pt x="1169" y="943"/>
                    <a:pt x="1169" y="943"/>
                  </a:cubicBezTo>
                  <a:cubicBezTo>
                    <a:pt x="1169" y="803"/>
                    <a:pt x="1169" y="803"/>
                    <a:pt x="1169" y="803"/>
                  </a:cubicBezTo>
                  <a:cubicBezTo>
                    <a:pt x="1223" y="803"/>
                    <a:pt x="1223" y="803"/>
                    <a:pt x="1223" y="803"/>
                  </a:cubicBezTo>
                  <a:lnTo>
                    <a:pt x="1223" y="1142"/>
                  </a:lnTo>
                  <a:close/>
                  <a:moveTo>
                    <a:pt x="1595" y="1142"/>
                  </a:moveTo>
                  <a:cubicBezTo>
                    <a:pt x="1533" y="1142"/>
                    <a:pt x="1533" y="1142"/>
                    <a:pt x="1533" y="1142"/>
                  </a:cubicBezTo>
                  <a:cubicBezTo>
                    <a:pt x="1532" y="1140"/>
                    <a:pt x="1532" y="1140"/>
                    <a:pt x="1532" y="1140"/>
                  </a:cubicBezTo>
                  <a:cubicBezTo>
                    <a:pt x="1378" y="878"/>
                    <a:pt x="1378" y="878"/>
                    <a:pt x="1378" y="878"/>
                  </a:cubicBezTo>
                  <a:cubicBezTo>
                    <a:pt x="1378" y="1142"/>
                    <a:pt x="1378" y="1142"/>
                    <a:pt x="1378" y="1142"/>
                  </a:cubicBezTo>
                  <a:cubicBezTo>
                    <a:pt x="1327" y="1142"/>
                    <a:pt x="1327" y="1142"/>
                    <a:pt x="1327" y="1142"/>
                  </a:cubicBezTo>
                  <a:cubicBezTo>
                    <a:pt x="1327" y="803"/>
                    <a:pt x="1327" y="803"/>
                    <a:pt x="1327" y="803"/>
                  </a:cubicBezTo>
                  <a:cubicBezTo>
                    <a:pt x="1398" y="803"/>
                    <a:pt x="1398" y="803"/>
                    <a:pt x="1398" y="803"/>
                  </a:cubicBezTo>
                  <a:cubicBezTo>
                    <a:pt x="1545" y="1056"/>
                    <a:pt x="1545" y="1056"/>
                    <a:pt x="1545" y="1056"/>
                  </a:cubicBezTo>
                  <a:cubicBezTo>
                    <a:pt x="1545" y="803"/>
                    <a:pt x="1545" y="803"/>
                    <a:pt x="1545" y="803"/>
                  </a:cubicBezTo>
                  <a:cubicBezTo>
                    <a:pt x="1596" y="803"/>
                    <a:pt x="1596" y="803"/>
                    <a:pt x="1596" y="803"/>
                  </a:cubicBezTo>
                  <a:cubicBezTo>
                    <a:pt x="1596" y="1142"/>
                    <a:pt x="1596" y="1142"/>
                    <a:pt x="1596" y="1142"/>
                  </a:cubicBezTo>
                  <a:lnTo>
                    <a:pt x="1595" y="1142"/>
                  </a:lnTo>
                  <a:close/>
                  <a:moveTo>
                    <a:pt x="1834" y="1148"/>
                  </a:moveTo>
                  <a:cubicBezTo>
                    <a:pt x="1785" y="1148"/>
                    <a:pt x="1746" y="1132"/>
                    <a:pt x="1719" y="1102"/>
                  </a:cubicBezTo>
                  <a:cubicBezTo>
                    <a:pt x="1692" y="1071"/>
                    <a:pt x="1678" y="1028"/>
                    <a:pt x="1678" y="974"/>
                  </a:cubicBezTo>
                  <a:cubicBezTo>
                    <a:pt x="1678" y="918"/>
                    <a:pt x="1692" y="875"/>
                    <a:pt x="1719" y="844"/>
                  </a:cubicBezTo>
                  <a:cubicBezTo>
                    <a:pt x="1746" y="814"/>
                    <a:pt x="1785" y="798"/>
                    <a:pt x="1834" y="798"/>
                  </a:cubicBezTo>
                  <a:cubicBezTo>
                    <a:pt x="1883" y="798"/>
                    <a:pt x="1922" y="814"/>
                    <a:pt x="1949" y="844"/>
                  </a:cubicBezTo>
                  <a:cubicBezTo>
                    <a:pt x="1975" y="874"/>
                    <a:pt x="1989" y="918"/>
                    <a:pt x="1989" y="974"/>
                  </a:cubicBezTo>
                  <a:cubicBezTo>
                    <a:pt x="1989" y="1029"/>
                    <a:pt x="1975" y="1072"/>
                    <a:pt x="1948" y="1102"/>
                  </a:cubicBezTo>
                  <a:cubicBezTo>
                    <a:pt x="1921" y="1132"/>
                    <a:pt x="1883" y="1148"/>
                    <a:pt x="1834" y="1148"/>
                  </a:cubicBezTo>
                  <a:moveTo>
                    <a:pt x="1833" y="845"/>
                  </a:moveTo>
                  <a:cubicBezTo>
                    <a:pt x="1802" y="845"/>
                    <a:pt x="1778" y="855"/>
                    <a:pt x="1761" y="877"/>
                  </a:cubicBezTo>
                  <a:cubicBezTo>
                    <a:pt x="1745" y="899"/>
                    <a:pt x="1736" y="930"/>
                    <a:pt x="1736" y="971"/>
                  </a:cubicBezTo>
                  <a:cubicBezTo>
                    <a:pt x="1736" y="1013"/>
                    <a:pt x="1745" y="1045"/>
                    <a:pt x="1762" y="1067"/>
                  </a:cubicBezTo>
                  <a:cubicBezTo>
                    <a:pt x="1778" y="1089"/>
                    <a:pt x="1802" y="1099"/>
                    <a:pt x="1833" y="1099"/>
                  </a:cubicBezTo>
                  <a:cubicBezTo>
                    <a:pt x="1865" y="1099"/>
                    <a:pt x="1889" y="1089"/>
                    <a:pt x="1905" y="1067"/>
                  </a:cubicBezTo>
                  <a:cubicBezTo>
                    <a:pt x="1922" y="1046"/>
                    <a:pt x="1931" y="1014"/>
                    <a:pt x="1931" y="972"/>
                  </a:cubicBezTo>
                  <a:cubicBezTo>
                    <a:pt x="1931" y="931"/>
                    <a:pt x="1922" y="899"/>
                    <a:pt x="1905" y="877"/>
                  </a:cubicBezTo>
                  <a:cubicBezTo>
                    <a:pt x="1888" y="855"/>
                    <a:pt x="1865" y="845"/>
                    <a:pt x="1833" y="845"/>
                  </a:cubicBezTo>
                  <a:moveTo>
                    <a:pt x="2274" y="1142"/>
                  </a:moveTo>
                  <a:cubicBezTo>
                    <a:pt x="2070" y="1142"/>
                    <a:pt x="2070" y="1142"/>
                    <a:pt x="2070" y="1142"/>
                  </a:cubicBezTo>
                  <a:cubicBezTo>
                    <a:pt x="2070" y="803"/>
                    <a:pt x="2070" y="803"/>
                    <a:pt x="2070" y="803"/>
                  </a:cubicBezTo>
                  <a:cubicBezTo>
                    <a:pt x="2125" y="803"/>
                    <a:pt x="2125" y="803"/>
                    <a:pt x="2125" y="803"/>
                  </a:cubicBezTo>
                  <a:cubicBezTo>
                    <a:pt x="2125" y="1092"/>
                    <a:pt x="2125" y="1092"/>
                    <a:pt x="2125" y="1092"/>
                  </a:cubicBezTo>
                  <a:cubicBezTo>
                    <a:pt x="2274" y="1092"/>
                    <a:pt x="2274" y="1092"/>
                    <a:pt x="2274" y="1092"/>
                  </a:cubicBezTo>
                  <a:cubicBezTo>
                    <a:pt x="2274" y="1142"/>
                    <a:pt x="2274" y="1142"/>
                    <a:pt x="2274" y="1142"/>
                  </a:cubicBezTo>
                  <a:close/>
                  <a:moveTo>
                    <a:pt x="2475" y="1148"/>
                  </a:moveTo>
                  <a:cubicBezTo>
                    <a:pt x="2427" y="1148"/>
                    <a:pt x="2388" y="1132"/>
                    <a:pt x="2361" y="1102"/>
                  </a:cubicBezTo>
                  <a:cubicBezTo>
                    <a:pt x="2334" y="1071"/>
                    <a:pt x="2320" y="1028"/>
                    <a:pt x="2320" y="974"/>
                  </a:cubicBezTo>
                  <a:cubicBezTo>
                    <a:pt x="2320" y="918"/>
                    <a:pt x="2334" y="875"/>
                    <a:pt x="2360" y="844"/>
                  </a:cubicBezTo>
                  <a:cubicBezTo>
                    <a:pt x="2387" y="814"/>
                    <a:pt x="2426" y="798"/>
                    <a:pt x="2475" y="798"/>
                  </a:cubicBezTo>
                  <a:cubicBezTo>
                    <a:pt x="2525" y="798"/>
                    <a:pt x="2563" y="814"/>
                    <a:pt x="2590" y="844"/>
                  </a:cubicBezTo>
                  <a:cubicBezTo>
                    <a:pt x="2617" y="874"/>
                    <a:pt x="2630" y="918"/>
                    <a:pt x="2630" y="974"/>
                  </a:cubicBezTo>
                  <a:cubicBezTo>
                    <a:pt x="2630" y="1029"/>
                    <a:pt x="2617" y="1072"/>
                    <a:pt x="2590" y="1102"/>
                  </a:cubicBezTo>
                  <a:cubicBezTo>
                    <a:pt x="2563" y="1132"/>
                    <a:pt x="2525" y="1148"/>
                    <a:pt x="2475" y="1148"/>
                  </a:cubicBezTo>
                  <a:moveTo>
                    <a:pt x="2475" y="845"/>
                  </a:moveTo>
                  <a:cubicBezTo>
                    <a:pt x="2443" y="845"/>
                    <a:pt x="2420" y="855"/>
                    <a:pt x="2403" y="877"/>
                  </a:cubicBezTo>
                  <a:cubicBezTo>
                    <a:pt x="2386" y="899"/>
                    <a:pt x="2378" y="930"/>
                    <a:pt x="2378" y="971"/>
                  </a:cubicBezTo>
                  <a:cubicBezTo>
                    <a:pt x="2378" y="1013"/>
                    <a:pt x="2386" y="1045"/>
                    <a:pt x="2403" y="1067"/>
                  </a:cubicBezTo>
                  <a:cubicBezTo>
                    <a:pt x="2420" y="1089"/>
                    <a:pt x="2443" y="1099"/>
                    <a:pt x="2475" y="1099"/>
                  </a:cubicBezTo>
                  <a:cubicBezTo>
                    <a:pt x="2507" y="1099"/>
                    <a:pt x="2530" y="1089"/>
                    <a:pt x="2547" y="1067"/>
                  </a:cubicBezTo>
                  <a:cubicBezTo>
                    <a:pt x="2564" y="1046"/>
                    <a:pt x="2572" y="1014"/>
                    <a:pt x="2572" y="972"/>
                  </a:cubicBezTo>
                  <a:cubicBezTo>
                    <a:pt x="2572" y="931"/>
                    <a:pt x="2564" y="899"/>
                    <a:pt x="2547" y="877"/>
                  </a:cubicBezTo>
                  <a:cubicBezTo>
                    <a:pt x="2530" y="855"/>
                    <a:pt x="2507" y="845"/>
                    <a:pt x="2475" y="845"/>
                  </a:cubicBezTo>
                  <a:moveTo>
                    <a:pt x="2862" y="1148"/>
                  </a:moveTo>
                  <a:cubicBezTo>
                    <a:pt x="2811" y="1148"/>
                    <a:pt x="2770" y="1133"/>
                    <a:pt x="2741" y="1103"/>
                  </a:cubicBezTo>
                  <a:cubicBezTo>
                    <a:pt x="2711" y="1073"/>
                    <a:pt x="2696" y="1031"/>
                    <a:pt x="2696" y="980"/>
                  </a:cubicBezTo>
                  <a:cubicBezTo>
                    <a:pt x="2696" y="923"/>
                    <a:pt x="2711" y="878"/>
                    <a:pt x="2740" y="846"/>
                  </a:cubicBezTo>
                  <a:cubicBezTo>
                    <a:pt x="2769" y="814"/>
                    <a:pt x="2810" y="798"/>
                    <a:pt x="2862" y="798"/>
                  </a:cubicBezTo>
                  <a:cubicBezTo>
                    <a:pt x="2898" y="798"/>
                    <a:pt x="2927" y="806"/>
                    <a:pt x="2949" y="822"/>
                  </a:cubicBezTo>
                  <a:cubicBezTo>
                    <a:pt x="2970" y="839"/>
                    <a:pt x="2982" y="861"/>
                    <a:pt x="2983" y="890"/>
                  </a:cubicBezTo>
                  <a:cubicBezTo>
                    <a:pt x="2983" y="895"/>
                    <a:pt x="2983" y="895"/>
                    <a:pt x="2983" y="895"/>
                  </a:cubicBezTo>
                  <a:cubicBezTo>
                    <a:pt x="2924" y="895"/>
                    <a:pt x="2924" y="895"/>
                    <a:pt x="2924" y="895"/>
                  </a:cubicBezTo>
                  <a:cubicBezTo>
                    <a:pt x="2924" y="890"/>
                    <a:pt x="2924" y="890"/>
                    <a:pt x="2924" y="890"/>
                  </a:cubicBezTo>
                  <a:cubicBezTo>
                    <a:pt x="2924" y="877"/>
                    <a:pt x="2917" y="866"/>
                    <a:pt x="2905" y="856"/>
                  </a:cubicBezTo>
                  <a:cubicBezTo>
                    <a:pt x="2892" y="847"/>
                    <a:pt x="2876" y="842"/>
                    <a:pt x="2856" y="842"/>
                  </a:cubicBezTo>
                  <a:cubicBezTo>
                    <a:pt x="2824" y="842"/>
                    <a:pt x="2799" y="854"/>
                    <a:pt x="2781" y="877"/>
                  </a:cubicBezTo>
                  <a:cubicBezTo>
                    <a:pt x="2762" y="900"/>
                    <a:pt x="2753" y="933"/>
                    <a:pt x="2753" y="974"/>
                  </a:cubicBezTo>
                  <a:cubicBezTo>
                    <a:pt x="2753" y="1015"/>
                    <a:pt x="2763" y="1046"/>
                    <a:pt x="2782" y="1068"/>
                  </a:cubicBezTo>
                  <a:cubicBezTo>
                    <a:pt x="2801" y="1090"/>
                    <a:pt x="2829" y="1101"/>
                    <a:pt x="2864" y="1101"/>
                  </a:cubicBezTo>
                  <a:cubicBezTo>
                    <a:pt x="2873" y="1101"/>
                    <a:pt x="2883" y="1100"/>
                    <a:pt x="2893" y="1098"/>
                  </a:cubicBezTo>
                  <a:cubicBezTo>
                    <a:pt x="2902" y="1096"/>
                    <a:pt x="2913" y="1094"/>
                    <a:pt x="2926" y="1091"/>
                  </a:cubicBezTo>
                  <a:cubicBezTo>
                    <a:pt x="2926" y="1002"/>
                    <a:pt x="2926" y="1002"/>
                    <a:pt x="2926" y="1002"/>
                  </a:cubicBezTo>
                  <a:cubicBezTo>
                    <a:pt x="2857" y="1002"/>
                    <a:pt x="2857" y="1002"/>
                    <a:pt x="2857" y="1002"/>
                  </a:cubicBezTo>
                  <a:cubicBezTo>
                    <a:pt x="2857" y="955"/>
                    <a:pt x="2857" y="955"/>
                    <a:pt x="2857" y="955"/>
                  </a:cubicBezTo>
                  <a:cubicBezTo>
                    <a:pt x="2983" y="955"/>
                    <a:pt x="2983" y="955"/>
                    <a:pt x="2983" y="955"/>
                  </a:cubicBezTo>
                  <a:cubicBezTo>
                    <a:pt x="2983" y="1125"/>
                    <a:pt x="2983" y="1125"/>
                    <a:pt x="2983" y="1125"/>
                  </a:cubicBezTo>
                  <a:cubicBezTo>
                    <a:pt x="2979" y="1127"/>
                    <a:pt x="2979" y="1127"/>
                    <a:pt x="2979" y="1127"/>
                  </a:cubicBezTo>
                  <a:cubicBezTo>
                    <a:pt x="2957" y="1134"/>
                    <a:pt x="2937" y="1139"/>
                    <a:pt x="2918" y="1143"/>
                  </a:cubicBezTo>
                  <a:cubicBezTo>
                    <a:pt x="2899" y="1146"/>
                    <a:pt x="2880" y="1148"/>
                    <a:pt x="2862" y="1148"/>
                  </a:cubicBezTo>
                  <a:moveTo>
                    <a:pt x="3139" y="1142"/>
                  </a:moveTo>
                  <a:cubicBezTo>
                    <a:pt x="3084" y="1142"/>
                    <a:pt x="3084" y="1142"/>
                    <a:pt x="3084" y="1142"/>
                  </a:cubicBezTo>
                  <a:cubicBezTo>
                    <a:pt x="3084" y="803"/>
                    <a:pt x="3084" y="803"/>
                    <a:pt x="3084" y="803"/>
                  </a:cubicBezTo>
                  <a:cubicBezTo>
                    <a:pt x="3139" y="803"/>
                    <a:pt x="3139" y="803"/>
                    <a:pt x="3139" y="803"/>
                  </a:cubicBezTo>
                  <a:lnTo>
                    <a:pt x="3139" y="1142"/>
                  </a:lnTo>
                  <a:close/>
                  <a:moveTo>
                    <a:pt x="3461" y="1142"/>
                  </a:moveTo>
                  <a:cubicBezTo>
                    <a:pt x="3243" y="1142"/>
                    <a:pt x="3243" y="1142"/>
                    <a:pt x="3243" y="1142"/>
                  </a:cubicBezTo>
                  <a:cubicBezTo>
                    <a:pt x="3243" y="803"/>
                    <a:pt x="3243" y="803"/>
                    <a:pt x="3243" y="803"/>
                  </a:cubicBezTo>
                  <a:cubicBezTo>
                    <a:pt x="3458" y="803"/>
                    <a:pt x="3458" y="803"/>
                    <a:pt x="3458" y="803"/>
                  </a:cubicBezTo>
                  <a:cubicBezTo>
                    <a:pt x="3458" y="853"/>
                    <a:pt x="3458" y="853"/>
                    <a:pt x="3458" y="853"/>
                  </a:cubicBezTo>
                  <a:cubicBezTo>
                    <a:pt x="3298" y="853"/>
                    <a:pt x="3298" y="853"/>
                    <a:pt x="3298" y="853"/>
                  </a:cubicBezTo>
                  <a:cubicBezTo>
                    <a:pt x="3298" y="942"/>
                    <a:pt x="3298" y="942"/>
                    <a:pt x="3298" y="942"/>
                  </a:cubicBezTo>
                  <a:cubicBezTo>
                    <a:pt x="3451" y="942"/>
                    <a:pt x="3451" y="942"/>
                    <a:pt x="3451" y="942"/>
                  </a:cubicBezTo>
                  <a:cubicBezTo>
                    <a:pt x="3451" y="991"/>
                    <a:pt x="3451" y="991"/>
                    <a:pt x="3451" y="991"/>
                  </a:cubicBezTo>
                  <a:cubicBezTo>
                    <a:pt x="3298" y="991"/>
                    <a:pt x="3298" y="991"/>
                    <a:pt x="3298" y="991"/>
                  </a:cubicBezTo>
                  <a:cubicBezTo>
                    <a:pt x="3298" y="1092"/>
                    <a:pt x="3298" y="1092"/>
                    <a:pt x="3298" y="1092"/>
                  </a:cubicBezTo>
                  <a:cubicBezTo>
                    <a:pt x="3461" y="1092"/>
                    <a:pt x="3461" y="1092"/>
                    <a:pt x="3461" y="1092"/>
                  </a:cubicBezTo>
                  <a:lnTo>
                    <a:pt x="3461" y="1142"/>
                  </a:lnTo>
                  <a:close/>
                  <a:moveTo>
                    <a:pt x="3656" y="1148"/>
                  </a:moveTo>
                  <a:cubicBezTo>
                    <a:pt x="3615" y="1148"/>
                    <a:pt x="3583" y="1139"/>
                    <a:pt x="3562" y="1123"/>
                  </a:cubicBezTo>
                  <a:cubicBezTo>
                    <a:pt x="3541" y="1105"/>
                    <a:pt x="3530" y="1080"/>
                    <a:pt x="3530" y="1046"/>
                  </a:cubicBezTo>
                  <a:cubicBezTo>
                    <a:pt x="3530" y="1035"/>
                    <a:pt x="3530" y="1035"/>
                    <a:pt x="3530" y="1035"/>
                  </a:cubicBezTo>
                  <a:cubicBezTo>
                    <a:pt x="3588" y="1035"/>
                    <a:pt x="3588" y="1035"/>
                    <a:pt x="3588" y="1035"/>
                  </a:cubicBezTo>
                  <a:cubicBezTo>
                    <a:pt x="3588" y="1040"/>
                    <a:pt x="3588" y="1040"/>
                    <a:pt x="3588" y="1040"/>
                  </a:cubicBezTo>
                  <a:cubicBezTo>
                    <a:pt x="3589" y="1060"/>
                    <a:pt x="3595" y="1075"/>
                    <a:pt x="3606" y="1084"/>
                  </a:cubicBezTo>
                  <a:cubicBezTo>
                    <a:pt x="3617" y="1093"/>
                    <a:pt x="3635" y="1098"/>
                    <a:pt x="3658" y="1098"/>
                  </a:cubicBezTo>
                  <a:cubicBezTo>
                    <a:pt x="3682" y="1098"/>
                    <a:pt x="3700" y="1093"/>
                    <a:pt x="3714" y="1084"/>
                  </a:cubicBezTo>
                  <a:cubicBezTo>
                    <a:pt x="3727" y="1075"/>
                    <a:pt x="3733" y="1062"/>
                    <a:pt x="3733" y="1046"/>
                  </a:cubicBezTo>
                  <a:cubicBezTo>
                    <a:pt x="3733" y="1024"/>
                    <a:pt x="3709" y="1007"/>
                    <a:pt x="3660" y="995"/>
                  </a:cubicBezTo>
                  <a:cubicBezTo>
                    <a:pt x="3655" y="993"/>
                    <a:pt x="3651" y="992"/>
                    <a:pt x="3647" y="991"/>
                  </a:cubicBezTo>
                  <a:cubicBezTo>
                    <a:pt x="3644" y="991"/>
                    <a:pt x="3639" y="989"/>
                    <a:pt x="3632" y="988"/>
                  </a:cubicBezTo>
                  <a:cubicBezTo>
                    <a:pt x="3604" y="981"/>
                    <a:pt x="3584" y="974"/>
                    <a:pt x="3572" y="967"/>
                  </a:cubicBezTo>
                  <a:cubicBezTo>
                    <a:pt x="3560" y="959"/>
                    <a:pt x="3551" y="949"/>
                    <a:pt x="3544" y="937"/>
                  </a:cubicBezTo>
                  <a:cubicBezTo>
                    <a:pt x="3537" y="925"/>
                    <a:pt x="3534" y="911"/>
                    <a:pt x="3534" y="896"/>
                  </a:cubicBezTo>
                  <a:cubicBezTo>
                    <a:pt x="3534" y="866"/>
                    <a:pt x="3546" y="841"/>
                    <a:pt x="3569" y="824"/>
                  </a:cubicBezTo>
                  <a:cubicBezTo>
                    <a:pt x="3592" y="807"/>
                    <a:pt x="3624" y="798"/>
                    <a:pt x="3663" y="798"/>
                  </a:cubicBezTo>
                  <a:cubicBezTo>
                    <a:pt x="3698" y="798"/>
                    <a:pt x="3726" y="806"/>
                    <a:pt x="3747" y="821"/>
                  </a:cubicBezTo>
                  <a:cubicBezTo>
                    <a:pt x="3768" y="837"/>
                    <a:pt x="3778" y="858"/>
                    <a:pt x="3778" y="885"/>
                  </a:cubicBezTo>
                  <a:cubicBezTo>
                    <a:pt x="3778" y="895"/>
                    <a:pt x="3778" y="895"/>
                    <a:pt x="3778" y="895"/>
                  </a:cubicBezTo>
                  <a:cubicBezTo>
                    <a:pt x="3724" y="895"/>
                    <a:pt x="3724" y="895"/>
                    <a:pt x="3724" y="895"/>
                  </a:cubicBezTo>
                  <a:cubicBezTo>
                    <a:pt x="3723" y="890"/>
                    <a:pt x="3723" y="890"/>
                    <a:pt x="3723" y="890"/>
                  </a:cubicBezTo>
                  <a:cubicBezTo>
                    <a:pt x="3723" y="875"/>
                    <a:pt x="3717" y="865"/>
                    <a:pt x="3707" y="857"/>
                  </a:cubicBezTo>
                  <a:cubicBezTo>
                    <a:pt x="3696" y="849"/>
                    <a:pt x="3680" y="845"/>
                    <a:pt x="3659" y="845"/>
                  </a:cubicBezTo>
                  <a:cubicBezTo>
                    <a:pt x="3638" y="845"/>
                    <a:pt x="3621" y="850"/>
                    <a:pt x="3609" y="859"/>
                  </a:cubicBezTo>
                  <a:cubicBezTo>
                    <a:pt x="3597" y="867"/>
                    <a:pt x="3591" y="879"/>
                    <a:pt x="3591" y="893"/>
                  </a:cubicBezTo>
                  <a:cubicBezTo>
                    <a:pt x="3591" y="912"/>
                    <a:pt x="3613" y="927"/>
                    <a:pt x="3657" y="938"/>
                  </a:cubicBezTo>
                  <a:cubicBezTo>
                    <a:pt x="3666" y="940"/>
                    <a:pt x="3666" y="940"/>
                    <a:pt x="3666" y="940"/>
                  </a:cubicBezTo>
                  <a:cubicBezTo>
                    <a:pt x="3719" y="954"/>
                    <a:pt x="3751" y="967"/>
                    <a:pt x="3766" y="981"/>
                  </a:cubicBezTo>
                  <a:cubicBezTo>
                    <a:pt x="3781" y="995"/>
                    <a:pt x="3789" y="1015"/>
                    <a:pt x="3789" y="1040"/>
                  </a:cubicBezTo>
                  <a:cubicBezTo>
                    <a:pt x="3789" y="1075"/>
                    <a:pt x="3777" y="1102"/>
                    <a:pt x="3754" y="1120"/>
                  </a:cubicBezTo>
                  <a:cubicBezTo>
                    <a:pt x="3731" y="1138"/>
                    <a:pt x="3698" y="1148"/>
                    <a:pt x="3656" y="1148"/>
                  </a:cubicBezTo>
                  <a:moveTo>
                    <a:pt x="25" y="605"/>
                  </a:moveTo>
                  <a:cubicBezTo>
                    <a:pt x="25" y="11"/>
                    <a:pt x="25" y="11"/>
                    <a:pt x="25" y="11"/>
                  </a:cubicBezTo>
                  <a:cubicBezTo>
                    <a:pt x="152" y="11"/>
                    <a:pt x="152" y="11"/>
                    <a:pt x="152" y="11"/>
                  </a:cubicBezTo>
                  <a:cubicBezTo>
                    <a:pt x="152" y="268"/>
                    <a:pt x="152" y="268"/>
                    <a:pt x="152" y="268"/>
                  </a:cubicBezTo>
                  <a:cubicBezTo>
                    <a:pt x="346" y="11"/>
                    <a:pt x="346" y="11"/>
                    <a:pt x="346" y="11"/>
                  </a:cubicBezTo>
                  <a:cubicBezTo>
                    <a:pt x="488" y="11"/>
                    <a:pt x="488" y="11"/>
                    <a:pt x="488" y="11"/>
                  </a:cubicBezTo>
                  <a:cubicBezTo>
                    <a:pt x="279" y="277"/>
                    <a:pt x="279" y="277"/>
                    <a:pt x="279" y="277"/>
                  </a:cubicBezTo>
                  <a:cubicBezTo>
                    <a:pt x="509" y="605"/>
                    <a:pt x="509" y="605"/>
                    <a:pt x="509" y="605"/>
                  </a:cubicBezTo>
                  <a:cubicBezTo>
                    <a:pt x="361" y="605"/>
                    <a:pt x="361" y="605"/>
                    <a:pt x="361" y="605"/>
                  </a:cubicBezTo>
                  <a:cubicBezTo>
                    <a:pt x="152" y="297"/>
                    <a:pt x="152" y="297"/>
                    <a:pt x="152" y="297"/>
                  </a:cubicBezTo>
                  <a:cubicBezTo>
                    <a:pt x="152" y="605"/>
                    <a:pt x="152" y="605"/>
                    <a:pt x="152" y="605"/>
                  </a:cubicBezTo>
                  <a:cubicBezTo>
                    <a:pt x="25" y="605"/>
                    <a:pt x="25" y="605"/>
                    <a:pt x="25" y="605"/>
                  </a:cubicBezTo>
                  <a:close/>
                  <a:moveTo>
                    <a:pt x="553" y="605"/>
                  </a:moveTo>
                  <a:cubicBezTo>
                    <a:pt x="553" y="11"/>
                    <a:pt x="553" y="11"/>
                    <a:pt x="553" y="11"/>
                  </a:cubicBezTo>
                  <a:cubicBezTo>
                    <a:pt x="947" y="11"/>
                    <a:pt x="947" y="11"/>
                    <a:pt x="947" y="11"/>
                  </a:cubicBezTo>
                  <a:cubicBezTo>
                    <a:pt x="947" y="109"/>
                    <a:pt x="947" y="109"/>
                    <a:pt x="947" y="109"/>
                  </a:cubicBezTo>
                  <a:cubicBezTo>
                    <a:pt x="682" y="109"/>
                    <a:pt x="682" y="109"/>
                    <a:pt x="682" y="109"/>
                  </a:cubicBezTo>
                  <a:cubicBezTo>
                    <a:pt x="682" y="249"/>
                    <a:pt x="682" y="249"/>
                    <a:pt x="682" y="249"/>
                  </a:cubicBezTo>
                  <a:cubicBezTo>
                    <a:pt x="931" y="249"/>
                    <a:pt x="931" y="249"/>
                    <a:pt x="931" y="249"/>
                  </a:cubicBezTo>
                  <a:cubicBezTo>
                    <a:pt x="931" y="346"/>
                    <a:pt x="931" y="346"/>
                    <a:pt x="931" y="346"/>
                  </a:cubicBezTo>
                  <a:cubicBezTo>
                    <a:pt x="682" y="346"/>
                    <a:pt x="682" y="346"/>
                    <a:pt x="682" y="346"/>
                  </a:cubicBezTo>
                  <a:cubicBezTo>
                    <a:pt x="682" y="506"/>
                    <a:pt x="682" y="506"/>
                    <a:pt x="682" y="506"/>
                  </a:cubicBezTo>
                  <a:cubicBezTo>
                    <a:pt x="957" y="506"/>
                    <a:pt x="957" y="506"/>
                    <a:pt x="957" y="506"/>
                  </a:cubicBezTo>
                  <a:cubicBezTo>
                    <a:pt x="957" y="605"/>
                    <a:pt x="957" y="605"/>
                    <a:pt x="957" y="605"/>
                  </a:cubicBezTo>
                  <a:lnTo>
                    <a:pt x="553" y="605"/>
                  </a:lnTo>
                  <a:close/>
                  <a:moveTo>
                    <a:pt x="1190" y="605"/>
                  </a:moveTo>
                  <a:cubicBezTo>
                    <a:pt x="1190" y="386"/>
                    <a:pt x="1190" y="386"/>
                    <a:pt x="1190" y="386"/>
                  </a:cubicBezTo>
                  <a:cubicBezTo>
                    <a:pt x="989" y="11"/>
                    <a:pt x="989" y="11"/>
                    <a:pt x="989" y="11"/>
                  </a:cubicBezTo>
                  <a:cubicBezTo>
                    <a:pt x="1123" y="11"/>
                    <a:pt x="1123" y="11"/>
                    <a:pt x="1123" y="11"/>
                  </a:cubicBezTo>
                  <a:cubicBezTo>
                    <a:pt x="1259" y="265"/>
                    <a:pt x="1259" y="265"/>
                    <a:pt x="1259" y="265"/>
                  </a:cubicBezTo>
                  <a:cubicBezTo>
                    <a:pt x="1382" y="11"/>
                    <a:pt x="1382" y="11"/>
                    <a:pt x="1382" y="11"/>
                  </a:cubicBezTo>
                  <a:cubicBezTo>
                    <a:pt x="1515" y="11"/>
                    <a:pt x="1515" y="11"/>
                    <a:pt x="1515" y="11"/>
                  </a:cubicBezTo>
                  <a:cubicBezTo>
                    <a:pt x="1317" y="386"/>
                    <a:pt x="1317" y="386"/>
                    <a:pt x="1317" y="386"/>
                  </a:cubicBezTo>
                  <a:cubicBezTo>
                    <a:pt x="1317" y="605"/>
                    <a:pt x="1317" y="605"/>
                    <a:pt x="1317" y="605"/>
                  </a:cubicBezTo>
                  <a:lnTo>
                    <a:pt x="1190" y="605"/>
                  </a:lnTo>
                  <a:close/>
                  <a:moveTo>
                    <a:pt x="1504" y="412"/>
                  </a:moveTo>
                  <a:cubicBezTo>
                    <a:pt x="1629" y="412"/>
                    <a:pt x="1629" y="412"/>
                    <a:pt x="1629" y="412"/>
                  </a:cubicBezTo>
                  <a:cubicBezTo>
                    <a:pt x="1629" y="452"/>
                    <a:pt x="1638" y="481"/>
                    <a:pt x="1658" y="501"/>
                  </a:cubicBezTo>
                  <a:cubicBezTo>
                    <a:pt x="1678" y="521"/>
                    <a:pt x="1707" y="531"/>
                    <a:pt x="1746" y="531"/>
                  </a:cubicBezTo>
                  <a:cubicBezTo>
                    <a:pt x="1778" y="531"/>
                    <a:pt x="1803" y="524"/>
                    <a:pt x="1823" y="508"/>
                  </a:cubicBezTo>
                  <a:cubicBezTo>
                    <a:pt x="1843" y="493"/>
                    <a:pt x="1853" y="473"/>
                    <a:pt x="1853" y="449"/>
                  </a:cubicBezTo>
                  <a:cubicBezTo>
                    <a:pt x="1853" y="412"/>
                    <a:pt x="1806" y="377"/>
                    <a:pt x="1713" y="346"/>
                  </a:cubicBezTo>
                  <a:cubicBezTo>
                    <a:pt x="1699" y="341"/>
                    <a:pt x="1699" y="341"/>
                    <a:pt x="1699" y="341"/>
                  </a:cubicBezTo>
                  <a:cubicBezTo>
                    <a:pt x="1696" y="340"/>
                    <a:pt x="1692" y="339"/>
                    <a:pt x="1687" y="337"/>
                  </a:cubicBezTo>
                  <a:cubicBezTo>
                    <a:pt x="1635" y="320"/>
                    <a:pt x="1597" y="303"/>
                    <a:pt x="1574" y="286"/>
                  </a:cubicBezTo>
                  <a:cubicBezTo>
                    <a:pt x="1558" y="273"/>
                    <a:pt x="1545" y="257"/>
                    <a:pt x="1536" y="238"/>
                  </a:cubicBezTo>
                  <a:cubicBezTo>
                    <a:pt x="1527" y="219"/>
                    <a:pt x="1522" y="198"/>
                    <a:pt x="1522" y="174"/>
                  </a:cubicBezTo>
                  <a:cubicBezTo>
                    <a:pt x="1522" y="121"/>
                    <a:pt x="1542" y="78"/>
                    <a:pt x="1583" y="47"/>
                  </a:cubicBezTo>
                  <a:cubicBezTo>
                    <a:pt x="1623" y="16"/>
                    <a:pt x="1679" y="0"/>
                    <a:pt x="1749" y="0"/>
                  </a:cubicBezTo>
                  <a:cubicBezTo>
                    <a:pt x="1814" y="0"/>
                    <a:pt x="1864" y="15"/>
                    <a:pt x="1900" y="46"/>
                  </a:cubicBezTo>
                  <a:cubicBezTo>
                    <a:pt x="1936" y="76"/>
                    <a:pt x="1954" y="119"/>
                    <a:pt x="1954" y="173"/>
                  </a:cubicBezTo>
                  <a:cubicBezTo>
                    <a:pt x="1954" y="177"/>
                    <a:pt x="1954" y="177"/>
                    <a:pt x="1954" y="177"/>
                  </a:cubicBezTo>
                  <a:cubicBezTo>
                    <a:pt x="1844" y="177"/>
                    <a:pt x="1844" y="177"/>
                    <a:pt x="1844" y="177"/>
                  </a:cubicBezTo>
                  <a:cubicBezTo>
                    <a:pt x="1841" y="146"/>
                    <a:pt x="1831" y="122"/>
                    <a:pt x="1813" y="106"/>
                  </a:cubicBezTo>
                  <a:cubicBezTo>
                    <a:pt x="1796" y="90"/>
                    <a:pt x="1771" y="82"/>
                    <a:pt x="1741" y="82"/>
                  </a:cubicBezTo>
                  <a:cubicBezTo>
                    <a:pt x="1711" y="82"/>
                    <a:pt x="1687" y="89"/>
                    <a:pt x="1669" y="102"/>
                  </a:cubicBezTo>
                  <a:cubicBezTo>
                    <a:pt x="1652" y="116"/>
                    <a:pt x="1643" y="135"/>
                    <a:pt x="1643" y="158"/>
                  </a:cubicBezTo>
                  <a:cubicBezTo>
                    <a:pt x="1643" y="194"/>
                    <a:pt x="1692" y="228"/>
                    <a:pt x="1790" y="259"/>
                  </a:cubicBezTo>
                  <a:cubicBezTo>
                    <a:pt x="1797" y="262"/>
                    <a:pt x="1797" y="262"/>
                    <a:pt x="1797" y="262"/>
                  </a:cubicBezTo>
                  <a:cubicBezTo>
                    <a:pt x="1872" y="287"/>
                    <a:pt x="1921" y="311"/>
                    <a:pt x="1945" y="336"/>
                  </a:cubicBezTo>
                  <a:cubicBezTo>
                    <a:pt x="1968" y="361"/>
                    <a:pt x="1980" y="395"/>
                    <a:pt x="1980" y="439"/>
                  </a:cubicBezTo>
                  <a:cubicBezTo>
                    <a:pt x="1980" y="494"/>
                    <a:pt x="1959" y="537"/>
                    <a:pt x="1917" y="569"/>
                  </a:cubicBezTo>
                  <a:cubicBezTo>
                    <a:pt x="1874" y="600"/>
                    <a:pt x="1815" y="616"/>
                    <a:pt x="1740" y="616"/>
                  </a:cubicBezTo>
                  <a:cubicBezTo>
                    <a:pt x="1661" y="616"/>
                    <a:pt x="1602" y="599"/>
                    <a:pt x="1563" y="567"/>
                  </a:cubicBezTo>
                  <a:cubicBezTo>
                    <a:pt x="1524" y="534"/>
                    <a:pt x="1504" y="485"/>
                    <a:pt x="1504" y="420"/>
                  </a:cubicBezTo>
                  <a:cubicBezTo>
                    <a:pt x="1504" y="412"/>
                    <a:pt x="1504" y="412"/>
                    <a:pt x="1504" y="412"/>
                  </a:cubicBezTo>
                  <a:close/>
                  <a:moveTo>
                    <a:pt x="2061" y="11"/>
                  </a:moveTo>
                  <a:cubicBezTo>
                    <a:pt x="2188" y="11"/>
                    <a:pt x="2188" y="11"/>
                    <a:pt x="2188" y="11"/>
                  </a:cubicBezTo>
                  <a:cubicBezTo>
                    <a:pt x="2188" y="605"/>
                    <a:pt x="2188" y="605"/>
                    <a:pt x="2188" y="605"/>
                  </a:cubicBezTo>
                  <a:cubicBezTo>
                    <a:pt x="2061" y="605"/>
                    <a:pt x="2061" y="605"/>
                    <a:pt x="2061" y="605"/>
                  </a:cubicBezTo>
                  <a:lnTo>
                    <a:pt x="2061" y="11"/>
                  </a:lnTo>
                  <a:close/>
                  <a:moveTo>
                    <a:pt x="2816" y="288"/>
                  </a:moveTo>
                  <a:cubicBezTo>
                    <a:pt x="2816" y="567"/>
                    <a:pt x="2816" y="567"/>
                    <a:pt x="2816" y="567"/>
                  </a:cubicBezTo>
                  <a:cubicBezTo>
                    <a:pt x="2783" y="583"/>
                    <a:pt x="2748" y="595"/>
                    <a:pt x="2711" y="603"/>
                  </a:cubicBezTo>
                  <a:cubicBezTo>
                    <a:pt x="2673" y="612"/>
                    <a:pt x="2631" y="616"/>
                    <a:pt x="2585" y="616"/>
                  </a:cubicBezTo>
                  <a:cubicBezTo>
                    <a:pt x="2485" y="616"/>
                    <a:pt x="2407" y="590"/>
                    <a:pt x="2352" y="538"/>
                  </a:cubicBezTo>
                  <a:cubicBezTo>
                    <a:pt x="2298" y="486"/>
                    <a:pt x="2270" y="412"/>
                    <a:pt x="2270" y="316"/>
                  </a:cubicBezTo>
                  <a:cubicBezTo>
                    <a:pt x="2270" y="218"/>
                    <a:pt x="2298" y="140"/>
                    <a:pt x="2353" y="85"/>
                  </a:cubicBezTo>
                  <a:cubicBezTo>
                    <a:pt x="2408" y="29"/>
                    <a:pt x="2484" y="1"/>
                    <a:pt x="2582" y="1"/>
                  </a:cubicBezTo>
                  <a:cubicBezTo>
                    <a:pt x="2655" y="1"/>
                    <a:pt x="2712" y="17"/>
                    <a:pt x="2754" y="50"/>
                  </a:cubicBezTo>
                  <a:cubicBezTo>
                    <a:pt x="2797" y="84"/>
                    <a:pt x="2818" y="128"/>
                    <a:pt x="2818" y="183"/>
                  </a:cubicBezTo>
                  <a:cubicBezTo>
                    <a:pt x="2818" y="194"/>
                    <a:pt x="2818" y="194"/>
                    <a:pt x="2818" y="194"/>
                  </a:cubicBezTo>
                  <a:cubicBezTo>
                    <a:pt x="2698" y="194"/>
                    <a:pt x="2698" y="194"/>
                    <a:pt x="2698" y="194"/>
                  </a:cubicBezTo>
                  <a:cubicBezTo>
                    <a:pt x="2696" y="157"/>
                    <a:pt x="2685" y="130"/>
                    <a:pt x="2664" y="111"/>
                  </a:cubicBezTo>
                  <a:cubicBezTo>
                    <a:pt x="2643" y="91"/>
                    <a:pt x="2614" y="82"/>
                    <a:pt x="2575" y="82"/>
                  </a:cubicBezTo>
                  <a:cubicBezTo>
                    <a:pt x="2521" y="82"/>
                    <a:pt x="2478" y="102"/>
                    <a:pt x="2447" y="144"/>
                  </a:cubicBezTo>
                  <a:cubicBezTo>
                    <a:pt x="2416" y="185"/>
                    <a:pt x="2400" y="241"/>
                    <a:pt x="2400" y="312"/>
                  </a:cubicBezTo>
                  <a:cubicBezTo>
                    <a:pt x="2400" y="382"/>
                    <a:pt x="2416" y="435"/>
                    <a:pt x="2449" y="471"/>
                  </a:cubicBezTo>
                  <a:cubicBezTo>
                    <a:pt x="2482" y="507"/>
                    <a:pt x="2531" y="525"/>
                    <a:pt x="2595" y="525"/>
                  </a:cubicBezTo>
                  <a:cubicBezTo>
                    <a:pt x="2611" y="525"/>
                    <a:pt x="2628" y="524"/>
                    <a:pt x="2644" y="522"/>
                  </a:cubicBezTo>
                  <a:cubicBezTo>
                    <a:pt x="2660" y="520"/>
                    <a:pt x="2676" y="517"/>
                    <a:pt x="2692" y="513"/>
                  </a:cubicBezTo>
                  <a:cubicBezTo>
                    <a:pt x="2692" y="383"/>
                    <a:pt x="2692" y="383"/>
                    <a:pt x="2692" y="383"/>
                  </a:cubicBezTo>
                  <a:cubicBezTo>
                    <a:pt x="2579" y="383"/>
                    <a:pt x="2579" y="383"/>
                    <a:pt x="2579" y="383"/>
                  </a:cubicBezTo>
                  <a:cubicBezTo>
                    <a:pt x="2579" y="288"/>
                    <a:pt x="2579" y="288"/>
                    <a:pt x="2579" y="288"/>
                  </a:cubicBezTo>
                  <a:lnTo>
                    <a:pt x="2816" y="288"/>
                  </a:lnTo>
                  <a:close/>
                  <a:moveTo>
                    <a:pt x="2920" y="605"/>
                  </a:moveTo>
                  <a:cubicBezTo>
                    <a:pt x="2920" y="11"/>
                    <a:pt x="2920" y="11"/>
                    <a:pt x="2920" y="11"/>
                  </a:cubicBezTo>
                  <a:cubicBezTo>
                    <a:pt x="3048" y="11"/>
                    <a:pt x="3048" y="11"/>
                    <a:pt x="3048" y="11"/>
                  </a:cubicBezTo>
                  <a:cubicBezTo>
                    <a:pt x="3048" y="248"/>
                    <a:pt x="3048" y="248"/>
                    <a:pt x="3048" y="248"/>
                  </a:cubicBezTo>
                  <a:cubicBezTo>
                    <a:pt x="3273" y="248"/>
                    <a:pt x="3273" y="248"/>
                    <a:pt x="3273" y="248"/>
                  </a:cubicBezTo>
                  <a:cubicBezTo>
                    <a:pt x="3273" y="11"/>
                    <a:pt x="3273" y="11"/>
                    <a:pt x="3273" y="11"/>
                  </a:cubicBezTo>
                  <a:cubicBezTo>
                    <a:pt x="3397" y="11"/>
                    <a:pt x="3397" y="11"/>
                    <a:pt x="3397" y="11"/>
                  </a:cubicBezTo>
                  <a:cubicBezTo>
                    <a:pt x="3397" y="605"/>
                    <a:pt x="3397" y="605"/>
                    <a:pt x="3397" y="605"/>
                  </a:cubicBezTo>
                  <a:cubicBezTo>
                    <a:pt x="3273" y="605"/>
                    <a:pt x="3273" y="605"/>
                    <a:pt x="3273" y="605"/>
                  </a:cubicBezTo>
                  <a:cubicBezTo>
                    <a:pt x="3273" y="345"/>
                    <a:pt x="3273" y="345"/>
                    <a:pt x="3273" y="345"/>
                  </a:cubicBezTo>
                  <a:cubicBezTo>
                    <a:pt x="3048" y="345"/>
                    <a:pt x="3048" y="345"/>
                    <a:pt x="3048" y="345"/>
                  </a:cubicBezTo>
                  <a:cubicBezTo>
                    <a:pt x="3048" y="605"/>
                    <a:pt x="3048" y="605"/>
                    <a:pt x="3048" y="605"/>
                  </a:cubicBezTo>
                  <a:lnTo>
                    <a:pt x="2920" y="605"/>
                  </a:lnTo>
                  <a:close/>
                  <a:moveTo>
                    <a:pt x="3628" y="605"/>
                  </a:moveTo>
                  <a:cubicBezTo>
                    <a:pt x="3628" y="107"/>
                    <a:pt x="3628" y="107"/>
                    <a:pt x="3628" y="107"/>
                  </a:cubicBezTo>
                  <a:cubicBezTo>
                    <a:pt x="3453" y="107"/>
                    <a:pt x="3453" y="107"/>
                    <a:pt x="3453" y="107"/>
                  </a:cubicBezTo>
                  <a:cubicBezTo>
                    <a:pt x="3453" y="11"/>
                    <a:pt x="3453" y="11"/>
                    <a:pt x="3453" y="11"/>
                  </a:cubicBezTo>
                  <a:cubicBezTo>
                    <a:pt x="3931" y="11"/>
                    <a:pt x="3931" y="11"/>
                    <a:pt x="3931" y="11"/>
                  </a:cubicBezTo>
                  <a:cubicBezTo>
                    <a:pt x="3931" y="107"/>
                    <a:pt x="3931" y="107"/>
                    <a:pt x="3931" y="107"/>
                  </a:cubicBezTo>
                  <a:cubicBezTo>
                    <a:pt x="3756" y="107"/>
                    <a:pt x="3756" y="107"/>
                    <a:pt x="3756" y="107"/>
                  </a:cubicBezTo>
                  <a:cubicBezTo>
                    <a:pt x="3756" y="605"/>
                    <a:pt x="3756" y="605"/>
                    <a:pt x="3756" y="605"/>
                  </a:cubicBezTo>
                  <a:lnTo>
                    <a:pt x="3628" y="605"/>
                  </a:lnTo>
                  <a:close/>
                </a:path>
              </a:pathLst>
            </a:custGeom>
            <a:solidFill>
              <a:srgbClr val="55555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6">
              <a:extLst>
                <a:ext uri="{FF2B5EF4-FFF2-40B4-BE49-F238E27FC236}">
                  <a16:creationId xmlns:a16="http://schemas.microsoft.com/office/drawing/2014/main" id="{0A9110DB-3204-4593-B863-F03340BAE92A}"/>
                </a:ext>
              </a:extLst>
            </p:cNvPr>
            <p:cNvSpPr>
              <a:spLocks/>
            </p:cNvSpPr>
            <p:nvPr userDrawn="1"/>
          </p:nvSpPr>
          <p:spPr bwMode="black">
            <a:xfrm>
              <a:off x="1231901" y="5359401"/>
              <a:ext cx="3417888" cy="2630487"/>
            </a:xfrm>
            <a:custGeom>
              <a:avLst/>
              <a:gdLst>
                <a:gd name="T0" fmla="*/ 1831 w 1831"/>
                <a:gd name="T1" fmla="*/ 726 h 1406"/>
                <a:gd name="T2" fmla="*/ 1765 w 1831"/>
                <a:gd name="T3" fmla="*/ 626 h 1406"/>
                <a:gd name="T4" fmla="*/ 1654 w 1831"/>
                <a:gd name="T5" fmla="*/ 379 h 1406"/>
                <a:gd name="T6" fmla="*/ 1533 w 1831"/>
                <a:gd name="T7" fmla="*/ 626 h 1406"/>
                <a:gd name="T8" fmla="*/ 1456 w 1831"/>
                <a:gd name="T9" fmla="*/ 726 h 1406"/>
                <a:gd name="T10" fmla="*/ 1339 w 1831"/>
                <a:gd name="T11" fmla="*/ 505 h 1406"/>
                <a:gd name="T12" fmla="*/ 1119 w 1831"/>
                <a:gd name="T13" fmla="*/ 0 h 1406"/>
                <a:gd name="T14" fmla="*/ 911 w 1831"/>
                <a:gd name="T15" fmla="*/ 506 h 1406"/>
                <a:gd name="T16" fmla="*/ 757 w 1831"/>
                <a:gd name="T17" fmla="*/ 726 h 1406"/>
                <a:gd name="T18" fmla="*/ 626 w 1831"/>
                <a:gd name="T19" fmla="*/ 553 h 1406"/>
                <a:gd name="T20" fmla="*/ 458 w 1831"/>
                <a:gd name="T21" fmla="*/ 218 h 1406"/>
                <a:gd name="T22" fmla="*/ 288 w 1831"/>
                <a:gd name="T23" fmla="*/ 562 h 1406"/>
                <a:gd name="T24" fmla="*/ 153 w 1831"/>
                <a:gd name="T25" fmla="*/ 726 h 1406"/>
                <a:gd name="T26" fmla="*/ 0 w 1831"/>
                <a:gd name="T27" fmla="*/ 726 h 1406"/>
                <a:gd name="T28" fmla="*/ 0 w 1831"/>
                <a:gd name="T29" fmla="*/ 727 h 1406"/>
                <a:gd name="T30" fmla="*/ 70 w 1831"/>
                <a:gd name="T31" fmla="*/ 830 h 1406"/>
                <a:gd name="T32" fmla="*/ 166 w 1831"/>
                <a:gd name="T33" fmla="*/ 1075 h 1406"/>
                <a:gd name="T34" fmla="*/ 268 w 1831"/>
                <a:gd name="T35" fmla="*/ 869 h 1406"/>
                <a:gd name="T36" fmla="*/ 374 w 1831"/>
                <a:gd name="T37" fmla="*/ 727 h 1406"/>
                <a:gd name="T38" fmla="*/ 506 w 1831"/>
                <a:gd name="T39" fmla="*/ 958 h 1406"/>
                <a:gd name="T40" fmla="*/ 707 w 1831"/>
                <a:gd name="T41" fmla="*/ 1406 h 1406"/>
                <a:gd name="T42" fmla="*/ 915 w 1831"/>
                <a:gd name="T43" fmla="*/ 958 h 1406"/>
                <a:gd name="T44" fmla="*/ 1083 w 1831"/>
                <a:gd name="T45" fmla="*/ 727 h 1406"/>
                <a:gd name="T46" fmla="*/ 1234 w 1831"/>
                <a:gd name="T47" fmla="*/ 901 h 1406"/>
                <a:gd name="T48" fmla="*/ 1380 w 1831"/>
                <a:gd name="T49" fmla="*/ 1131 h 1406"/>
                <a:gd name="T50" fmla="*/ 1534 w 1831"/>
                <a:gd name="T51" fmla="*/ 873 h 1406"/>
                <a:gd name="T52" fmla="*/ 1677 w 1831"/>
                <a:gd name="T53" fmla="*/ 727 h 1406"/>
                <a:gd name="T54" fmla="*/ 1831 w 1831"/>
                <a:gd name="T55" fmla="*/ 727 h 1406"/>
                <a:gd name="T56" fmla="*/ 1831 w 1831"/>
                <a:gd name="T57" fmla="*/ 726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31" h="1406">
                  <a:moveTo>
                    <a:pt x="1831" y="726"/>
                  </a:moveTo>
                  <a:cubicBezTo>
                    <a:pt x="1817" y="724"/>
                    <a:pt x="1786" y="709"/>
                    <a:pt x="1765" y="626"/>
                  </a:cubicBezTo>
                  <a:cubicBezTo>
                    <a:pt x="1730" y="493"/>
                    <a:pt x="1713" y="379"/>
                    <a:pt x="1654" y="379"/>
                  </a:cubicBezTo>
                  <a:cubicBezTo>
                    <a:pt x="1595" y="379"/>
                    <a:pt x="1568" y="493"/>
                    <a:pt x="1533" y="626"/>
                  </a:cubicBezTo>
                  <a:cubicBezTo>
                    <a:pt x="1512" y="705"/>
                    <a:pt x="1491" y="726"/>
                    <a:pt x="1456" y="726"/>
                  </a:cubicBezTo>
                  <a:cubicBezTo>
                    <a:pt x="1423" y="726"/>
                    <a:pt x="1389" y="711"/>
                    <a:pt x="1339" y="505"/>
                  </a:cubicBezTo>
                  <a:cubicBezTo>
                    <a:pt x="1295" y="325"/>
                    <a:pt x="1266" y="0"/>
                    <a:pt x="1119" y="0"/>
                  </a:cubicBezTo>
                  <a:cubicBezTo>
                    <a:pt x="973" y="0"/>
                    <a:pt x="930" y="424"/>
                    <a:pt x="911" y="506"/>
                  </a:cubicBezTo>
                  <a:cubicBezTo>
                    <a:pt x="887" y="607"/>
                    <a:pt x="830" y="726"/>
                    <a:pt x="757" y="726"/>
                  </a:cubicBezTo>
                  <a:cubicBezTo>
                    <a:pt x="685" y="726"/>
                    <a:pt x="647" y="643"/>
                    <a:pt x="626" y="553"/>
                  </a:cubicBezTo>
                  <a:cubicBezTo>
                    <a:pt x="592" y="416"/>
                    <a:pt x="555" y="218"/>
                    <a:pt x="458" y="218"/>
                  </a:cubicBezTo>
                  <a:cubicBezTo>
                    <a:pt x="362" y="218"/>
                    <a:pt x="331" y="382"/>
                    <a:pt x="288" y="562"/>
                  </a:cubicBezTo>
                  <a:cubicBezTo>
                    <a:pt x="263" y="668"/>
                    <a:pt x="223" y="726"/>
                    <a:pt x="153" y="726"/>
                  </a:cubicBezTo>
                  <a:cubicBezTo>
                    <a:pt x="0" y="726"/>
                    <a:pt x="0" y="726"/>
                    <a:pt x="0" y="726"/>
                  </a:cubicBezTo>
                  <a:cubicBezTo>
                    <a:pt x="0" y="727"/>
                    <a:pt x="0" y="727"/>
                    <a:pt x="0" y="727"/>
                  </a:cubicBezTo>
                  <a:cubicBezTo>
                    <a:pt x="20" y="733"/>
                    <a:pt x="60" y="766"/>
                    <a:pt x="70" y="830"/>
                  </a:cubicBezTo>
                  <a:cubicBezTo>
                    <a:pt x="94" y="981"/>
                    <a:pt x="113" y="1075"/>
                    <a:pt x="166" y="1075"/>
                  </a:cubicBezTo>
                  <a:cubicBezTo>
                    <a:pt x="218" y="1075"/>
                    <a:pt x="238" y="994"/>
                    <a:pt x="268" y="869"/>
                  </a:cubicBezTo>
                  <a:cubicBezTo>
                    <a:pt x="292" y="770"/>
                    <a:pt x="329" y="727"/>
                    <a:pt x="374" y="727"/>
                  </a:cubicBezTo>
                  <a:cubicBezTo>
                    <a:pt x="439" y="727"/>
                    <a:pt x="470" y="807"/>
                    <a:pt x="506" y="958"/>
                  </a:cubicBezTo>
                  <a:cubicBezTo>
                    <a:pt x="577" y="1260"/>
                    <a:pt x="592" y="1406"/>
                    <a:pt x="707" y="1406"/>
                  </a:cubicBezTo>
                  <a:cubicBezTo>
                    <a:pt x="821" y="1406"/>
                    <a:pt x="839" y="1260"/>
                    <a:pt x="915" y="958"/>
                  </a:cubicBezTo>
                  <a:cubicBezTo>
                    <a:pt x="949" y="827"/>
                    <a:pt x="1011" y="727"/>
                    <a:pt x="1083" y="727"/>
                  </a:cubicBezTo>
                  <a:cubicBezTo>
                    <a:pt x="1156" y="727"/>
                    <a:pt x="1207" y="824"/>
                    <a:pt x="1234" y="901"/>
                  </a:cubicBezTo>
                  <a:cubicBezTo>
                    <a:pt x="1291" y="1068"/>
                    <a:pt x="1317" y="1131"/>
                    <a:pt x="1380" y="1131"/>
                  </a:cubicBezTo>
                  <a:cubicBezTo>
                    <a:pt x="1443" y="1131"/>
                    <a:pt x="1478" y="1055"/>
                    <a:pt x="1534" y="873"/>
                  </a:cubicBezTo>
                  <a:cubicBezTo>
                    <a:pt x="1569" y="758"/>
                    <a:pt x="1574" y="727"/>
                    <a:pt x="1677" y="727"/>
                  </a:cubicBezTo>
                  <a:cubicBezTo>
                    <a:pt x="1831" y="727"/>
                    <a:pt x="1831" y="727"/>
                    <a:pt x="1831" y="727"/>
                  </a:cubicBezTo>
                  <a:cubicBezTo>
                    <a:pt x="1831" y="726"/>
                    <a:pt x="1831" y="726"/>
                    <a:pt x="1831" y="726"/>
                  </a:cubicBezTo>
                  <a:close/>
                </a:path>
              </a:pathLst>
            </a:custGeom>
            <a:solidFill>
              <a:srgbClr val="EB0029"/>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416853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Large Statement">
    <p:bg>
      <p:bgPr>
        <a:solidFill>
          <a:schemeClr val="bg1"/>
        </a:solidFill>
        <a:effectLst/>
      </p:bgPr>
    </p:bg>
    <p:spTree>
      <p:nvGrpSpPr>
        <p:cNvPr id="1" name=""/>
        <p:cNvGrpSpPr/>
        <p:nvPr/>
      </p:nvGrpSpPr>
      <p:grpSpPr>
        <a:xfrm>
          <a:off x="0" y="0"/>
          <a:ext cx="0" cy="0"/>
          <a:chOff x="0" y="0"/>
          <a:chExt cx="0" cy="0"/>
        </a:xfrm>
      </p:grpSpPr>
      <p:sp>
        <p:nvSpPr>
          <p:cNvPr id="3" name="Texture">
            <a:extLst>
              <a:ext uri="{FF2B5EF4-FFF2-40B4-BE49-F238E27FC236}">
                <a16:creationId xmlns:a16="http://schemas.microsoft.com/office/drawing/2014/main" id="{1E4985FC-C4A1-4C4E-9D8B-E1EF235D555D}"/>
              </a:ext>
            </a:extLst>
          </p:cNvPr>
          <p:cNvSpPr/>
          <p:nvPr userDrawn="1"/>
        </p:nvSpPr>
        <p:spPr>
          <a:xfrm>
            <a:off x="0" y="0"/>
            <a:ext cx="12192000" cy="6858000"/>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err="1"/>
          </a:p>
        </p:txBody>
      </p:sp>
      <p:sp>
        <p:nvSpPr>
          <p:cNvPr id="2" name="Title">
            <a:extLst>
              <a:ext uri="{FF2B5EF4-FFF2-40B4-BE49-F238E27FC236}">
                <a16:creationId xmlns:a16="http://schemas.microsoft.com/office/drawing/2014/main" id="{C54FD730-BB81-4C20-B6E9-3E0B048CAC1C}"/>
              </a:ext>
            </a:extLst>
          </p:cNvPr>
          <p:cNvSpPr>
            <a:spLocks noGrp="1"/>
          </p:cNvSpPr>
          <p:nvPr>
            <p:ph type="title" hasCustomPrompt="1"/>
          </p:nvPr>
        </p:nvSpPr>
        <p:spPr>
          <a:xfrm>
            <a:off x="449202" y="1463040"/>
            <a:ext cx="11292840" cy="3785616"/>
          </a:xfrm>
        </p:spPr>
        <p:txBody>
          <a:bodyPr anchor="ctr"/>
          <a:lstStyle>
            <a:lvl1pPr algn="ctr">
              <a:lnSpc>
                <a:spcPct val="90000"/>
              </a:lnSpc>
              <a:defRPr lang="en-US" sz="4400" b="1" kern="1200" dirty="0">
                <a:solidFill>
                  <a:schemeClr val="tx1">
                    <a:lumMod val="85000"/>
                    <a:lumOff val="15000"/>
                  </a:schemeClr>
                </a:solidFill>
                <a:latin typeface="+mj-lt"/>
                <a:ea typeface="+mj-ea"/>
                <a:cs typeface="+mj-cs"/>
              </a:defRPr>
            </a:lvl1pPr>
          </a:lstStyle>
          <a:p>
            <a:pPr lvl="0" algn="ctr" defTabSz="914400" rtl="0" eaLnBrk="1" latinLnBrk="0" hangingPunct="1">
              <a:lnSpc>
                <a:spcPct val="90000"/>
              </a:lnSpc>
              <a:spcBef>
                <a:spcPct val="0"/>
              </a:spcBef>
              <a:buNone/>
            </a:pPr>
            <a:r>
              <a:rPr lang="en-US"/>
              <a:t>Large statement layout.</a:t>
            </a:r>
          </a:p>
        </p:txBody>
      </p:sp>
      <p:sp>
        <p:nvSpPr>
          <p:cNvPr id="15" name="Footer Placeholder 14">
            <a:extLst>
              <a:ext uri="{FF2B5EF4-FFF2-40B4-BE49-F238E27FC236}">
                <a16:creationId xmlns:a16="http://schemas.microsoft.com/office/drawing/2014/main" id="{9D9AE906-1DB3-4285-A68A-0F8B8AC97CA4}"/>
              </a:ext>
            </a:extLst>
          </p:cNvPr>
          <p:cNvSpPr>
            <a:spLocks noGrp="1"/>
          </p:cNvSpPr>
          <p:nvPr>
            <p:ph type="ftr" sz="quarter" idx="10"/>
          </p:nvPr>
        </p:nvSpPr>
        <p:spPr/>
        <p:txBody>
          <a:bodyPr/>
          <a:lstStyle/>
          <a:p>
            <a:endParaRPr lang="en-US"/>
          </a:p>
        </p:txBody>
      </p:sp>
      <p:sp>
        <p:nvSpPr>
          <p:cNvPr id="16" name="Slide Number">
            <a:extLst>
              <a:ext uri="{FF2B5EF4-FFF2-40B4-BE49-F238E27FC236}">
                <a16:creationId xmlns:a16="http://schemas.microsoft.com/office/drawing/2014/main" id="{27E814A0-99D6-40C5-A745-5C658684C0F9}"/>
              </a:ext>
            </a:extLst>
          </p:cNvPr>
          <p:cNvSpPr txBox="1">
            <a:spLocks/>
          </p:cNvSpPr>
          <p:nvPr userDrawn="1"/>
        </p:nvSpPr>
        <p:spPr bwMode="gray">
          <a:xfrm>
            <a:off x="11006977" y="6447297"/>
            <a:ext cx="735822" cy="153888"/>
          </a:xfrm>
          <a:prstGeom prst="rect">
            <a:avLst/>
          </a:prstGeom>
        </p:spPr>
        <p:txBody>
          <a:bodyPr vert="horz" wrap="square" lIns="0" tIns="0" rIns="0" bIns="0" rtlCol="0" anchor="ctr">
            <a:noAutofit/>
          </a:bodyPr>
          <a:lstStyle>
            <a:defPPr>
              <a:defRPr lang="en-US"/>
            </a:defPPr>
            <a:lvl1pPr marL="0" algn="r" defTabSz="457200" rtl="0" eaLnBrk="1" latinLnBrk="0" hangingPunct="1">
              <a:defRPr sz="1000" kern="1200">
                <a:solidFill>
                  <a:schemeClr val="bg1">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862D98-B5C3-4BE4-8A34-4F5B36AB20BC}" type="slidenum">
              <a:rPr lang="en-US" smtClean="0">
                <a:solidFill>
                  <a:schemeClr val="bg1">
                    <a:lumMod val="65000"/>
                  </a:schemeClr>
                </a:solidFill>
              </a:rPr>
              <a:pPr/>
              <a:t>‹#›</a:t>
            </a:fld>
            <a:endParaRPr lang="en-US">
              <a:solidFill>
                <a:schemeClr val="bg1">
                  <a:lumMod val="65000"/>
                </a:schemeClr>
              </a:solidFill>
            </a:endParaRPr>
          </a:p>
        </p:txBody>
      </p:sp>
      <p:grpSp>
        <p:nvGrpSpPr>
          <p:cNvPr id="17" name="Logo">
            <a:extLst>
              <a:ext uri="{FF2B5EF4-FFF2-40B4-BE49-F238E27FC236}">
                <a16:creationId xmlns:a16="http://schemas.microsoft.com/office/drawing/2014/main" id="{CBA27C52-51B0-46E5-A354-FDA0C0E69C96}"/>
              </a:ext>
            </a:extLst>
          </p:cNvPr>
          <p:cNvGrpSpPr>
            <a:grpSpLocks noChangeAspect="1"/>
          </p:cNvGrpSpPr>
          <p:nvPr userDrawn="1"/>
        </p:nvGrpSpPr>
        <p:grpSpPr bwMode="black">
          <a:xfrm>
            <a:off x="428653" y="6447297"/>
            <a:ext cx="914400" cy="214552"/>
            <a:chOff x="1231901" y="5359401"/>
            <a:chExt cx="11210925" cy="2630487"/>
          </a:xfrm>
        </p:grpSpPr>
        <p:sp>
          <p:nvSpPr>
            <p:cNvPr id="18" name="Freeform 5">
              <a:extLst>
                <a:ext uri="{FF2B5EF4-FFF2-40B4-BE49-F238E27FC236}">
                  <a16:creationId xmlns:a16="http://schemas.microsoft.com/office/drawing/2014/main" id="{0AE504F3-CE1B-4FFA-90CB-0DB30ADE04CC}"/>
                </a:ext>
              </a:extLst>
            </p:cNvPr>
            <p:cNvSpPr>
              <a:spLocks noEditPoints="1"/>
            </p:cNvSpPr>
            <p:nvPr userDrawn="1"/>
          </p:nvSpPr>
          <p:spPr bwMode="black">
            <a:xfrm>
              <a:off x="5105401" y="5586413"/>
              <a:ext cx="7337425" cy="2147887"/>
            </a:xfrm>
            <a:custGeom>
              <a:avLst/>
              <a:gdLst>
                <a:gd name="T0" fmla="*/ 0 w 3931"/>
                <a:gd name="T1" fmla="*/ 803 h 1148"/>
                <a:gd name="T2" fmla="*/ 552 w 3931"/>
                <a:gd name="T3" fmla="*/ 1142 h 1148"/>
                <a:gd name="T4" fmla="*/ 388 w 3931"/>
                <a:gd name="T5" fmla="*/ 853 h 1148"/>
                <a:gd name="T6" fmla="*/ 388 w 3931"/>
                <a:gd name="T7" fmla="*/ 1092 h 1148"/>
                <a:gd name="T8" fmla="*/ 620 w 3931"/>
                <a:gd name="T9" fmla="*/ 974 h 1148"/>
                <a:gd name="T10" fmla="*/ 887 w 3931"/>
                <a:gd name="T11" fmla="*/ 900 h 1148"/>
                <a:gd name="T12" fmla="*/ 701 w 3931"/>
                <a:gd name="T13" fmla="*/ 877 h 1148"/>
                <a:gd name="T14" fmla="*/ 828 w 3931"/>
                <a:gd name="T15" fmla="*/ 1048 h 1148"/>
                <a:gd name="T16" fmla="*/ 762 w 3931"/>
                <a:gd name="T17" fmla="*/ 1148 h 1148"/>
                <a:gd name="T18" fmla="*/ 1018 w 3931"/>
                <a:gd name="T19" fmla="*/ 1142 h 1148"/>
                <a:gd name="T20" fmla="*/ 1169 w 3931"/>
                <a:gd name="T21" fmla="*/ 943 h 1148"/>
                <a:gd name="T22" fmla="*/ 1533 w 3931"/>
                <a:gd name="T23" fmla="*/ 1142 h 1148"/>
                <a:gd name="T24" fmla="*/ 1327 w 3931"/>
                <a:gd name="T25" fmla="*/ 803 h 1148"/>
                <a:gd name="T26" fmla="*/ 1596 w 3931"/>
                <a:gd name="T27" fmla="*/ 1142 h 1148"/>
                <a:gd name="T28" fmla="*/ 1719 w 3931"/>
                <a:gd name="T29" fmla="*/ 844 h 1148"/>
                <a:gd name="T30" fmla="*/ 1834 w 3931"/>
                <a:gd name="T31" fmla="*/ 1148 h 1148"/>
                <a:gd name="T32" fmla="*/ 1833 w 3931"/>
                <a:gd name="T33" fmla="*/ 1099 h 1148"/>
                <a:gd name="T34" fmla="*/ 2274 w 3931"/>
                <a:gd name="T35" fmla="*/ 1142 h 1148"/>
                <a:gd name="T36" fmla="*/ 2274 w 3931"/>
                <a:gd name="T37" fmla="*/ 1092 h 1148"/>
                <a:gd name="T38" fmla="*/ 2360 w 3931"/>
                <a:gd name="T39" fmla="*/ 844 h 1148"/>
                <a:gd name="T40" fmla="*/ 2475 w 3931"/>
                <a:gd name="T41" fmla="*/ 1148 h 1148"/>
                <a:gd name="T42" fmla="*/ 2475 w 3931"/>
                <a:gd name="T43" fmla="*/ 1099 h 1148"/>
                <a:gd name="T44" fmla="*/ 2862 w 3931"/>
                <a:gd name="T45" fmla="*/ 1148 h 1148"/>
                <a:gd name="T46" fmla="*/ 2949 w 3931"/>
                <a:gd name="T47" fmla="*/ 822 h 1148"/>
                <a:gd name="T48" fmla="*/ 2905 w 3931"/>
                <a:gd name="T49" fmla="*/ 856 h 1148"/>
                <a:gd name="T50" fmla="*/ 2864 w 3931"/>
                <a:gd name="T51" fmla="*/ 1101 h 1148"/>
                <a:gd name="T52" fmla="*/ 2857 w 3931"/>
                <a:gd name="T53" fmla="*/ 955 h 1148"/>
                <a:gd name="T54" fmla="*/ 2862 w 3931"/>
                <a:gd name="T55" fmla="*/ 1148 h 1148"/>
                <a:gd name="T56" fmla="*/ 3139 w 3931"/>
                <a:gd name="T57" fmla="*/ 1142 h 1148"/>
                <a:gd name="T58" fmla="*/ 3458 w 3931"/>
                <a:gd name="T59" fmla="*/ 853 h 1148"/>
                <a:gd name="T60" fmla="*/ 3298 w 3931"/>
                <a:gd name="T61" fmla="*/ 991 h 1148"/>
                <a:gd name="T62" fmla="*/ 3562 w 3931"/>
                <a:gd name="T63" fmla="*/ 1123 h 1148"/>
                <a:gd name="T64" fmla="*/ 3606 w 3931"/>
                <a:gd name="T65" fmla="*/ 1084 h 1148"/>
                <a:gd name="T66" fmla="*/ 3647 w 3931"/>
                <a:gd name="T67" fmla="*/ 991 h 1148"/>
                <a:gd name="T68" fmla="*/ 3569 w 3931"/>
                <a:gd name="T69" fmla="*/ 824 h 1148"/>
                <a:gd name="T70" fmla="*/ 3724 w 3931"/>
                <a:gd name="T71" fmla="*/ 895 h 1148"/>
                <a:gd name="T72" fmla="*/ 3591 w 3931"/>
                <a:gd name="T73" fmla="*/ 893 h 1148"/>
                <a:gd name="T74" fmla="*/ 3754 w 3931"/>
                <a:gd name="T75" fmla="*/ 1120 h 1148"/>
                <a:gd name="T76" fmla="*/ 152 w 3931"/>
                <a:gd name="T77" fmla="*/ 268 h 1148"/>
                <a:gd name="T78" fmla="*/ 361 w 3931"/>
                <a:gd name="T79" fmla="*/ 605 h 1148"/>
                <a:gd name="T80" fmla="*/ 553 w 3931"/>
                <a:gd name="T81" fmla="*/ 11 h 1148"/>
                <a:gd name="T82" fmla="*/ 931 w 3931"/>
                <a:gd name="T83" fmla="*/ 249 h 1148"/>
                <a:gd name="T84" fmla="*/ 957 w 3931"/>
                <a:gd name="T85" fmla="*/ 605 h 1148"/>
                <a:gd name="T86" fmla="*/ 1123 w 3931"/>
                <a:gd name="T87" fmla="*/ 11 h 1148"/>
                <a:gd name="T88" fmla="*/ 1317 w 3931"/>
                <a:gd name="T89" fmla="*/ 605 h 1148"/>
                <a:gd name="T90" fmla="*/ 1746 w 3931"/>
                <a:gd name="T91" fmla="*/ 531 h 1148"/>
                <a:gd name="T92" fmla="*/ 1687 w 3931"/>
                <a:gd name="T93" fmla="*/ 337 h 1148"/>
                <a:gd name="T94" fmla="*/ 1749 w 3931"/>
                <a:gd name="T95" fmla="*/ 0 h 1148"/>
                <a:gd name="T96" fmla="*/ 1813 w 3931"/>
                <a:gd name="T97" fmla="*/ 106 h 1148"/>
                <a:gd name="T98" fmla="*/ 1797 w 3931"/>
                <a:gd name="T99" fmla="*/ 262 h 1148"/>
                <a:gd name="T100" fmla="*/ 1563 w 3931"/>
                <a:gd name="T101" fmla="*/ 567 h 1148"/>
                <a:gd name="T102" fmla="*/ 2188 w 3931"/>
                <a:gd name="T103" fmla="*/ 605 h 1148"/>
                <a:gd name="T104" fmla="*/ 2711 w 3931"/>
                <a:gd name="T105" fmla="*/ 603 h 1148"/>
                <a:gd name="T106" fmla="*/ 2582 w 3931"/>
                <a:gd name="T107" fmla="*/ 1 h 1148"/>
                <a:gd name="T108" fmla="*/ 2664 w 3931"/>
                <a:gd name="T109" fmla="*/ 111 h 1148"/>
                <a:gd name="T110" fmla="*/ 2595 w 3931"/>
                <a:gd name="T111" fmla="*/ 525 h 1148"/>
                <a:gd name="T112" fmla="*/ 2579 w 3931"/>
                <a:gd name="T113" fmla="*/ 288 h 1148"/>
                <a:gd name="T114" fmla="*/ 3048 w 3931"/>
                <a:gd name="T115" fmla="*/ 248 h 1148"/>
                <a:gd name="T116" fmla="*/ 3273 w 3931"/>
                <a:gd name="T117" fmla="*/ 605 h 1148"/>
                <a:gd name="T118" fmla="*/ 3628 w 3931"/>
                <a:gd name="T119" fmla="*/ 605 h 1148"/>
                <a:gd name="T120" fmla="*/ 3931 w 3931"/>
                <a:gd name="T121" fmla="*/ 107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1" h="1148">
                  <a:moveTo>
                    <a:pt x="163" y="1142"/>
                  </a:moveTo>
                  <a:cubicBezTo>
                    <a:pt x="109" y="1142"/>
                    <a:pt x="109" y="1142"/>
                    <a:pt x="109" y="1142"/>
                  </a:cubicBezTo>
                  <a:cubicBezTo>
                    <a:pt x="109" y="853"/>
                    <a:pt x="109" y="853"/>
                    <a:pt x="109" y="853"/>
                  </a:cubicBezTo>
                  <a:cubicBezTo>
                    <a:pt x="0" y="853"/>
                    <a:pt x="0" y="853"/>
                    <a:pt x="0" y="853"/>
                  </a:cubicBezTo>
                  <a:cubicBezTo>
                    <a:pt x="0" y="803"/>
                    <a:pt x="0" y="803"/>
                    <a:pt x="0" y="803"/>
                  </a:cubicBezTo>
                  <a:cubicBezTo>
                    <a:pt x="273" y="803"/>
                    <a:pt x="273" y="803"/>
                    <a:pt x="273" y="803"/>
                  </a:cubicBezTo>
                  <a:cubicBezTo>
                    <a:pt x="273" y="853"/>
                    <a:pt x="273" y="853"/>
                    <a:pt x="273" y="853"/>
                  </a:cubicBezTo>
                  <a:cubicBezTo>
                    <a:pt x="163" y="853"/>
                    <a:pt x="163" y="853"/>
                    <a:pt x="163" y="853"/>
                  </a:cubicBezTo>
                  <a:lnTo>
                    <a:pt x="163" y="1142"/>
                  </a:lnTo>
                  <a:close/>
                  <a:moveTo>
                    <a:pt x="552" y="1142"/>
                  </a:moveTo>
                  <a:cubicBezTo>
                    <a:pt x="334" y="1142"/>
                    <a:pt x="334" y="1142"/>
                    <a:pt x="334" y="1142"/>
                  </a:cubicBezTo>
                  <a:cubicBezTo>
                    <a:pt x="334" y="803"/>
                    <a:pt x="334" y="803"/>
                    <a:pt x="334" y="803"/>
                  </a:cubicBezTo>
                  <a:cubicBezTo>
                    <a:pt x="548" y="803"/>
                    <a:pt x="548" y="803"/>
                    <a:pt x="548" y="803"/>
                  </a:cubicBezTo>
                  <a:cubicBezTo>
                    <a:pt x="548" y="853"/>
                    <a:pt x="548" y="853"/>
                    <a:pt x="548" y="853"/>
                  </a:cubicBezTo>
                  <a:cubicBezTo>
                    <a:pt x="388" y="853"/>
                    <a:pt x="388" y="853"/>
                    <a:pt x="388" y="853"/>
                  </a:cubicBezTo>
                  <a:cubicBezTo>
                    <a:pt x="388" y="942"/>
                    <a:pt x="388" y="942"/>
                    <a:pt x="388" y="942"/>
                  </a:cubicBezTo>
                  <a:cubicBezTo>
                    <a:pt x="541" y="942"/>
                    <a:pt x="541" y="942"/>
                    <a:pt x="541" y="942"/>
                  </a:cubicBezTo>
                  <a:cubicBezTo>
                    <a:pt x="541" y="991"/>
                    <a:pt x="541" y="991"/>
                    <a:pt x="541" y="991"/>
                  </a:cubicBezTo>
                  <a:cubicBezTo>
                    <a:pt x="388" y="991"/>
                    <a:pt x="388" y="991"/>
                    <a:pt x="388" y="991"/>
                  </a:cubicBezTo>
                  <a:cubicBezTo>
                    <a:pt x="388" y="1092"/>
                    <a:pt x="388" y="1092"/>
                    <a:pt x="388" y="1092"/>
                  </a:cubicBezTo>
                  <a:cubicBezTo>
                    <a:pt x="552" y="1092"/>
                    <a:pt x="552" y="1092"/>
                    <a:pt x="552" y="1092"/>
                  </a:cubicBezTo>
                  <a:lnTo>
                    <a:pt x="552" y="1142"/>
                  </a:lnTo>
                  <a:close/>
                  <a:moveTo>
                    <a:pt x="762" y="1148"/>
                  </a:moveTo>
                  <a:cubicBezTo>
                    <a:pt x="716" y="1148"/>
                    <a:pt x="681" y="1133"/>
                    <a:pt x="656" y="1103"/>
                  </a:cubicBezTo>
                  <a:cubicBezTo>
                    <a:pt x="632" y="1073"/>
                    <a:pt x="620" y="1030"/>
                    <a:pt x="620" y="974"/>
                  </a:cubicBezTo>
                  <a:cubicBezTo>
                    <a:pt x="620" y="919"/>
                    <a:pt x="633" y="875"/>
                    <a:pt x="658" y="845"/>
                  </a:cubicBezTo>
                  <a:cubicBezTo>
                    <a:pt x="683" y="814"/>
                    <a:pt x="719" y="798"/>
                    <a:pt x="766" y="798"/>
                  </a:cubicBezTo>
                  <a:cubicBezTo>
                    <a:pt x="802" y="798"/>
                    <a:pt x="831" y="807"/>
                    <a:pt x="853" y="824"/>
                  </a:cubicBezTo>
                  <a:cubicBezTo>
                    <a:pt x="874" y="841"/>
                    <a:pt x="886" y="865"/>
                    <a:pt x="887" y="894"/>
                  </a:cubicBezTo>
                  <a:cubicBezTo>
                    <a:pt x="887" y="900"/>
                    <a:pt x="887" y="900"/>
                    <a:pt x="887" y="900"/>
                  </a:cubicBezTo>
                  <a:cubicBezTo>
                    <a:pt x="830" y="900"/>
                    <a:pt x="830" y="900"/>
                    <a:pt x="830" y="900"/>
                  </a:cubicBezTo>
                  <a:cubicBezTo>
                    <a:pt x="829" y="895"/>
                    <a:pt x="829" y="895"/>
                    <a:pt x="829" y="895"/>
                  </a:cubicBezTo>
                  <a:cubicBezTo>
                    <a:pt x="828" y="880"/>
                    <a:pt x="822" y="868"/>
                    <a:pt x="810" y="858"/>
                  </a:cubicBezTo>
                  <a:cubicBezTo>
                    <a:pt x="797" y="848"/>
                    <a:pt x="782" y="844"/>
                    <a:pt x="764" y="844"/>
                  </a:cubicBezTo>
                  <a:cubicBezTo>
                    <a:pt x="737" y="844"/>
                    <a:pt x="716" y="854"/>
                    <a:pt x="701" y="877"/>
                  </a:cubicBezTo>
                  <a:cubicBezTo>
                    <a:pt x="686" y="899"/>
                    <a:pt x="678" y="932"/>
                    <a:pt x="678" y="973"/>
                  </a:cubicBezTo>
                  <a:cubicBezTo>
                    <a:pt x="678" y="1014"/>
                    <a:pt x="685" y="1045"/>
                    <a:pt x="700" y="1067"/>
                  </a:cubicBezTo>
                  <a:cubicBezTo>
                    <a:pt x="715" y="1089"/>
                    <a:pt x="735" y="1099"/>
                    <a:pt x="762" y="1099"/>
                  </a:cubicBezTo>
                  <a:cubicBezTo>
                    <a:pt x="782" y="1099"/>
                    <a:pt x="797" y="1095"/>
                    <a:pt x="809" y="1086"/>
                  </a:cubicBezTo>
                  <a:cubicBezTo>
                    <a:pt x="820" y="1076"/>
                    <a:pt x="827" y="1064"/>
                    <a:pt x="828" y="1048"/>
                  </a:cubicBezTo>
                  <a:cubicBezTo>
                    <a:pt x="829" y="1043"/>
                    <a:pt x="829" y="1043"/>
                    <a:pt x="829" y="1043"/>
                  </a:cubicBezTo>
                  <a:cubicBezTo>
                    <a:pt x="888" y="1043"/>
                    <a:pt x="888" y="1043"/>
                    <a:pt x="888" y="1043"/>
                  </a:cubicBezTo>
                  <a:cubicBezTo>
                    <a:pt x="888" y="1049"/>
                    <a:pt x="888" y="1049"/>
                    <a:pt x="888" y="1049"/>
                  </a:cubicBezTo>
                  <a:cubicBezTo>
                    <a:pt x="887" y="1079"/>
                    <a:pt x="875" y="1103"/>
                    <a:pt x="852" y="1121"/>
                  </a:cubicBezTo>
                  <a:cubicBezTo>
                    <a:pt x="830" y="1139"/>
                    <a:pt x="800" y="1148"/>
                    <a:pt x="762" y="1148"/>
                  </a:cubicBezTo>
                  <a:moveTo>
                    <a:pt x="1223" y="1142"/>
                  </a:moveTo>
                  <a:cubicBezTo>
                    <a:pt x="1169" y="1142"/>
                    <a:pt x="1169" y="1142"/>
                    <a:pt x="1169" y="1142"/>
                  </a:cubicBezTo>
                  <a:cubicBezTo>
                    <a:pt x="1169" y="993"/>
                    <a:pt x="1169" y="993"/>
                    <a:pt x="1169" y="993"/>
                  </a:cubicBezTo>
                  <a:cubicBezTo>
                    <a:pt x="1018" y="993"/>
                    <a:pt x="1018" y="993"/>
                    <a:pt x="1018" y="993"/>
                  </a:cubicBezTo>
                  <a:cubicBezTo>
                    <a:pt x="1018" y="1142"/>
                    <a:pt x="1018" y="1142"/>
                    <a:pt x="1018" y="1142"/>
                  </a:cubicBezTo>
                  <a:cubicBezTo>
                    <a:pt x="963" y="1142"/>
                    <a:pt x="963" y="1142"/>
                    <a:pt x="963" y="1142"/>
                  </a:cubicBezTo>
                  <a:cubicBezTo>
                    <a:pt x="963" y="803"/>
                    <a:pt x="963" y="803"/>
                    <a:pt x="963" y="803"/>
                  </a:cubicBezTo>
                  <a:cubicBezTo>
                    <a:pt x="1018" y="803"/>
                    <a:pt x="1018" y="803"/>
                    <a:pt x="1018" y="803"/>
                  </a:cubicBezTo>
                  <a:cubicBezTo>
                    <a:pt x="1018" y="943"/>
                    <a:pt x="1018" y="943"/>
                    <a:pt x="1018" y="943"/>
                  </a:cubicBezTo>
                  <a:cubicBezTo>
                    <a:pt x="1169" y="943"/>
                    <a:pt x="1169" y="943"/>
                    <a:pt x="1169" y="943"/>
                  </a:cubicBezTo>
                  <a:cubicBezTo>
                    <a:pt x="1169" y="803"/>
                    <a:pt x="1169" y="803"/>
                    <a:pt x="1169" y="803"/>
                  </a:cubicBezTo>
                  <a:cubicBezTo>
                    <a:pt x="1223" y="803"/>
                    <a:pt x="1223" y="803"/>
                    <a:pt x="1223" y="803"/>
                  </a:cubicBezTo>
                  <a:lnTo>
                    <a:pt x="1223" y="1142"/>
                  </a:lnTo>
                  <a:close/>
                  <a:moveTo>
                    <a:pt x="1595" y="1142"/>
                  </a:moveTo>
                  <a:cubicBezTo>
                    <a:pt x="1533" y="1142"/>
                    <a:pt x="1533" y="1142"/>
                    <a:pt x="1533" y="1142"/>
                  </a:cubicBezTo>
                  <a:cubicBezTo>
                    <a:pt x="1532" y="1140"/>
                    <a:pt x="1532" y="1140"/>
                    <a:pt x="1532" y="1140"/>
                  </a:cubicBezTo>
                  <a:cubicBezTo>
                    <a:pt x="1378" y="878"/>
                    <a:pt x="1378" y="878"/>
                    <a:pt x="1378" y="878"/>
                  </a:cubicBezTo>
                  <a:cubicBezTo>
                    <a:pt x="1378" y="1142"/>
                    <a:pt x="1378" y="1142"/>
                    <a:pt x="1378" y="1142"/>
                  </a:cubicBezTo>
                  <a:cubicBezTo>
                    <a:pt x="1327" y="1142"/>
                    <a:pt x="1327" y="1142"/>
                    <a:pt x="1327" y="1142"/>
                  </a:cubicBezTo>
                  <a:cubicBezTo>
                    <a:pt x="1327" y="803"/>
                    <a:pt x="1327" y="803"/>
                    <a:pt x="1327" y="803"/>
                  </a:cubicBezTo>
                  <a:cubicBezTo>
                    <a:pt x="1398" y="803"/>
                    <a:pt x="1398" y="803"/>
                    <a:pt x="1398" y="803"/>
                  </a:cubicBezTo>
                  <a:cubicBezTo>
                    <a:pt x="1545" y="1056"/>
                    <a:pt x="1545" y="1056"/>
                    <a:pt x="1545" y="1056"/>
                  </a:cubicBezTo>
                  <a:cubicBezTo>
                    <a:pt x="1545" y="803"/>
                    <a:pt x="1545" y="803"/>
                    <a:pt x="1545" y="803"/>
                  </a:cubicBezTo>
                  <a:cubicBezTo>
                    <a:pt x="1596" y="803"/>
                    <a:pt x="1596" y="803"/>
                    <a:pt x="1596" y="803"/>
                  </a:cubicBezTo>
                  <a:cubicBezTo>
                    <a:pt x="1596" y="1142"/>
                    <a:pt x="1596" y="1142"/>
                    <a:pt x="1596" y="1142"/>
                  </a:cubicBezTo>
                  <a:lnTo>
                    <a:pt x="1595" y="1142"/>
                  </a:lnTo>
                  <a:close/>
                  <a:moveTo>
                    <a:pt x="1834" y="1148"/>
                  </a:moveTo>
                  <a:cubicBezTo>
                    <a:pt x="1785" y="1148"/>
                    <a:pt x="1746" y="1132"/>
                    <a:pt x="1719" y="1102"/>
                  </a:cubicBezTo>
                  <a:cubicBezTo>
                    <a:pt x="1692" y="1071"/>
                    <a:pt x="1678" y="1028"/>
                    <a:pt x="1678" y="974"/>
                  </a:cubicBezTo>
                  <a:cubicBezTo>
                    <a:pt x="1678" y="918"/>
                    <a:pt x="1692" y="875"/>
                    <a:pt x="1719" y="844"/>
                  </a:cubicBezTo>
                  <a:cubicBezTo>
                    <a:pt x="1746" y="814"/>
                    <a:pt x="1785" y="798"/>
                    <a:pt x="1834" y="798"/>
                  </a:cubicBezTo>
                  <a:cubicBezTo>
                    <a:pt x="1883" y="798"/>
                    <a:pt x="1922" y="814"/>
                    <a:pt x="1949" y="844"/>
                  </a:cubicBezTo>
                  <a:cubicBezTo>
                    <a:pt x="1975" y="874"/>
                    <a:pt x="1989" y="918"/>
                    <a:pt x="1989" y="974"/>
                  </a:cubicBezTo>
                  <a:cubicBezTo>
                    <a:pt x="1989" y="1029"/>
                    <a:pt x="1975" y="1072"/>
                    <a:pt x="1948" y="1102"/>
                  </a:cubicBezTo>
                  <a:cubicBezTo>
                    <a:pt x="1921" y="1132"/>
                    <a:pt x="1883" y="1148"/>
                    <a:pt x="1834" y="1148"/>
                  </a:cubicBezTo>
                  <a:moveTo>
                    <a:pt x="1833" y="845"/>
                  </a:moveTo>
                  <a:cubicBezTo>
                    <a:pt x="1802" y="845"/>
                    <a:pt x="1778" y="855"/>
                    <a:pt x="1761" y="877"/>
                  </a:cubicBezTo>
                  <a:cubicBezTo>
                    <a:pt x="1745" y="899"/>
                    <a:pt x="1736" y="930"/>
                    <a:pt x="1736" y="971"/>
                  </a:cubicBezTo>
                  <a:cubicBezTo>
                    <a:pt x="1736" y="1013"/>
                    <a:pt x="1745" y="1045"/>
                    <a:pt x="1762" y="1067"/>
                  </a:cubicBezTo>
                  <a:cubicBezTo>
                    <a:pt x="1778" y="1089"/>
                    <a:pt x="1802" y="1099"/>
                    <a:pt x="1833" y="1099"/>
                  </a:cubicBezTo>
                  <a:cubicBezTo>
                    <a:pt x="1865" y="1099"/>
                    <a:pt x="1889" y="1089"/>
                    <a:pt x="1905" y="1067"/>
                  </a:cubicBezTo>
                  <a:cubicBezTo>
                    <a:pt x="1922" y="1046"/>
                    <a:pt x="1931" y="1014"/>
                    <a:pt x="1931" y="972"/>
                  </a:cubicBezTo>
                  <a:cubicBezTo>
                    <a:pt x="1931" y="931"/>
                    <a:pt x="1922" y="899"/>
                    <a:pt x="1905" y="877"/>
                  </a:cubicBezTo>
                  <a:cubicBezTo>
                    <a:pt x="1888" y="855"/>
                    <a:pt x="1865" y="845"/>
                    <a:pt x="1833" y="845"/>
                  </a:cubicBezTo>
                  <a:moveTo>
                    <a:pt x="2274" y="1142"/>
                  </a:moveTo>
                  <a:cubicBezTo>
                    <a:pt x="2070" y="1142"/>
                    <a:pt x="2070" y="1142"/>
                    <a:pt x="2070" y="1142"/>
                  </a:cubicBezTo>
                  <a:cubicBezTo>
                    <a:pt x="2070" y="803"/>
                    <a:pt x="2070" y="803"/>
                    <a:pt x="2070" y="803"/>
                  </a:cubicBezTo>
                  <a:cubicBezTo>
                    <a:pt x="2125" y="803"/>
                    <a:pt x="2125" y="803"/>
                    <a:pt x="2125" y="803"/>
                  </a:cubicBezTo>
                  <a:cubicBezTo>
                    <a:pt x="2125" y="1092"/>
                    <a:pt x="2125" y="1092"/>
                    <a:pt x="2125" y="1092"/>
                  </a:cubicBezTo>
                  <a:cubicBezTo>
                    <a:pt x="2274" y="1092"/>
                    <a:pt x="2274" y="1092"/>
                    <a:pt x="2274" y="1092"/>
                  </a:cubicBezTo>
                  <a:cubicBezTo>
                    <a:pt x="2274" y="1142"/>
                    <a:pt x="2274" y="1142"/>
                    <a:pt x="2274" y="1142"/>
                  </a:cubicBezTo>
                  <a:close/>
                  <a:moveTo>
                    <a:pt x="2475" y="1148"/>
                  </a:moveTo>
                  <a:cubicBezTo>
                    <a:pt x="2427" y="1148"/>
                    <a:pt x="2388" y="1132"/>
                    <a:pt x="2361" y="1102"/>
                  </a:cubicBezTo>
                  <a:cubicBezTo>
                    <a:pt x="2334" y="1071"/>
                    <a:pt x="2320" y="1028"/>
                    <a:pt x="2320" y="974"/>
                  </a:cubicBezTo>
                  <a:cubicBezTo>
                    <a:pt x="2320" y="918"/>
                    <a:pt x="2334" y="875"/>
                    <a:pt x="2360" y="844"/>
                  </a:cubicBezTo>
                  <a:cubicBezTo>
                    <a:pt x="2387" y="814"/>
                    <a:pt x="2426" y="798"/>
                    <a:pt x="2475" y="798"/>
                  </a:cubicBezTo>
                  <a:cubicBezTo>
                    <a:pt x="2525" y="798"/>
                    <a:pt x="2563" y="814"/>
                    <a:pt x="2590" y="844"/>
                  </a:cubicBezTo>
                  <a:cubicBezTo>
                    <a:pt x="2617" y="874"/>
                    <a:pt x="2630" y="918"/>
                    <a:pt x="2630" y="974"/>
                  </a:cubicBezTo>
                  <a:cubicBezTo>
                    <a:pt x="2630" y="1029"/>
                    <a:pt x="2617" y="1072"/>
                    <a:pt x="2590" y="1102"/>
                  </a:cubicBezTo>
                  <a:cubicBezTo>
                    <a:pt x="2563" y="1132"/>
                    <a:pt x="2525" y="1148"/>
                    <a:pt x="2475" y="1148"/>
                  </a:cubicBezTo>
                  <a:moveTo>
                    <a:pt x="2475" y="845"/>
                  </a:moveTo>
                  <a:cubicBezTo>
                    <a:pt x="2443" y="845"/>
                    <a:pt x="2420" y="855"/>
                    <a:pt x="2403" y="877"/>
                  </a:cubicBezTo>
                  <a:cubicBezTo>
                    <a:pt x="2386" y="899"/>
                    <a:pt x="2378" y="930"/>
                    <a:pt x="2378" y="971"/>
                  </a:cubicBezTo>
                  <a:cubicBezTo>
                    <a:pt x="2378" y="1013"/>
                    <a:pt x="2386" y="1045"/>
                    <a:pt x="2403" y="1067"/>
                  </a:cubicBezTo>
                  <a:cubicBezTo>
                    <a:pt x="2420" y="1089"/>
                    <a:pt x="2443" y="1099"/>
                    <a:pt x="2475" y="1099"/>
                  </a:cubicBezTo>
                  <a:cubicBezTo>
                    <a:pt x="2507" y="1099"/>
                    <a:pt x="2530" y="1089"/>
                    <a:pt x="2547" y="1067"/>
                  </a:cubicBezTo>
                  <a:cubicBezTo>
                    <a:pt x="2564" y="1046"/>
                    <a:pt x="2572" y="1014"/>
                    <a:pt x="2572" y="972"/>
                  </a:cubicBezTo>
                  <a:cubicBezTo>
                    <a:pt x="2572" y="931"/>
                    <a:pt x="2564" y="899"/>
                    <a:pt x="2547" y="877"/>
                  </a:cubicBezTo>
                  <a:cubicBezTo>
                    <a:pt x="2530" y="855"/>
                    <a:pt x="2507" y="845"/>
                    <a:pt x="2475" y="845"/>
                  </a:cubicBezTo>
                  <a:moveTo>
                    <a:pt x="2862" y="1148"/>
                  </a:moveTo>
                  <a:cubicBezTo>
                    <a:pt x="2811" y="1148"/>
                    <a:pt x="2770" y="1133"/>
                    <a:pt x="2741" y="1103"/>
                  </a:cubicBezTo>
                  <a:cubicBezTo>
                    <a:pt x="2711" y="1073"/>
                    <a:pt x="2696" y="1031"/>
                    <a:pt x="2696" y="980"/>
                  </a:cubicBezTo>
                  <a:cubicBezTo>
                    <a:pt x="2696" y="923"/>
                    <a:pt x="2711" y="878"/>
                    <a:pt x="2740" y="846"/>
                  </a:cubicBezTo>
                  <a:cubicBezTo>
                    <a:pt x="2769" y="814"/>
                    <a:pt x="2810" y="798"/>
                    <a:pt x="2862" y="798"/>
                  </a:cubicBezTo>
                  <a:cubicBezTo>
                    <a:pt x="2898" y="798"/>
                    <a:pt x="2927" y="806"/>
                    <a:pt x="2949" y="822"/>
                  </a:cubicBezTo>
                  <a:cubicBezTo>
                    <a:pt x="2970" y="839"/>
                    <a:pt x="2982" y="861"/>
                    <a:pt x="2983" y="890"/>
                  </a:cubicBezTo>
                  <a:cubicBezTo>
                    <a:pt x="2983" y="895"/>
                    <a:pt x="2983" y="895"/>
                    <a:pt x="2983" y="895"/>
                  </a:cubicBezTo>
                  <a:cubicBezTo>
                    <a:pt x="2924" y="895"/>
                    <a:pt x="2924" y="895"/>
                    <a:pt x="2924" y="895"/>
                  </a:cubicBezTo>
                  <a:cubicBezTo>
                    <a:pt x="2924" y="890"/>
                    <a:pt x="2924" y="890"/>
                    <a:pt x="2924" y="890"/>
                  </a:cubicBezTo>
                  <a:cubicBezTo>
                    <a:pt x="2924" y="877"/>
                    <a:pt x="2917" y="866"/>
                    <a:pt x="2905" y="856"/>
                  </a:cubicBezTo>
                  <a:cubicBezTo>
                    <a:pt x="2892" y="847"/>
                    <a:pt x="2876" y="842"/>
                    <a:pt x="2856" y="842"/>
                  </a:cubicBezTo>
                  <a:cubicBezTo>
                    <a:pt x="2824" y="842"/>
                    <a:pt x="2799" y="854"/>
                    <a:pt x="2781" y="877"/>
                  </a:cubicBezTo>
                  <a:cubicBezTo>
                    <a:pt x="2762" y="900"/>
                    <a:pt x="2753" y="933"/>
                    <a:pt x="2753" y="974"/>
                  </a:cubicBezTo>
                  <a:cubicBezTo>
                    <a:pt x="2753" y="1015"/>
                    <a:pt x="2763" y="1046"/>
                    <a:pt x="2782" y="1068"/>
                  </a:cubicBezTo>
                  <a:cubicBezTo>
                    <a:pt x="2801" y="1090"/>
                    <a:pt x="2829" y="1101"/>
                    <a:pt x="2864" y="1101"/>
                  </a:cubicBezTo>
                  <a:cubicBezTo>
                    <a:pt x="2873" y="1101"/>
                    <a:pt x="2883" y="1100"/>
                    <a:pt x="2893" y="1098"/>
                  </a:cubicBezTo>
                  <a:cubicBezTo>
                    <a:pt x="2902" y="1096"/>
                    <a:pt x="2913" y="1094"/>
                    <a:pt x="2926" y="1091"/>
                  </a:cubicBezTo>
                  <a:cubicBezTo>
                    <a:pt x="2926" y="1002"/>
                    <a:pt x="2926" y="1002"/>
                    <a:pt x="2926" y="1002"/>
                  </a:cubicBezTo>
                  <a:cubicBezTo>
                    <a:pt x="2857" y="1002"/>
                    <a:pt x="2857" y="1002"/>
                    <a:pt x="2857" y="1002"/>
                  </a:cubicBezTo>
                  <a:cubicBezTo>
                    <a:pt x="2857" y="955"/>
                    <a:pt x="2857" y="955"/>
                    <a:pt x="2857" y="955"/>
                  </a:cubicBezTo>
                  <a:cubicBezTo>
                    <a:pt x="2983" y="955"/>
                    <a:pt x="2983" y="955"/>
                    <a:pt x="2983" y="955"/>
                  </a:cubicBezTo>
                  <a:cubicBezTo>
                    <a:pt x="2983" y="1125"/>
                    <a:pt x="2983" y="1125"/>
                    <a:pt x="2983" y="1125"/>
                  </a:cubicBezTo>
                  <a:cubicBezTo>
                    <a:pt x="2979" y="1127"/>
                    <a:pt x="2979" y="1127"/>
                    <a:pt x="2979" y="1127"/>
                  </a:cubicBezTo>
                  <a:cubicBezTo>
                    <a:pt x="2957" y="1134"/>
                    <a:pt x="2937" y="1139"/>
                    <a:pt x="2918" y="1143"/>
                  </a:cubicBezTo>
                  <a:cubicBezTo>
                    <a:pt x="2899" y="1146"/>
                    <a:pt x="2880" y="1148"/>
                    <a:pt x="2862" y="1148"/>
                  </a:cubicBezTo>
                  <a:moveTo>
                    <a:pt x="3139" y="1142"/>
                  </a:moveTo>
                  <a:cubicBezTo>
                    <a:pt x="3084" y="1142"/>
                    <a:pt x="3084" y="1142"/>
                    <a:pt x="3084" y="1142"/>
                  </a:cubicBezTo>
                  <a:cubicBezTo>
                    <a:pt x="3084" y="803"/>
                    <a:pt x="3084" y="803"/>
                    <a:pt x="3084" y="803"/>
                  </a:cubicBezTo>
                  <a:cubicBezTo>
                    <a:pt x="3139" y="803"/>
                    <a:pt x="3139" y="803"/>
                    <a:pt x="3139" y="803"/>
                  </a:cubicBezTo>
                  <a:lnTo>
                    <a:pt x="3139" y="1142"/>
                  </a:lnTo>
                  <a:close/>
                  <a:moveTo>
                    <a:pt x="3461" y="1142"/>
                  </a:moveTo>
                  <a:cubicBezTo>
                    <a:pt x="3243" y="1142"/>
                    <a:pt x="3243" y="1142"/>
                    <a:pt x="3243" y="1142"/>
                  </a:cubicBezTo>
                  <a:cubicBezTo>
                    <a:pt x="3243" y="803"/>
                    <a:pt x="3243" y="803"/>
                    <a:pt x="3243" y="803"/>
                  </a:cubicBezTo>
                  <a:cubicBezTo>
                    <a:pt x="3458" y="803"/>
                    <a:pt x="3458" y="803"/>
                    <a:pt x="3458" y="803"/>
                  </a:cubicBezTo>
                  <a:cubicBezTo>
                    <a:pt x="3458" y="853"/>
                    <a:pt x="3458" y="853"/>
                    <a:pt x="3458" y="853"/>
                  </a:cubicBezTo>
                  <a:cubicBezTo>
                    <a:pt x="3298" y="853"/>
                    <a:pt x="3298" y="853"/>
                    <a:pt x="3298" y="853"/>
                  </a:cubicBezTo>
                  <a:cubicBezTo>
                    <a:pt x="3298" y="942"/>
                    <a:pt x="3298" y="942"/>
                    <a:pt x="3298" y="942"/>
                  </a:cubicBezTo>
                  <a:cubicBezTo>
                    <a:pt x="3451" y="942"/>
                    <a:pt x="3451" y="942"/>
                    <a:pt x="3451" y="942"/>
                  </a:cubicBezTo>
                  <a:cubicBezTo>
                    <a:pt x="3451" y="991"/>
                    <a:pt x="3451" y="991"/>
                    <a:pt x="3451" y="991"/>
                  </a:cubicBezTo>
                  <a:cubicBezTo>
                    <a:pt x="3298" y="991"/>
                    <a:pt x="3298" y="991"/>
                    <a:pt x="3298" y="991"/>
                  </a:cubicBezTo>
                  <a:cubicBezTo>
                    <a:pt x="3298" y="1092"/>
                    <a:pt x="3298" y="1092"/>
                    <a:pt x="3298" y="1092"/>
                  </a:cubicBezTo>
                  <a:cubicBezTo>
                    <a:pt x="3461" y="1092"/>
                    <a:pt x="3461" y="1092"/>
                    <a:pt x="3461" y="1092"/>
                  </a:cubicBezTo>
                  <a:lnTo>
                    <a:pt x="3461" y="1142"/>
                  </a:lnTo>
                  <a:close/>
                  <a:moveTo>
                    <a:pt x="3656" y="1148"/>
                  </a:moveTo>
                  <a:cubicBezTo>
                    <a:pt x="3615" y="1148"/>
                    <a:pt x="3583" y="1139"/>
                    <a:pt x="3562" y="1123"/>
                  </a:cubicBezTo>
                  <a:cubicBezTo>
                    <a:pt x="3541" y="1105"/>
                    <a:pt x="3530" y="1080"/>
                    <a:pt x="3530" y="1046"/>
                  </a:cubicBezTo>
                  <a:cubicBezTo>
                    <a:pt x="3530" y="1035"/>
                    <a:pt x="3530" y="1035"/>
                    <a:pt x="3530" y="1035"/>
                  </a:cubicBezTo>
                  <a:cubicBezTo>
                    <a:pt x="3588" y="1035"/>
                    <a:pt x="3588" y="1035"/>
                    <a:pt x="3588" y="1035"/>
                  </a:cubicBezTo>
                  <a:cubicBezTo>
                    <a:pt x="3588" y="1040"/>
                    <a:pt x="3588" y="1040"/>
                    <a:pt x="3588" y="1040"/>
                  </a:cubicBezTo>
                  <a:cubicBezTo>
                    <a:pt x="3589" y="1060"/>
                    <a:pt x="3595" y="1075"/>
                    <a:pt x="3606" y="1084"/>
                  </a:cubicBezTo>
                  <a:cubicBezTo>
                    <a:pt x="3617" y="1093"/>
                    <a:pt x="3635" y="1098"/>
                    <a:pt x="3658" y="1098"/>
                  </a:cubicBezTo>
                  <a:cubicBezTo>
                    <a:pt x="3682" y="1098"/>
                    <a:pt x="3700" y="1093"/>
                    <a:pt x="3714" y="1084"/>
                  </a:cubicBezTo>
                  <a:cubicBezTo>
                    <a:pt x="3727" y="1075"/>
                    <a:pt x="3733" y="1062"/>
                    <a:pt x="3733" y="1046"/>
                  </a:cubicBezTo>
                  <a:cubicBezTo>
                    <a:pt x="3733" y="1024"/>
                    <a:pt x="3709" y="1007"/>
                    <a:pt x="3660" y="995"/>
                  </a:cubicBezTo>
                  <a:cubicBezTo>
                    <a:pt x="3655" y="993"/>
                    <a:pt x="3651" y="992"/>
                    <a:pt x="3647" y="991"/>
                  </a:cubicBezTo>
                  <a:cubicBezTo>
                    <a:pt x="3644" y="991"/>
                    <a:pt x="3639" y="989"/>
                    <a:pt x="3632" y="988"/>
                  </a:cubicBezTo>
                  <a:cubicBezTo>
                    <a:pt x="3604" y="981"/>
                    <a:pt x="3584" y="974"/>
                    <a:pt x="3572" y="967"/>
                  </a:cubicBezTo>
                  <a:cubicBezTo>
                    <a:pt x="3560" y="959"/>
                    <a:pt x="3551" y="949"/>
                    <a:pt x="3544" y="937"/>
                  </a:cubicBezTo>
                  <a:cubicBezTo>
                    <a:pt x="3537" y="925"/>
                    <a:pt x="3534" y="911"/>
                    <a:pt x="3534" y="896"/>
                  </a:cubicBezTo>
                  <a:cubicBezTo>
                    <a:pt x="3534" y="866"/>
                    <a:pt x="3546" y="841"/>
                    <a:pt x="3569" y="824"/>
                  </a:cubicBezTo>
                  <a:cubicBezTo>
                    <a:pt x="3592" y="807"/>
                    <a:pt x="3624" y="798"/>
                    <a:pt x="3663" y="798"/>
                  </a:cubicBezTo>
                  <a:cubicBezTo>
                    <a:pt x="3698" y="798"/>
                    <a:pt x="3726" y="806"/>
                    <a:pt x="3747" y="821"/>
                  </a:cubicBezTo>
                  <a:cubicBezTo>
                    <a:pt x="3768" y="837"/>
                    <a:pt x="3778" y="858"/>
                    <a:pt x="3778" y="885"/>
                  </a:cubicBezTo>
                  <a:cubicBezTo>
                    <a:pt x="3778" y="895"/>
                    <a:pt x="3778" y="895"/>
                    <a:pt x="3778" y="895"/>
                  </a:cubicBezTo>
                  <a:cubicBezTo>
                    <a:pt x="3724" y="895"/>
                    <a:pt x="3724" y="895"/>
                    <a:pt x="3724" y="895"/>
                  </a:cubicBezTo>
                  <a:cubicBezTo>
                    <a:pt x="3723" y="890"/>
                    <a:pt x="3723" y="890"/>
                    <a:pt x="3723" y="890"/>
                  </a:cubicBezTo>
                  <a:cubicBezTo>
                    <a:pt x="3723" y="875"/>
                    <a:pt x="3717" y="865"/>
                    <a:pt x="3707" y="857"/>
                  </a:cubicBezTo>
                  <a:cubicBezTo>
                    <a:pt x="3696" y="849"/>
                    <a:pt x="3680" y="845"/>
                    <a:pt x="3659" y="845"/>
                  </a:cubicBezTo>
                  <a:cubicBezTo>
                    <a:pt x="3638" y="845"/>
                    <a:pt x="3621" y="850"/>
                    <a:pt x="3609" y="859"/>
                  </a:cubicBezTo>
                  <a:cubicBezTo>
                    <a:pt x="3597" y="867"/>
                    <a:pt x="3591" y="879"/>
                    <a:pt x="3591" y="893"/>
                  </a:cubicBezTo>
                  <a:cubicBezTo>
                    <a:pt x="3591" y="912"/>
                    <a:pt x="3613" y="927"/>
                    <a:pt x="3657" y="938"/>
                  </a:cubicBezTo>
                  <a:cubicBezTo>
                    <a:pt x="3666" y="940"/>
                    <a:pt x="3666" y="940"/>
                    <a:pt x="3666" y="940"/>
                  </a:cubicBezTo>
                  <a:cubicBezTo>
                    <a:pt x="3719" y="954"/>
                    <a:pt x="3751" y="967"/>
                    <a:pt x="3766" y="981"/>
                  </a:cubicBezTo>
                  <a:cubicBezTo>
                    <a:pt x="3781" y="995"/>
                    <a:pt x="3789" y="1015"/>
                    <a:pt x="3789" y="1040"/>
                  </a:cubicBezTo>
                  <a:cubicBezTo>
                    <a:pt x="3789" y="1075"/>
                    <a:pt x="3777" y="1102"/>
                    <a:pt x="3754" y="1120"/>
                  </a:cubicBezTo>
                  <a:cubicBezTo>
                    <a:pt x="3731" y="1138"/>
                    <a:pt x="3698" y="1148"/>
                    <a:pt x="3656" y="1148"/>
                  </a:cubicBezTo>
                  <a:moveTo>
                    <a:pt x="25" y="605"/>
                  </a:moveTo>
                  <a:cubicBezTo>
                    <a:pt x="25" y="11"/>
                    <a:pt x="25" y="11"/>
                    <a:pt x="25" y="11"/>
                  </a:cubicBezTo>
                  <a:cubicBezTo>
                    <a:pt x="152" y="11"/>
                    <a:pt x="152" y="11"/>
                    <a:pt x="152" y="11"/>
                  </a:cubicBezTo>
                  <a:cubicBezTo>
                    <a:pt x="152" y="268"/>
                    <a:pt x="152" y="268"/>
                    <a:pt x="152" y="268"/>
                  </a:cubicBezTo>
                  <a:cubicBezTo>
                    <a:pt x="346" y="11"/>
                    <a:pt x="346" y="11"/>
                    <a:pt x="346" y="11"/>
                  </a:cubicBezTo>
                  <a:cubicBezTo>
                    <a:pt x="488" y="11"/>
                    <a:pt x="488" y="11"/>
                    <a:pt x="488" y="11"/>
                  </a:cubicBezTo>
                  <a:cubicBezTo>
                    <a:pt x="279" y="277"/>
                    <a:pt x="279" y="277"/>
                    <a:pt x="279" y="277"/>
                  </a:cubicBezTo>
                  <a:cubicBezTo>
                    <a:pt x="509" y="605"/>
                    <a:pt x="509" y="605"/>
                    <a:pt x="509" y="605"/>
                  </a:cubicBezTo>
                  <a:cubicBezTo>
                    <a:pt x="361" y="605"/>
                    <a:pt x="361" y="605"/>
                    <a:pt x="361" y="605"/>
                  </a:cubicBezTo>
                  <a:cubicBezTo>
                    <a:pt x="152" y="297"/>
                    <a:pt x="152" y="297"/>
                    <a:pt x="152" y="297"/>
                  </a:cubicBezTo>
                  <a:cubicBezTo>
                    <a:pt x="152" y="605"/>
                    <a:pt x="152" y="605"/>
                    <a:pt x="152" y="605"/>
                  </a:cubicBezTo>
                  <a:cubicBezTo>
                    <a:pt x="25" y="605"/>
                    <a:pt x="25" y="605"/>
                    <a:pt x="25" y="605"/>
                  </a:cubicBezTo>
                  <a:close/>
                  <a:moveTo>
                    <a:pt x="553" y="605"/>
                  </a:moveTo>
                  <a:cubicBezTo>
                    <a:pt x="553" y="11"/>
                    <a:pt x="553" y="11"/>
                    <a:pt x="553" y="11"/>
                  </a:cubicBezTo>
                  <a:cubicBezTo>
                    <a:pt x="947" y="11"/>
                    <a:pt x="947" y="11"/>
                    <a:pt x="947" y="11"/>
                  </a:cubicBezTo>
                  <a:cubicBezTo>
                    <a:pt x="947" y="109"/>
                    <a:pt x="947" y="109"/>
                    <a:pt x="947" y="109"/>
                  </a:cubicBezTo>
                  <a:cubicBezTo>
                    <a:pt x="682" y="109"/>
                    <a:pt x="682" y="109"/>
                    <a:pt x="682" y="109"/>
                  </a:cubicBezTo>
                  <a:cubicBezTo>
                    <a:pt x="682" y="249"/>
                    <a:pt x="682" y="249"/>
                    <a:pt x="682" y="249"/>
                  </a:cubicBezTo>
                  <a:cubicBezTo>
                    <a:pt x="931" y="249"/>
                    <a:pt x="931" y="249"/>
                    <a:pt x="931" y="249"/>
                  </a:cubicBezTo>
                  <a:cubicBezTo>
                    <a:pt x="931" y="346"/>
                    <a:pt x="931" y="346"/>
                    <a:pt x="931" y="346"/>
                  </a:cubicBezTo>
                  <a:cubicBezTo>
                    <a:pt x="682" y="346"/>
                    <a:pt x="682" y="346"/>
                    <a:pt x="682" y="346"/>
                  </a:cubicBezTo>
                  <a:cubicBezTo>
                    <a:pt x="682" y="506"/>
                    <a:pt x="682" y="506"/>
                    <a:pt x="682" y="506"/>
                  </a:cubicBezTo>
                  <a:cubicBezTo>
                    <a:pt x="957" y="506"/>
                    <a:pt x="957" y="506"/>
                    <a:pt x="957" y="506"/>
                  </a:cubicBezTo>
                  <a:cubicBezTo>
                    <a:pt x="957" y="605"/>
                    <a:pt x="957" y="605"/>
                    <a:pt x="957" y="605"/>
                  </a:cubicBezTo>
                  <a:lnTo>
                    <a:pt x="553" y="605"/>
                  </a:lnTo>
                  <a:close/>
                  <a:moveTo>
                    <a:pt x="1190" y="605"/>
                  </a:moveTo>
                  <a:cubicBezTo>
                    <a:pt x="1190" y="386"/>
                    <a:pt x="1190" y="386"/>
                    <a:pt x="1190" y="386"/>
                  </a:cubicBezTo>
                  <a:cubicBezTo>
                    <a:pt x="989" y="11"/>
                    <a:pt x="989" y="11"/>
                    <a:pt x="989" y="11"/>
                  </a:cubicBezTo>
                  <a:cubicBezTo>
                    <a:pt x="1123" y="11"/>
                    <a:pt x="1123" y="11"/>
                    <a:pt x="1123" y="11"/>
                  </a:cubicBezTo>
                  <a:cubicBezTo>
                    <a:pt x="1259" y="265"/>
                    <a:pt x="1259" y="265"/>
                    <a:pt x="1259" y="265"/>
                  </a:cubicBezTo>
                  <a:cubicBezTo>
                    <a:pt x="1382" y="11"/>
                    <a:pt x="1382" y="11"/>
                    <a:pt x="1382" y="11"/>
                  </a:cubicBezTo>
                  <a:cubicBezTo>
                    <a:pt x="1515" y="11"/>
                    <a:pt x="1515" y="11"/>
                    <a:pt x="1515" y="11"/>
                  </a:cubicBezTo>
                  <a:cubicBezTo>
                    <a:pt x="1317" y="386"/>
                    <a:pt x="1317" y="386"/>
                    <a:pt x="1317" y="386"/>
                  </a:cubicBezTo>
                  <a:cubicBezTo>
                    <a:pt x="1317" y="605"/>
                    <a:pt x="1317" y="605"/>
                    <a:pt x="1317" y="605"/>
                  </a:cubicBezTo>
                  <a:lnTo>
                    <a:pt x="1190" y="605"/>
                  </a:lnTo>
                  <a:close/>
                  <a:moveTo>
                    <a:pt x="1504" y="412"/>
                  </a:moveTo>
                  <a:cubicBezTo>
                    <a:pt x="1629" y="412"/>
                    <a:pt x="1629" y="412"/>
                    <a:pt x="1629" y="412"/>
                  </a:cubicBezTo>
                  <a:cubicBezTo>
                    <a:pt x="1629" y="452"/>
                    <a:pt x="1638" y="481"/>
                    <a:pt x="1658" y="501"/>
                  </a:cubicBezTo>
                  <a:cubicBezTo>
                    <a:pt x="1678" y="521"/>
                    <a:pt x="1707" y="531"/>
                    <a:pt x="1746" y="531"/>
                  </a:cubicBezTo>
                  <a:cubicBezTo>
                    <a:pt x="1778" y="531"/>
                    <a:pt x="1803" y="524"/>
                    <a:pt x="1823" y="508"/>
                  </a:cubicBezTo>
                  <a:cubicBezTo>
                    <a:pt x="1843" y="493"/>
                    <a:pt x="1853" y="473"/>
                    <a:pt x="1853" y="449"/>
                  </a:cubicBezTo>
                  <a:cubicBezTo>
                    <a:pt x="1853" y="412"/>
                    <a:pt x="1806" y="377"/>
                    <a:pt x="1713" y="346"/>
                  </a:cubicBezTo>
                  <a:cubicBezTo>
                    <a:pt x="1699" y="341"/>
                    <a:pt x="1699" y="341"/>
                    <a:pt x="1699" y="341"/>
                  </a:cubicBezTo>
                  <a:cubicBezTo>
                    <a:pt x="1696" y="340"/>
                    <a:pt x="1692" y="339"/>
                    <a:pt x="1687" y="337"/>
                  </a:cubicBezTo>
                  <a:cubicBezTo>
                    <a:pt x="1635" y="320"/>
                    <a:pt x="1597" y="303"/>
                    <a:pt x="1574" y="286"/>
                  </a:cubicBezTo>
                  <a:cubicBezTo>
                    <a:pt x="1558" y="273"/>
                    <a:pt x="1545" y="257"/>
                    <a:pt x="1536" y="238"/>
                  </a:cubicBezTo>
                  <a:cubicBezTo>
                    <a:pt x="1527" y="219"/>
                    <a:pt x="1522" y="198"/>
                    <a:pt x="1522" y="174"/>
                  </a:cubicBezTo>
                  <a:cubicBezTo>
                    <a:pt x="1522" y="121"/>
                    <a:pt x="1542" y="78"/>
                    <a:pt x="1583" y="47"/>
                  </a:cubicBezTo>
                  <a:cubicBezTo>
                    <a:pt x="1623" y="16"/>
                    <a:pt x="1679" y="0"/>
                    <a:pt x="1749" y="0"/>
                  </a:cubicBezTo>
                  <a:cubicBezTo>
                    <a:pt x="1814" y="0"/>
                    <a:pt x="1864" y="15"/>
                    <a:pt x="1900" y="46"/>
                  </a:cubicBezTo>
                  <a:cubicBezTo>
                    <a:pt x="1936" y="76"/>
                    <a:pt x="1954" y="119"/>
                    <a:pt x="1954" y="173"/>
                  </a:cubicBezTo>
                  <a:cubicBezTo>
                    <a:pt x="1954" y="177"/>
                    <a:pt x="1954" y="177"/>
                    <a:pt x="1954" y="177"/>
                  </a:cubicBezTo>
                  <a:cubicBezTo>
                    <a:pt x="1844" y="177"/>
                    <a:pt x="1844" y="177"/>
                    <a:pt x="1844" y="177"/>
                  </a:cubicBezTo>
                  <a:cubicBezTo>
                    <a:pt x="1841" y="146"/>
                    <a:pt x="1831" y="122"/>
                    <a:pt x="1813" y="106"/>
                  </a:cubicBezTo>
                  <a:cubicBezTo>
                    <a:pt x="1796" y="90"/>
                    <a:pt x="1771" y="82"/>
                    <a:pt x="1741" y="82"/>
                  </a:cubicBezTo>
                  <a:cubicBezTo>
                    <a:pt x="1711" y="82"/>
                    <a:pt x="1687" y="89"/>
                    <a:pt x="1669" y="102"/>
                  </a:cubicBezTo>
                  <a:cubicBezTo>
                    <a:pt x="1652" y="116"/>
                    <a:pt x="1643" y="135"/>
                    <a:pt x="1643" y="158"/>
                  </a:cubicBezTo>
                  <a:cubicBezTo>
                    <a:pt x="1643" y="194"/>
                    <a:pt x="1692" y="228"/>
                    <a:pt x="1790" y="259"/>
                  </a:cubicBezTo>
                  <a:cubicBezTo>
                    <a:pt x="1797" y="262"/>
                    <a:pt x="1797" y="262"/>
                    <a:pt x="1797" y="262"/>
                  </a:cubicBezTo>
                  <a:cubicBezTo>
                    <a:pt x="1872" y="287"/>
                    <a:pt x="1921" y="311"/>
                    <a:pt x="1945" y="336"/>
                  </a:cubicBezTo>
                  <a:cubicBezTo>
                    <a:pt x="1968" y="361"/>
                    <a:pt x="1980" y="395"/>
                    <a:pt x="1980" y="439"/>
                  </a:cubicBezTo>
                  <a:cubicBezTo>
                    <a:pt x="1980" y="494"/>
                    <a:pt x="1959" y="537"/>
                    <a:pt x="1917" y="569"/>
                  </a:cubicBezTo>
                  <a:cubicBezTo>
                    <a:pt x="1874" y="600"/>
                    <a:pt x="1815" y="616"/>
                    <a:pt x="1740" y="616"/>
                  </a:cubicBezTo>
                  <a:cubicBezTo>
                    <a:pt x="1661" y="616"/>
                    <a:pt x="1602" y="599"/>
                    <a:pt x="1563" y="567"/>
                  </a:cubicBezTo>
                  <a:cubicBezTo>
                    <a:pt x="1524" y="534"/>
                    <a:pt x="1504" y="485"/>
                    <a:pt x="1504" y="420"/>
                  </a:cubicBezTo>
                  <a:cubicBezTo>
                    <a:pt x="1504" y="412"/>
                    <a:pt x="1504" y="412"/>
                    <a:pt x="1504" y="412"/>
                  </a:cubicBezTo>
                  <a:close/>
                  <a:moveTo>
                    <a:pt x="2061" y="11"/>
                  </a:moveTo>
                  <a:cubicBezTo>
                    <a:pt x="2188" y="11"/>
                    <a:pt x="2188" y="11"/>
                    <a:pt x="2188" y="11"/>
                  </a:cubicBezTo>
                  <a:cubicBezTo>
                    <a:pt x="2188" y="605"/>
                    <a:pt x="2188" y="605"/>
                    <a:pt x="2188" y="605"/>
                  </a:cubicBezTo>
                  <a:cubicBezTo>
                    <a:pt x="2061" y="605"/>
                    <a:pt x="2061" y="605"/>
                    <a:pt x="2061" y="605"/>
                  </a:cubicBezTo>
                  <a:lnTo>
                    <a:pt x="2061" y="11"/>
                  </a:lnTo>
                  <a:close/>
                  <a:moveTo>
                    <a:pt x="2816" y="288"/>
                  </a:moveTo>
                  <a:cubicBezTo>
                    <a:pt x="2816" y="567"/>
                    <a:pt x="2816" y="567"/>
                    <a:pt x="2816" y="567"/>
                  </a:cubicBezTo>
                  <a:cubicBezTo>
                    <a:pt x="2783" y="583"/>
                    <a:pt x="2748" y="595"/>
                    <a:pt x="2711" y="603"/>
                  </a:cubicBezTo>
                  <a:cubicBezTo>
                    <a:pt x="2673" y="612"/>
                    <a:pt x="2631" y="616"/>
                    <a:pt x="2585" y="616"/>
                  </a:cubicBezTo>
                  <a:cubicBezTo>
                    <a:pt x="2485" y="616"/>
                    <a:pt x="2407" y="590"/>
                    <a:pt x="2352" y="538"/>
                  </a:cubicBezTo>
                  <a:cubicBezTo>
                    <a:pt x="2298" y="486"/>
                    <a:pt x="2270" y="412"/>
                    <a:pt x="2270" y="316"/>
                  </a:cubicBezTo>
                  <a:cubicBezTo>
                    <a:pt x="2270" y="218"/>
                    <a:pt x="2298" y="140"/>
                    <a:pt x="2353" y="85"/>
                  </a:cubicBezTo>
                  <a:cubicBezTo>
                    <a:pt x="2408" y="29"/>
                    <a:pt x="2484" y="1"/>
                    <a:pt x="2582" y="1"/>
                  </a:cubicBezTo>
                  <a:cubicBezTo>
                    <a:pt x="2655" y="1"/>
                    <a:pt x="2712" y="17"/>
                    <a:pt x="2754" y="50"/>
                  </a:cubicBezTo>
                  <a:cubicBezTo>
                    <a:pt x="2797" y="84"/>
                    <a:pt x="2818" y="128"/>
                    <a:pt x="2818" y="183"/>
                  </a:cubicBezTo>
                  <a:cubicBezTo>
                    <a:pt x="2818" y="194"/>
                    <a:pt x="2818" y="194"/>
                    <a:pt x="2818" y="194"/>
                  </a:cubicBezTo>
                  <a:cubicBezTo>
                    <a:pt x="2698" y="194"/>
                    <a:pt x="2698" y="194"/>
                    <a:pt x="2698" y="194"/>
                  </a:cubicBezTo>
                  <a:cubicBezTo>
                    <a:pt x="2696" y="157"/>
                    <a:pt x="2685" y="130"/>
                    <a:pt x="2664" y="111"/>
                  </a:cubicBezTo>
                  <a:cubicBezTo>
                    <a:pt x="2643" y="91"/>
                    <a:pt x="2614" y="82"/>
                    <a:pt x="2575" y="82"/>
                  </a:cubicBezTo>
                  <a:cubicBezTo>
                    <a:pt x="2521" y="82"/>
                    <a:pt x="2478" y="102"/>
                    <a:pt x="2447" y="144"/>
                  </a:cubicBezTo>
                  <a:cubicBezTo>
                    <a:pt x="2416" y="185"/>
                    <a:pt x="2400" y="241"/>
                    <a:pt x="2400" y="312"/>
                  </a:cubicBezTo>
                  <a:cubicBezTo>
                    <a:pt x="2400" y="382"/>
                    <a:pt x="2416" y="435"/>
                    <a:pt x="2449" y="471"/>
                  </a:cubicBezTo>
                  <a:cubicBezTo>
                    <a:pt x="2482" y="507"/>
                    <a:pt x="2531" y="525"/>
                    <a:pt x="2595" y="525"/>
                  </a:cubicBezTo>
                  <a:cubicBezTo>
                    <a:pt x="2611" y="525"/>
                    <a:pt x="2628" y="524"/>
                    <a:pt x="2644" y="522"/>
                  </a:cubicBezTo>
                  <a:cubicBezTo>
                    <a:pt x="2660" y="520"/>
                    <a:pt x="2676" y="517"/>
                    <a:pt x="2692" y="513"/>
                  </a:cubicBezTo>
                  <a:cubicBezTo>
                    <a:pt x="2692" y="383"/>
                    <a:pt x="2692" y="383"/>
                    <a:pt x="2692" y="383"/>
                  </a:cubicBezTo>
                  <a:cubicBezTo>
                    <a:pt x="2579" y="383"/>
                    <a:pt x="2579" y="383"/>
                    <a:pt x="2579" y="383"/>
                  </a:cubicBezTo>
                  <a:cubicBezTo>
                    <a:pt x="2579" y="288"/>
                    <a:pt x="2579" y="288"/>
                    <a:pt x="2579" y="288"/>
                  </a:cubicBezTo>
                  <a:lnTo>
                    <a:pt x="2816" y="288"/>
                  </a:lnTo>
                  <a:close/>
                  <a:moveTo>
                    <a:pt x="2920" y="605"/>
                  </a:moveTo>
                  <a:cubicBezTo>
                    <a:pt x="2920" y="11"/>
                    <a:pt x="2920" y="11"/>
                    <a:pt x="2920" y="11"/>
                  </a:cubicBezTo>
                  <a:cubicBezTo>
                    <a:pt x="3048" y="11"/>
                    <a:pt x="3048" y="11"/>
                    <a:pt x="3048" y="11"/>
                  </a:cubicBezTo>
                  <a:cubicBezTo>
                    <a:pt x="3048" y="248"/>
                    <a:pt x="3048" y="248"/>
                    <a:pt x="3048" y="248"/>
                  </a:cubicBezTo>
                  <a:cubicBezTo>
                    <a:pt x="3273" y="248"/>
                    <a:pt x="3273" y="248"/>
                    <a:pt x="3273" y="248"/>
                  </a:cubicBezTo>
                  <a:cubicBezTo>
                    <a:pt x="3273" y="11"/>
                    <a:pt x="3273" y="11"/>
                    <a:pt x="3273" y="11"/>
                  </a:cubicBezTo>
                  <a:cubicBezTo>
                    <a:pt x="3397" y="11"/>
                    <a:pt x="3397" y="11"/>
                    <a:pt x="3397" y="11"/>
                  </a:cubicBezTo>
                  <a:cubicBezTo>
                    <a:pt x="3397" y="605"/>
                    <a:pt x="3397" y="605"/>
                    <a:pt x="3397" y="605"/>
                  </a:cubicBezTo>
                  <a:cubicBezTo>
                    <a:pt x="3273" y="605"/>
                    <a:pt x="3273" y="605"/>
                    <a:pt x="3273" y="605"/>
                  </a:cubicBezTo>
                  <a:cubicBezTo>
                    <a:pt x="3273" y="345"/>
                    <a:pt x="3273" y="345"/>
                    <a:pt x="3273" y="345"/>
                  </a:cubicBezTo>
                  <a:cubicBezTo>
                    <a:pt x="3048" y="345"/>
                    <a:pt x="3048" y="345"/>
                    <a:pt x="3048" y="345"/>
                  </a:cubicBezTo>
                  <a:cubicBezTo>
                    <a:pt x="3048" y="605"/>
                    <a:pt x="3048" y="605"/>
                    <a:pt x="3048" y="605"/>
                  </a:cubicBezTo>
                  <a:lnTo>
                    <a:pt x="2920" y="605"/>
                  </a:lnTo>
                  <a:close/>
                  <a:moveTo>
                    <a:pt x="3628" y="605"/>
                  </a:moveTo>
                  <a:cubicBezTo>
                    <a:pt x="3628" y="107"/>
                    <a:pt x="3628" y="107"/>
                    <a:pt x="3628" y="107"/>
                  </a:cubicBezTo>
                  <a:cubicBezTo>
                    <a:pt x="3453" y="107"/>
                    <a:pt x="3453" y="107"/>
                    <a:pt x="3453" y="107"/>
                  </a:cubicBezTo>
                  <a:cubicBezTo>
                    <a:pt x="3453" y="11"/>
                    <a:pt x="3453" y="11"/>
                    <a:pt x="3453" y="11"/>
                  </a:cubicBezTo>
                  <a:cubicBezTo>
                    <a:pt x="3931" y="11"/>
                    <a:pt x="3931" y="11"/>
                    <a:pt x="3931" y="11"/>
                  </a:cubicBezTo>
                  <a:cubicBezTo>
                    <a:pt x="3931" y="107"/>
                    <a:pt x="3931" y="107"/>
                    <a:pt x="3931" y="107"/>
                  </a:cubicBezTo>
                  <a:cubicBezTo>
                    <a:pt x="3756" y="107"/>
                    <a:pt x="3756" y="107"/>
                    <a:pt x="3756" y="107"/>
                  </a:cubicBezTo>
                  <a:cubicBezTo>
                    <a:pt x="3756" y="605"/>
                    <a:pt x="3756" y="605"/>
                    <a:pt x="3756" y="605"/>
                  </a:cubicBezTo>
                  <a:lnTo>
                    <a:pt x="3628" y="605"/>
                  </a:lnTo>
                  <a:close/>
                </a:path>
              </a:pathLst>
            </a:custGeom>
            <a:solidFill>
              <a:srgbClr val="55555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6">
              <a:extLst>
                <a:ext uri="{FF2B5EF4-FFF2-40B4-BE49-F238E27FC236}">
                  <a16:creationId xmlns:a16="http://schemas.microsoft.com/office/drawing/2014/main" id="{47EEFBCB-3E60-4B8E-989D-3A4D50513D24}"/>
                </a:ext>
              </a:extLst>
            </p:cNvPr>
            <p:cNvSpPr>
              <a:spLocks/>
            </p:cNvSpPr>
            <p:nvPr userDrawn="1"/>
          </p:nvSpPr>
          <p:spPr bwMode="black">
            <a:xfrm>
              <a:off x="1231901" y="5359401"/>
              <a:ext cx="3417888" cy="2630487"/>
            </a:xfrm>
            <a:custGeom>
              <a:avLst/>
              <a:gdLst>
                <a:gd name="T0" fmla="*/ 1831 w 1831"/>
                <a:gd name="T1" fmla="*/ 726 h 1406"/>
                <a:gd name="T2" fmla="*/ 1765 w 1831"/>
                <a:gd name="T3" fmla="*/ 626 h 1406"/>
                <a:gd name="T4" fmla="*/ 1654 w 1831"/>
                <a:gd name="T5" fmla="*/ 379 h 1406"/>
                <a:gd name="T6" fmla="*/ 1533 w 1831"/>
                <a:gd name="T7" fmla="*/ 626 h 1406"/>
                <a:gd name="T8" fmla="*/ 1456 w 1831"/>
                <a:gd name="T9" fmla="*/ 726 h 1406"/>
                <a:gd name="T10" fmla="*/ 1339 w 1831"/>
                <a:gd name="T11" fmla="*/ 505 h 1406"/>
                <a:gd name="T12" fmla="*/ 1119 w 1831"/>
                <a:gd name="T13" fmla="*/ 0 h 1406"/>
                <a:gd name="T14" fmla="*/ 911 w 1831"/>
                <a:gd name="T15" fmla="*/ 506 h 1406"/>
                <a:gd name="T16" fmla="*/ 757 w 1831"/>
                <a:gd name="T17" fmla="*/ 726 h 1406"/>
                <a:gd name="T18" fmla="*/ 626 w 1831"/>
                <a:gd name="T19" fmla="*/ 553 h 1406"/>
                <a:gd name="T20" fmla="*/ 458 w 1831"/>
                <a:gd name="T21" fmla="*/ 218 h 1406"/>
                <a:gd name="T22" fmla="*/ 288 w 1831"/>
                <a:gd name="T23" fmla="*/ 562 h 1406"/>
                <a:gd name="T24" fmla="*/ 153 w 1831"/>
                <a:gd name="T25" fmla="*/ 726 h 1406"/>
                <a:gd name="T26" fmla="*/ 0 w 1831"/>
                <a:gd name="T27" fmla="*/ 726 h 1406"/>
                <a:gd name="T28" fmla="*/ 0 w 1831"/>
                <a:gd name="T29" fmla="*/ 727 h 1406"/>
                <a:gd name="T30" fmla="*/ 70 w 1831"/>
                <a:gd name="T31" fmla="*/ 830 h 1406"/>
                <a:gd name="T32" fmla="*/ 166 w 1831"/>
                <a:gd name="T33" fmla="*/ 1075 h 1406"/>
                <a:gd name="T34" fmla="*/ 268 w 1831"/>
                <a:gd name="T35" fmla="*/ 869 h 1406"/>
                <a:gd name="T36" fmla="*/ 374 w 1831"/>
                <a:gd name="T37" fmla="*/ 727 h 1406"/>
                <a:gd name="T38" fmla="*/ 506 w 1831"/>
                <a:gd name="T39" fmla="*/ 958 h 1406"/>
                <a:gd name="T40" fmla="*/ 707 w 1831"/>
                <a:gd name="T41" fmla="*/ 1406 h 1406"/>
                <a:gd name="T42" fmla="*/ 915 w 1831"/>
                <a:gd name="T43" fmla="*/ 958 h 1406"/>
                <a:gd name="T44" fmla="*/ 1083 w 1831"/>
                <a:gd name="T45" fmla="*/ 727 h 1406"/>
                <a:gd name="T46" fmla="*/ 1234 w 1831"/>
                <a:gd name="T47" fmla="*/ 901 h 1406"/>
                <a:gd name="T48" fmla="*/ 1380 w 1831"/>
                <a:gd name="T49" fmla="*/ 1131 h 1406"/>
                <a:gd name="T50" fmla="*/ 1534 w 1831"/>
                <a:gd name="T51" fmla="*/ 873 h 1406"/>
                <a:gd name="T52" fmla="*/ 1677 w 1831"/>
                <a:gd name="T53" fmla="*/ 727 h 1406"/>
                <a:gd name="T54" fmla="*/ 1831 w 1831"/>
                <a:gd name="T55" fmla="*/ 727 h 1406"/>
                <a:gd name="T56" fmla="*/ 1831 w 1831"/>
                <a:gd name="T57" fmla="*/ 726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31" h="1406">
                  <a:moveTo>
                    <a:pt x="1831" y="726"/>
                  </a:moveTo>
                  <a:cubicBezTo>
                    <a:pt x="1817" y="724"/>
                    <a:pt x="1786" y="709"/>
                    <a:pt x="1765" y="626"/>
                  </a:cubicBezTo>
                  <a:cubicBezTo>
                    <a:pt x="1730" y="493"/>
                    <a:pt x="1713" y="379"/>
                    <a:pt x="1654" y="379"/>
                  </a:cubicBezTo>
                  <a:cubicBezTo>
                    <a:pt x="1595" y="379"/>
                    <a:pt x="1568" y="493"/>
                    <a:pt x="1533" y="626"/>
                  </a:cubicBezTo>
                  <a:cubicBezTo>
                    <a:pt x="1512" y="705"/>
                    <a:pt x="1491" y="726"/>
                    <a:pt x="1456" y="726"/>
                  </a:cubicBezTo>
                  <a:cubicBezTo>
                    <a:pt x="1423" y="726"/>
                    <a:pt x="1389" y="711"/>
                    <a:pt x="1339" y="505"/>
                  </a:cubicBezTo>
                  <a:cubicBezTo>
                    <a:pt x="1295" y="325"/>
                    <a:pt x="1266" y="0"/>
                    <a:pt x="1119" y="0"/>
                  </a:cubicBezTo>
                  <a:cubicBezTo>
                    <a:pt x="973" y="0"/>
                    <a:pt x="930" y="424"/>
                    <a:pt x="911" y="506"/>
                  </a:cubicBezTo>
                  <a:cubicBezTo>
                    <a:pt x="887" y="607"/>
                    <a:pt x="830" y="726"/>
                    <a:pt x="757" y="726"/>
                  </a:cubicBezTo>
                  <a:cubicBezTo>
                    <a:pt x="685" y="726"/>
                    <a:pt x="647" y="643"/>
                    <a:pt x="626" y="553"/>
                  </a:cubicBezTo>
                  <a:cubicBezTo>
                    <a:pt x="592" y="416"/>
                    <a:pt x="555" y="218"/>
                    <a:pt x="458" y="218"/>
                  </a:cubicBezTo>
                  <a:cubicBezTo>
                    <a:pt x="362" y="218"/>
                    <a:pt x="331" y="382"/>
                    <a:pt x="288" y="562"/>
                  </a:cubicBezTo>
                  <a:cubicBezTo>
                    <a:pt x="263" y="668"/>
                    <a:pt x="223" y="726"/>
                    <a:pt x="153" y="726"/>
                  </a:cubicBezTo>
                  <a:cubicBezTo>
                    <a:pt x="0" y="726"/>
                    <a:pt x="0" y="726"/>
                    <a:pt x="0" y="726"/>
                  </a:cubicBezTo>
                  <a:cubicBezTo>
                    <a:pt x="0" y="727"/>
                    <a:pt x="0" y="727"/>
                    <a:pt x="0" y="727"/>
                  </a:cubicBezTo>
                  <a:cubicBezTo>
                    <a:pt x="20" y="733"/>
                    <a:pt x="60" y="766"/>
                    <a:pt x="70" y="830"/>
                  </a:cubicBezTo>
                  <a:cubicBezTo>
                    <a:pt x="94" y="981"/>
                    <a:pt x="113" y="1075"/>
                    <a:pt x="166" y="1075"/>
                  </a:cubicBezTo>
                  <a:cubicBezTo>
                    <a:pt x="218" y="1075"/>
                    <a:pt x="238" y="994"/>
                    <a:pt x="268" y="869"/>
                  </a:cubicBezTo>
                  <a:cubicBezTo>
                    <a:pt x="292" y="770"/>
                    <a:pt x="329" y="727"/>
                    <a:pt x="374" y="727"/>
                  </a:cubicBezTo>
                  <a:cubicBezTo>
                    <a:pt x="439" y="727"/>
                    <a:pt x="470" y="807"/>
                    <a:pt x="506" y="958"/>
                  </a:cubicBezTo>
                  <a:cubicBezTo>
                    <a:pt x="577" y="1260"/>
                    <a:pt x="592" y="1406"/>
                    <a:pt x="707" y="1406"/>
                  </a:cubicBezTo>
                  <a:cubicBezTo>
                    <a:pt x="821" y="1406"/>
                    <a:pt x="839" y="1260"/>
                    <a:pt x="915" y="958"/>
                  </a:cubicBezTo>
                  <a:cubicBezTo>
                    <a:pt x="949" y="827"/>
                    <a:pt x="1011" y="727"/>
                    <a:pt x="1083" y="727"/>
                  </a:cubicBezTo>
                  <a:cubicBezTo>
                    <a:pt x="1156" y="727"/>
                    <a:pt x="1207" y="824"/>
                    <a:pt x="1234" y="901"/>
                  </a:cubicBezTo>
                  <a:cubicBezTo>
                    <a:pt x="1291" y="1068"/>
                    <a:pt x="1317" y="1131"/>
                    <a:pt x="1380" y="1131"/>
                  </a:cubicBezTo>
                  <a:cubicBezTo>
                    <a:pt x="1443" y="1131"/>
                    <a:pt x="1478" y="1055"/>
                    <a:pt x="1534" y="873"/>
                  </a:cubicBezTo>
                  <a:cubicBezTo>
                    <a:pt x="1569" y="758"/>
                    <a:pt x="1574" y="727"/>
                    <a:pt x="1677" y="727"/>
                  </a:cubicBezTo>
                  <a:cubicBezTo>
                    <a:pt x="1831" y="727"/>
                    <a:pt x="1831" y="727"/>
                    <a:pt x="1831" y="727"/>
                  </a:cubicBezTo>
                  <a:cubicBezTo>
                    <a:pt x="1831" y="726"/>
                    <a:pt x="1831" y="726"/>
                    <a:pt x="1831" y="726"/>
                  </a:cubicBezTo>
                  <a:close/>
                </a:path>
              </a:pathLst>
            </a:custGeom>
            <a:solidFill>
              <a:srgbClr val="EB0029"/>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805722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D815A8-0624-4A10-B1F3-C19B0E2331BC}"/>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6628959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Logo End Slide">
    <p:bg>
      <p:bgPr>
        <a:solidFill>
          <a:schemeClr val="bg1"/>
        </a:solidFill>
        <a:effectLst/>
      </p:bgPr>
    </p:bg>
    <p:spTree>
      <p:nvGrpSpPr>
        <p:cNvPr id="1" name=""/>
        <p:cNvGrpSpPr/>
        <p:nvPr/>
      </p:nvGrpSpPr>
      <p:grpSpPr>
        <a:xfrm>
          <a:off x="0" y="0"/>
          <a:ext cx="0" cy="0"/>
          <a:chOff x="0" y="0"/>
          <a:chExt cx="0" cy="0"/>
        </a:xfrm>
      </p:grpSpPr>
      <p:sp>
        <p:nvSpPr>
          <p:cNvPr id="13" name="Texture">
            <a:extLst>
              <a:ext uri="{FF2B5EF4-FFF2-40B4-BE49-F238E27FC236}">
                <a16:creationId xmlns:a16="http://schemas.microsoft.com/office/drawing/2014/main" id="{F2D524AB-E282-4686-B58B-641438DC9BED}"/>
              </a:ext>
            </a:extLst>
          </p:cNvPr>
          <p:cNvSpPr/>
          <p:nvPr userDrawn="1"/>
        </p:nvSpPr>
        <p:spPr>
          <a:xfrm>
            <a:off x="0" y="0"/>
            <a:ext cx="12192000" cy="6858000"/>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err="1"/>
          </a:p>
        </p:txBody>
      </p:sp>
      <p:sp>
        <p:nvSpPr>
          <p:cNvPr id="6" name="Oval 5">
            <a:extLst>
              <a:ext uri="{FF2B5EF4-FFF2-40B4-BE49-F238E27FC236}">
                <a16:creationId xmlns:a16="http://schemas.microsoft.com/office/drawing/2014/main" id="{BBD298B8-A731-40B0-A82D-73E38F5E3C48}"/>
              </a:ext>
            </a:extLst>
          </p:cNvPr>
          <p:cNvSpPr/>
          <p:nvPr userDrawn="1"/>
        </p:nvSpPr>
        <p:spPr>
          <a:xfrm>
            <a:off x="2990868" y="1895475"/>
            <a:ext cx="6496032" cy="2883030"/>
          </a:xfrm>
          <a:prstGeom prst="ellipse">
            <a:avLst/>
          </a:prstGeom>
          <a:gradFill flip="none" rotWithShape="1">
            <a:gsLst>
              <a:gs pos="55000">
                <a:schemeClr val="bg1"/>
              </a:gs>
              <a:gs pos="100000">
                <a:schemeClr val="bg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err="1"/>
          </a:p>
        </p:txBody>
      </p:sp>
      <p:grpSp>
        <p:nvGrpSpPr>
          <p:cNvPr id="8" name="Logo">
            <a:extLst>
              <a:ext uri="{FF2B5EF4-FFF2-40B4-BE49-F238E27FC236}">
                <a16:creationId xmlns:a16="http://schemas.microsoft.com/office/drawing/2014/main" id="{077A18B9-3018-42E0-8877-4E494677B9EC}"/>
              </a:ext>
            </a:extLst>
          </p:cNvPr>
          <p:cNvGrpSpPr>
            <a:grpSpLocks noChangeAspect="1"/>
          </p:cNvGrpSpPr>
          <p:nvPr userDrawn="1"/>
        </p:nvGrpSpPr>
        <p:grpSpPr bwMode="black">
          <a:xfrm>
            <a:off x="3757744" y="2807676"/>
            <a:ext cx="4676512" cy="1097280"/>
            <a:chOff x="1231901" y="5359401"/>
            <a:chExt cx="11210925" cy="2630487"/>
          </a:xfrm>
        </p:grpSpPr>
        <p:sp>
          <p:nvSpPr>
            <p:cNvPr id="9" name="Freeform 5">
              <a:extLst>
                <a:ext uri="{FF2B5EF4-FFF2-40B4-BE49-F238E27FC236}">
                  <a16:creationId xmlns:a16="http://schemas.microsoft.com/office/drawing/2014/main" id="{66A3BF12-9A81-464B-8E0D-17C715D2D57B}"/>
                </a:ext>
              </a:extLst>
            </p:cNvPr>
            <p:cNvSpPr>
              <a:spLocks noEditPoints="1"/>
            </p:cNvSpPr>
            <p:nvPr userDrawn="1"/>
          </p:nvSpPr>
          <p:spPr bwMode="black">
            <a:xfrm>
              <a:off x="5105401" y="5586413"/>
              <a:ext cx="7337425" cy="2147887"/>
            </a:xfrm>
            <a:custGeom>
              <a:avLst/>
              <a:gdLst>
                <a:gd name="T0" fmla="*/ 0 w 3931"/>
                <a:gd name="T1" fmla="*/ 803 h 1148"/>
                <a:gd name="T2" fmla="*/ 552 w 3931"/>
                <a:gd name="T3" fmla="*/ 1142 h 1148"/>
                <a:gd name="T4" fmla="*/ 388 w 3931"/>
                <a:gd name="T5" fmla="*/ 853 h 1148"/>
                <a:gd name="T6" fmla="*/ 388 w 3931"/>
                <a:gd name="T7" fmla="*/ 1092 h 1148"/>
                <a:gd name="T8" fmla="*/ 620 w 3931"/>
                <a:gd name="T9" fmla="*/ 974 h 1148"/>
                <a:gd name="T10" fmla="*/ 887 w 3931"/>
                <a:gd name="T11" fmla="*/ 900 h 1148"/>
                <a:gd name="T12" fmla="*/ 701 w 3931"/>
                <a:gd name="T13" fmla="*/ 877 h 1148"/>
                <a:gd name="T14" fmla="*/ 828 w 3931"/>
                <a:gd name="T15" fmla="*/ 1048 h 1148"/>
                <a:gd name="T16" fmla="*/ 762 w 3931"/>
                <a:gd name="T17" fmla="*/ 1148 h 1148"/>
                <a:gd name="T18" fmla="*/ 1018 w 3931"/>
                <a:gd name="T19" fmla="*/ 1142 h 1148"/>
                <a:gd name="T20" fmla="*/ 1169 w 3931"/>
                <a:gd name="T21" fmla="*/ 943 h 1148"/>
                <a:gd name="T22" fmla="*/ 1533 w 3931"/>
                <a:gd name="T23" fmla="*/ 1142 h 1148"/>
                <a:gd name="T24" fmla="*/ 1327 w 3931"/>
                <a:gd name="T25" fmla="*/ 803 h 1148"/>
                <a:gd name="T26" fmla="*/ 1596 w 3931"/>
                <a:gd name="T27" fmla="*/ 1142 h 1148"/>
                <a:gd name="T28" fmla="*/ 1719 w 3931"/>
                <a:gd name="T29" fmla="*/ 844 h 1148"/>
                <a:gd name="T30" fmla="*/ 1834 w 3931"/>
                <a:gd name="T31" fmla="*/ 1148 h 1148"/>
                <a:gd name="T32" fmla="*/ 1833 w 3931"/>
                <a:gd name="T33" fmla="*/ 1099 h 1148"/>
                <a:gd name="T34" fmla="*/ 2274 w 3931"/>
                <a:gd name="T35" fmla="*/ 1142 h 1148"/>
                <a:gd name="T36" fmla="*/ 2274 w 3931"/>
                <a:gd name="T37" fmla="*/ 1092 h 1148"/>
                <a:gd name="T38" fmla="*/ 2360 w 3931"/>
                <a:gd name="T39" fmla="*/ 844 h 1148"/>
                <a:gd name="T40" fmla="*/ 2475 w 3931"/>
                <a:gd name="T41" fmla="*/ 1148 h 1148"/>
                <a:gd name="T42" fmla="*/ 2475 w 3931"/>
                <a:gd name="T43" fmla="*/ 1099 h 1148"/>
                <a:gd name="T44" fmla="*/ 2862 w 3931"/>
                <a:gd name="T45" fmla="*/ 1148 h 1148"/>
                <a:gd name="T46" fmla="*/ 2949 w 3931"/>
                <a:gd name="T47" fmla="*/ 822 h 1148"/>
                <a:gd name="T48" fmla="*/ 2905 w 3931"/>
                <a:gd name="T49" fmla="*/ 856 h 1148"/>
                <a:gd name="T50" fmla="*/ 2864 w 3931"/>
                <a:gd name="T51" fmla="*/ 1101 h 1148"/>
                <a:gd name="T52" fmla="*/ 2857 w 3931"/>
                <a:gd name="T53" fmla="*/ 955 h 1148"/>
                <a:gd name="T54" fmla="*/ 2862 w 3931"/>
                <a:gd name="T55" fmla="*/ 1148 h 1148"/>
                <a:gd name="T56" fmla="*/ 3139 w 3931"/>
                <a:gd name="T57" fmla="*/ 1142 h 1148"/>
                <a:gd name="T58" fmla="*/ 3458 w 3931"/>
                <a:gd name="T59" fmla="*/ 853 h 1148"/>
                <a:gd name="T60" fmla="*/ 3298 w 3931"/>
                <a:gd name="T61" fmla="*/ 991 h 1148"/>
                <a:gd name="T62" fmla="*/ 3562 w 3931"/>
                <a:gd name="T63" fmla="*/ 1123 h 1148"/>
                <a:gd name="T64" fmla="*/ 3606 w 3931"/>
                <a:gd name="T65" fmla="*/ 1084 h 1148"/>
                <a:gd name="T66" fmla="*/ 3647 w 3931"/>
                <a:gd name="T67" fmla="*/ 991 h 1148"/>
                <a:gd name="T68" fmla="*/ 3569 w 3931"/>
                <a:gd name="T69" fmla="*/ 824 h 1148"/>
                <a:gd name="T70" fmla="*/ 3724 w 3931"/>
                <a:gd name="T71" fmla="*/ 895 h 1148"/>
                <a:gd name="T72" fmla="*/ 3591 w 3931"/>
                <a:gd name="T73" fmla="*/ 893 h 1148"/>
                <a:gd name="T74" fmla="*/ 3754 w 3931"/>
                <a:gd name="T75" fmla="*/ 1120 h 1148"/>
                <a:gd name="T76" fmla="*/ 152 w 3931"/>
                <a:gd name="T77" fmla="*/ 268 h 1148"/>
                <a:gd name="T78" fmla="*/ 361 w 3931"/>
                <a:gd name="T79" fmla="*/ 605 h 1148"/>
                <a:gd name="T80" fmla="*/ 553 w 3931"/>
                <a:gd name="T81" fmla="*/ 11 h 1148"/>
                <a:gd name="T82" fmla="*/ 931 w 3931"/>
                <a:gd name="T83" fmla="*/ 249 h 1148"/>
                <a:gd name="T84" fmla="*/ 957 w 3931"/>
                <a:gd name="T85" fmla="*/ 605 h 1148"/>
                <a:gd name="T86" fmla="*/ 1123 w 3931"/>
                <a:gd name="T87" fmla="*/ 11 h 1148"/>
                <a:gd name="T88" fmla="*/ 1317 w 3931"/>
                <a:gd name="T89" fmla="*/ 605 h 1148"/>
                <a:gd name="T90" fmla="*/ 1746 w 3931"/>
                <a:gd name="T91" fmla="*/ 531 h 1148"/>
                <a:gd name="T92" fmla="*/ 1687 w 3931"/>
                <a:gd name="T93" fmla="*/ 337 h 1148"/>
                <a:gd name="T94" fmla="*/ 1749 w 3931"/>
                <a:gd name="T95" fmla="*/ 0 h 1148"/>
                <a:gd name="T96" fmla="*/ 1813 w 3931"/>
                <a:gd name="T97" fmla="*/ 106 h 1148"/>
                <a:gd name="T98" fmla="*/ 1797 w 3931"/>
                <a:gd name="T99" fmla="*/ 262 h 1148"/>
                <a:gd name="T100" fmla="*/ 1563 w 3931"/>
                <a:gd name="T101" fmla="*/ 567 h 1148"/>
                <a:gd name="T102" fmla="*/ 2188 w 3931"/>
                <a:gd name="T103" fmla="*/ 605 h 1148"/>
                <a:gd name="T104" fmla="*/ 2711 w 3931"/>
                <a:gd name="T105" fmla="*/ 603 h 1148"/>
                <a:gd name="T106" fmla="*/ 2582 w 3931"/>
                <a:gd name="T107" fmla="*/ 1 h 1148"/>
                <a:gd name="T108" fmla="*/ 2664 w 3931"/>
                <a:gd name="T109" fmla="*/ 111 h 1148"/>
                <a:gd name="T110" fmla="*/ 2595 w 3931"/>
                <a:gd name="T111" fmla="*/ 525 h 1148"/>
                <a:gd name="T112" fmla="*/ 2579 w 3931"/>
                <a:gd name="T113" fmla="*/ 288 h 1148"/>
                <a:gd name="T114" fmla="*/ 3048 w 3931"/>
                <a:gd name="T115" fmla="*/ 248 h 1148"/>
                <a:gd name="T116" fmla="*/ 3273 w 3931"/>
                <a:gd name="T117" fmla="*/ 605 h 1148"/>
                <a:gd name="T118" fmla="*/ 3628 w 3931"/>
                <a:gd name="T119" fmla="*/ 605 h 1148"/>
                <a:gd name="T120" fmla="*/ 3931 w 3931"/>
                <a:gd name="T121" fmla="*/ 107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1" h="1148">
                  <a:moveTo>
                    <a:pt x="163" y="1142"/>
                  </a:moveTo>
                  <a:cubicBezTo>
                    <a:pt x="109" y="1142"/>
                    <a:pt x="109" y="1142"/>
                    <a:pt x="109" y="1142"/>
                  </a:cubicBezTo>
                  <a:cubicBezTo>
                    <a:pt x="109" y="853"/>
                    <a:pt x="109" y="853"/>
                    <a:pt x="109" y="853"/>
                  </a:cubicBezTo>
                  <a:cubicBezTo>
                    <a:pt x="0" y="853"/>
                    <a:pt x="0" y="853"/>
                    <a:pt x="0" y="853"/>
                  </a:cubicBezTo>
                  <a:cubicBezTo>
                    <a:pt x="0" y="803"/>
                    <a:pt x="0" y="803"/>
                    <a:pt x="0" y="803"/>
                  </a:cubicBezTo>
                  <a:cubicBezTo>
                    <a:pt x="273" y="803"/>
                    <a:pt x="273" y="803"/>
                    <a:pt x="273" y="803"/>
                  </a:cubicBezTo>
                  <a:cubicBezTo>
                    <a:pt x="273" y="853"/>
                    <a:pt x="273" y="853"/>
                    <a:pt x="273" y="853"/>
                  </a:cubicBezTo>
                  <a:cubicBezTo>
                    <a:pt x="163" y="853"/>
                    <a:pt x="163" y="853"/>
                    <a:pt x="163" y="853"/>
                  </a:cubicBezTo>
                  <a:lnTo>
                    <a:pt x="163" y="1142"/>
                  </a:lnTo>
                  <a:close/>
                  <a:moveTo>
                    <a:pt x="552" y="1142"/>
                  </a:moveTo>
                  <a:cubicBezTo>
                    <a:pt x="334" y="1142"/>
                    <a:pt x="334" y="1142"/>
                    <a:pt x="334" y="1142"/>
                  </a:cubicBezTo>
                  <a:cubicBezTo>
                    <a:pt x="334" y="803"/>
                    <a:pt x="334" y="803"/>
                    <a:pt x="334" y="803"/>
                  </a:cubicBezTo>
                  <a:cubicBezTo>
                    <a:pt x="548" y="803"/>
                    <a:pt x="548" y="803"/>
                    <a:pt x="548" y="803"/>
                  </a:cubicBezTo>
                  <a:cubicBezTo>
                    <a:pt x="548" y="853"/>
                    <a:pt x="548" y="853"/>
                    <a:pt x="548" y="853"/>
                  </a:cubicBezTo>
                  <a:cubicBezTo>
                    <a:pt x="388" y="853"/>
                    <a:pt x="388" y="853"/>
                    <a:pt x="388" y="853"/>
                  </a:cubicBezTo>
                  <a:cubicBezTo>
                    <a:pt x="388" y="942"/>
                    <a:pt x="388" y="942"/>
                    <a:pt x="388" y="942"/>
                  </a:cubicBezTo>
                  <a:cubicBezTo>
                    <a:pt x="541" y="942"/>
                    <a:pt x="541" y="942"/>
                    <a:pt x="541" y="942"/>
                  </a:cubicBezTo>
                  <a:cubicBezTo>
                    <a:pt x="541" y="991"/>
                    <a:pt x="541" y="991"/>
                    <a:pt x="541" y="991"/>
                  </a:cubicBezTo>
                  <a:cubicBezTo>
                    <a:pt x="388" y="991"/>
                    <a:pt x="388" y="991"/>
                    <a:pt x="388" y="991"/>
                  </a:cubicBezTo>
                  <a:cubicBezTo>
                    <a:pt x="388" y="1092"/>
                    <a:pt x="388" y="1092"/>
                    <a:pt x="388" y="1092"/>
                  </a:cubicBezTo>
                  <a:cubicBezTo>
                    <a:pt x="552" y="1092"/>
                    <a:pt x="552" y="1092"/>
                    <a:pt x="552" y="1092"/>
                  </a:cubicBezTo>
                  <a:lnTo>
                    <a:pt x="552" y="1142"/>
                  </a:lnTo>
                  <a:close/>
                  <a:moveTo>
                    <a:pt x="762" y="1148"/>
                  </a:moveTo>
                  <a:cubicBezTo>
                    <a:pt x="716" y="1148"/>
                    <a:pt x="681" y="1133"/>
                    <a:pt x="656" y="1103"/>
                  </a:cubicBezTo>
                  <a:cubicBezTo>
                    <a:pt x="632" y="1073"/>
                    <a:pt x="620" y="1030"/>
                    <a:pt x="620" y="974"/>
                  </a:cubicBezTo>
                  <a:cubicBezTo>
                    <a:pt x="620" y="919"/>
                    <a:pt x="633" y="875"/>
                    <a:pt x="658" y="845"/>
                  </a:cubicBezTo>
                  <a:cubicBezTo>
                    <a:pt x="683" y="814"/>
                    <a:pt x="719" y="798"/>
                    <a:pt x="766" y="798"/>
                  </a:cubicBezTo>
                  <a:cubicBezTo>
                    <a:pt x="802" y="798"/>
                    <a:pt x="831" y="807"/>
                    <a:pt x="853" y="824"/>
                  </a:cubicBezTo>
                  <a:cubicBezTo>
                    <a:pt x="874" y="841"/>
                    <a:pt x="886" y="865"/>
                    <a:pt x="887" y="894"/>
                  </a:cubicBezTo>
                  <a:cubicBezTo>
                    <a:pt x="887" y="900"/>
                    <a:pt x="887" y="900"/>
                    <a:pt x="887" y="900"/>
                  </a:cubicBezTo>
                  <a:cubicBezTo>
                    <a:pt x="830" y="900"/>
                    <a:pt x="830" y="900"/>
                    <a:pt x="830" y="900"/>
                  </a:cubicBezTo>
                  <a:cubicBezTo>
                    <a:pt x="829" y="895"/>
                    <a:pt x="829" y="895"/>
                    <a:pt x="829" y="895"/>
                  </a:cubicBezTo>
                  <a:cubicBezTo>
                    <a:pt x="828" y="880"/>
                    <a:pt x="822" y="868"/>
                    <a:pt x="810" y="858"/>
                  </a:cubicBezTo>
                  <a:cubicBezTo>
                    <a:pt x="797" y="848"/>
                    <a:pt x="782" y="844"/>
                    <a:pt x="764" y="844"/>
                  </a:cubicBezTo>
                  <a:cubicBezTo>
                    <a:pt x="737" y="844"/>
                    <a:pt x="716" y="854"/>
                    <a:pt x="701" y="877"/>
                  </a:cubicBezTo>
                  <a:cubicBezTo>
                    <a:pt x="686" y="899"/>
                    <a:pt x="678" y="932"/>
                    <a:pt x="678" y="973"/>
                  </a:cubicBezTo>
                  <a:cubicBezTo>
                    <a:pt x="678" y="1014"/>
                    <a:pt x="685" y="1045"/>
                    <a:pt x="700" y="1067"/>
                  </a:cubicBezTo>
                  <a:cubicBezTo>
                    <a:pt x="715" y="1089"/>
                    <a:pt x="735" y="1099"/>
                    <a:pt x="762" y="1099"/>
                  </a:cubicBezTo>
                  <a:cubicBezTo>
                    <a:pt x="782" y="1099"/>
                    <a:pt x="797" y="1095"/>
                    <a:pt x="809" y="1086"/>
                  </a:cubicBezTo>
                  <a:cubicBezTo>
                    <a:pt x="820" y="1076"/>
                    <a:pt x="827" y="1064"/>
                    <a:pt x="828" y="1048"/>
                  </a:cubicBezTo>
                  <a:cubicBezTo>
                    <a:pt x="829" y="1043"/>
                    <a:pt x="829" y="1043"/>
                    <a:pt x="829" y="1043"/>
                  </a:cubicBezTo>
                  <a:cubicBezTo>
                    <a:pt x="888" y="1043"/>
                    <a:pt x="888" y="1043"/>
                    <a:pt x="888" y="1043"/>
                  </a:cubicBezTo>
                  <a:cubicBezTo>
                    <a:pt x="888" y="1049"/>
                    <a:pt x="888" y="1049"/>
                    <a:pt x="888" y="1049"/>
                  </a:cubicBezTo>
                  <a:cubicBezTo>
                    <a:pt x="887" y="1079"/>
                    <a:pt x="875" y="1103"/>
                    <a:pt x="852" y="1121"/>
                  </a:cubicBezTo>
                  <a:cubicBezTo>
                    <a:pt x="830" y="1139"/>
                    <a:pt x="800" y="1148"/>
                    <a:pt x="762" y="1148"/>
                  </a:cubicBezTo>
                  <a:moveTo>
                    <a:pt x="1223" y="1142"/>
                  </a:moveTo>
                  <a:cubicBezTo>
                    <a:pt x="1169" y="1142"/>
                    <a:pt x="1169" y="1142"/>
                    <a:pt x="1169" y="1142"/>
                  </a:cubicBezTo>
                  <a:cubicBezTo>
                    <a:pt x="1169" y="993"/>
                    <a:pt x="1169" y="993"/>
                    <a:pt x="1169" y="993"/>
                  </a:cubicBezTo>
                  <a:cubicBezTo>
                    <a:pt x="1018" y="993"/>
                    <a:pt x="1018" y="993"/>
                    <a:pt x="1018" y="993"/>
                  </a:cubicBezTo>
                  <a:cubicBezTo>
                    <a:pt x="1018" y="1142"/>
                    <a:pt x="1018" y="1142"/>
                    <a:pt x="1018" y="1142"/>
                  </a:cubicBezTo>
                  <a:cubicBezTo>
                    <a:pt x="963" y="1142"/>
                    <a:pt x="963" y="1142"/>
                    <a:pt x="963" y="1142"/>
                  </a:cubicBezTo>
                  <a:cubicBezTo>
                    <a:pt x="963" y="803"/>
                    <a:pt x="963" y="803"/>
                    <a:pt x="963" y="803"/>
                  </a:cubicBezTo>
                  <a:cubicBezTo>
                    <a:pt x="1018" y="803"/>
                    <a:pt x="1018" y="803"/>
                    <a:pt x="1018" y="803"/>
                  </a:cubicBezTo>
                  <a:cubicBezTo>
                    <a:pt x="1018" y="943"/>
                    <a:pt x="1018" y="943"/>
                    <a:pt x="1018" y="943"/>
                  </a:cubicBezTo>
                  <a:cubicBezTo>
                    <a:pt x="1169" y="943"/>
                    <a:pt x="1169" y="943"/>
                    <a:pt x="1169" y="943"/>
                  </a:cubicBezTo>
                  <a:cubicBezTo>
                    <a:pt x="1169" y="803"/>
                    <a:pt x="1169" y="803"/>
                    <a:pt x="1169" y="803"/>
                  </a:cubicBezTo>
                  <a:cubicBezTo>
                    <a:pt x="1223" y="803"/>
                    <a:pt x="1223" y="803"/>
                    <a:pt x="1223" y="803"/>
                  </a:cubicBezTo>
                  <a:lnTo>
                    <a:pt x="1223" y="1142"/>
                  </a:lnTo>
                  <a:close/>
                  <a:moveTo>
                    <a:pt x="1595" y="1142"/>
                  </a:moveTo>
                  <a:cubicBezTo>
                    <a:pt x="1533" y="1142"/>
                    <a:pt x="1533" y="1142"/>
                    <a:pt x="1533" y="1142"/>
                  </a:cubicBezTo>
                  <a:cubicBezTo>
                    <a:pt x="1532" y="1140"/>
                    <a:pt x="1532" y="1140"/>
                    <a:pt x="1532" y="1140"/>
                  </a:cubicBezTo>
                  <a:cubicBezTo>
                    <a:pt x="1378" y="878"/>
                    <a:pt x="1378" y="878"/>
                    <a:pt x="1378" y="878"/>
                  </a:cubicBezTo>
                  <a:cubicBezTo>
                    <a:pt x="1378" y="1142"/>
                    <a:pt x="1378" y="1142"/>
                    <a:pt x="1378" y="1142"/>
                  </a:cubicBezTo>
                  <a:cubicBezTo>
                    <a:pt x="1327" y="1142"/>
                    <a:pt x="1327" y="1142"/>
                    <a:pt x="1327" y="1142"/>
                  </a:cubicBezTo>
                  <a:cubicBezTo>
                    <a:pt x="1327" y="803"/>
                    <a:pt x="1327" y="803"/>
                    <a:pt x="1327" y="803"/>
                  </a:cubicBezTo>
                  <a:cubicBezTo>
                    <a:pt x="1398" y="803"/>
                    <a:pt x="1398" y="803"/>
                    <a:pt x="1398" y="803"/>
                  </a:cubicBezTo>
                  <a:cubicBezTo>
                    <a:pt x="1545" y="1056"/>
                    <a:pt x="1545" y="1056"/>
                    <a:pt x="1545" y="1056"/>
                  </a:cubicBezTo>
                  <a:cubicBezTo>
                    <a:pt x="1545" y="803"/>
                    <a:pt x="1545" y="803"/>
                    <a:pt x="1545" y="803"/>
                  </a:cubicBezTo>
                  <a:cubicBezTo>
                    <a:pt x="1596" y="803"/>
                    <a:pt x="1596" y="803"/>
                    <a:pt x="1596" y="803"/>
                  </a:cubicBezTo>
                  <a:cubicBezTo>
                    <a:pt x="1596" y="1142"/>
                    <a:pt x="1596" y="1142"/>
                    <a:pt x="1596" y="1142"/>
                  </a:cubicBezTo>
                  <a:lnTo>
                    <a:pt x="1595" y="1142"/>
                  </a:lnTo>
                  <a:close/>
                  <a:moveTo>
                    <a:pt x="1834" y="1148"/>
                  </a:moveTo>
                  <a:cubicBezTo>
                    <a:pt x="1785" y="1148"/>
                    <a:pt x="1746" y="1132"/>
                    <a:pt x="1719" y="1102"/>
                  </a:cubicBezTo>
                  <a:cubicBezTo>
                    <a:pt x="1692" y="1071"/>
                    <a:pt x="1678" y="1028"/>
                    <a:pt x="1678" y="974"/>
                  </a:cubicBezTo>
                  <a:cubicBezTo>
                    <a:pt x="1678" y="918"/>
                    <a:pt x="1692" y="875"/>
                    <a:pt x="1719" y="844"/>
                  </a:cubicBezTo>
                  <a:cubicBezTo>
                    <a:pt x="1746" y="814"/>
                    <a:pt x="1785" y="798"/>
                    <a:pt x="1834" y="798"/>
                  </a:cubicBezTo>
                  <a:cubicBezTo>
                    <a:pt x="1883" y="798"/>
                    <a:pt x="1922" y="814"/>
                    <a:pt x="1949" y="844"/>
                  </a:cubicBezTo>
                  <a:cubicBezTo>
                    <a:pt x="1975" y="874"/>
                    <a:pt x="1989" y="918"/>
                    <a:pt x="1989" y="974"/>
                  </a:cubicBezTo>
                  <a:cubicBezTo>
                    <a:pt x="1989" y="1029"/>
                    <a:pt x="1975" y="1072"/>
                    <a:pt x="1948" y="1102"/>
                  </a:cubicBezTo>
                  <a:cubicBezTo>
                    <a:pt x="1921" y="1132"/>
                    <a:pt x="1883" y="1148"/>
                    <a:pt x="1834" y="1148"/>
                  </a:cubicBezTo>
                  <a:moveTo>
                    <a:pt x="1833" y="845"/>
                  </a:moveTo>
                  <a:cubicBezTo>
                    <a:pt x="1802" y="845"/>
                    <a:pt x="1778" y="855"/>
                    <a:pt x="1761" y="877"/>
                  </a:cubicBezTo>
                  <a:cubicBezTo>
                    <a:pt x="1745" y="899"/>
                    <a:pt x="1736" y="930"/>
                    <a:pt x="1736" y="971"/>
                  </a:cubicBezTo>
                  <a:cubicBezTo>
                    <a:pt x="1736" y="1013"/>
                    <a:pt x="1745" y="1045"/>
                    <a:pt x="1762" y="1067"/>
                  </a:cubicBezTo>
                  <a:cubicBezTo>
                    <a:pt x="1778" y="1089"/>
                    <a:pt x="1802" y="1099"/>
                    <a:pt x="1833" y="1099"/>
                  </a:cubicBezTo>
                  <a:cubicBezTo>
                    <a:pt x="1865" y="1099"/>
                    <a:pt x="1889" y="1089"/>
                    <a:pt x="1905" y="1067"/>
                  </a:cubicBezTo>
                  <a:cubicBezTo>
                    <a:pt x="1922" y="1046"/>
                    <a:pt x="1931" y="1014"/>
                    <a:pt x="1931" y="972"/>
                  </a:cubicBezTo>
                  <a:cubicBezTo>
                    <a:pt x="1931" y="931"/>
                    <a:pt x="1922" y="899"/>
                    <a:pt x="1905" y="877"/>
                  </a:cubicBezTo>
                  <a:cubicBezTo>
                    <a:pt x="1888" y="855"/>
                    <a:pt x="1865" y="845"/>
                    <a:pt x="1833" y="845"/>
                  </a:cubicBezTo>
                  <a:moveTo>
                    <a:pt x="2274" y="1142"/>
                  </a:moveTo>
                  <a:cubicBezTo>
                    <a:pt x="2070" y="1142"/>
                    <a:pt x="2070" y="1142"/>
                    <a:pt x="2070" y="1142"/>
                  </a:cubicBezTo>
                  <a:cubicBezTo>
                    <a:pt x="2070" y="803"/>
                    <a:pt x="2070" y="803"/>
                    <a:pt x="2070" y="803"/>
                  </a:cubicBezTo>
                  <a:cubicBezTo>
                    <a:pt x="2125" y="803"/>
                    <a:pt x="2125" y="803"/>
                    <a:pt x="2125" y="803"/>
                  </a:cubicBezTo>
                  <a:cubicBezTo>
                    <a:pt x="2125" y="1092"/>
                    <a:pt x="2125" y="1092"/>
                    <a:pt x="2125" y="1092"/>
                  </a:cubicBezTo>
                  <a:cubicBezTo>
                    <a:pt x="2274" y="1092"/>
                    <a:pt x="2274" y="1092"/>
                    <a:pt x="2274" y="1092"/>
                  </a:cubicBezTo>
                  <a:cubicBezTo>
                    <a:pt x="2274" y="1142"/>
                    <a:pt x="2274" y="1142"/>
                    <a:pt x="2274" y="1142"/>
                  </a:cubicBezTo>
                  <a:close/>
                  <a:moveTo>
                    <a:pt x="2475" y="1148"/>
                  </a:moveTo>
                  <a:cubicBezTo>
                    <a:pt x="2427" y="1148"/>
                    <a:pt x="2388" y="1132"/>
                    <a:pt x="2361" y="1102"/>
                  </a:cubicBezTo>
                  <a:cubicBezTo>
                    <a:pt x="2334" y="1071"/>
                    <a:pt x="2320" y="1028"/>
                    <a:pt x="2320" y="974"/>
                  </a:cubicBezTo>
                  <a:cubicBezTo>
                    <a:pt x="2320" y="918"/>
                    <a:pt x="2334" y="875"/>
                    <a:pt x="2360" y="844"/>
                  </a:cubicBezTo>
                  <a:cubicBezTo>
                    <a:pt x="2387" y="814"/>
                    <a:pt x="2426" y="798"/>
                    <a:pt x="2475" y="798"/>
                  </a:cubicBezTo>
                  <a:cubicBezTo>
                    <a:pt x="2525" y="798"/>
                    <a:pt x="2563" y="814"/>
                    <a:pt x="2590" y="844"/>
                  </a:cubicBezTo>
                  <a:cubicBezTo>
                    <a:pt x="2617" y="874"/>
                    <a:pt x="2630" y="918"/>
                    <a:pt x="2630" y="974"/>
                  </a:cubicBezTo>
                  <a:cubicBezTo>
                    <a:pt x="2630" y="1029"/>
                    <a:pt x="2617" y="1072"/>
                    <a:pt x="2590" y="1102"/>
                  </a:cubicBezTo>
                  <a:cubicBezTo>
                    <a:pt x="2563" y="1132"/>
                    <a:pt x="2525" y="1148"/>
                    <a:pt x="2475" y="1148"/>
                  </a:cubicBezTo>
                  <a:moveTo>
                    <a:pt x="2475" y="845"/>
                  </a:moveTo>
                  <a:cubicBezTo>
                    <a:pt x="2443" y="845"/>
                    <a:pt x="2420" y="855"/>
                    <a:pt x="2403" y="877"/>
                  </a:cubicBezTo>
                  <a:cubicBezTo>
                    <a:pt x="2386" y="899"/>
                    <a:pt x="2378" y="930"/>
                    <a:pt x="2378" y="971"/>
                  </a:cubicBezTo>
                  <a:cubicBezTo>
                    <a:pt x="2378" y="1013"/>
                    <a:pt x="2386" y="1045"/>
                    <a:pt x="2403" y="1067"/>
                  </a:cubicBezTo>
                  <a:cubicBezTo>
                    <a:pt x="2420" y="1089"/>
                    <a:pt x="2443" y="1099"/>
                    <a:pt x="2475" y="1099"/>
                  </a:cubicBezTo>
                  <a:cubicBezTo>
                    <a:pt x="2507" y="1099"/>
                    <a:pt x="2530" y="1089"/>
                    <a:pt x="2547" y="1067"/>
                  </a:cubicBezTo>
                  <a:cubicBezTo>
                    <a:pt x="2564" y="1046"/>
                    <a:pt x="2572" y="1014"/>
                    <a:pt x="2572" y="972"/>
                  </a:cubicBezTo>
                  <a:cubicBezTo>
                    <a:pt x="2572" y="931"/>
                    <a:pt x="2564" y="899"/>
                    <a:pt x="2547" y="877"/>
                  </a:cubicBezTo>
                  <a:cubicBezTo>
                    <a:pt x="2530" y="855"/>
                    <a:pt x="2507" y="845"/>
                    <a:pt x="2475" y="845"/>
                  </a:cubicBezTo>
                  <a:moveTo>
                    <a:pt x="2862" y="1148"/>
                  </a:moveTo>
                  <a:cubicBezTo>
                    <a:pt x="2811" y="1148"/>
                    <a:pt x="2770" y="1133"/>
                    <a:pt x="2741" y="1103"/>
                  </a:cubicBezTo>
                  <a:cubicBezTo>
                    <a:pt x="2711" y="1073"/>
                    <a:pt x="2696" y="1031"/>
                    <a:pt x="2696" y="980"/>
                  </a:cubicBezTo>
                  <a:cubicBezTo>
                    <a:pt x="2696" y="923"/>
                    <a:pt x="2711" y="878"/>
                    <a:pt x="2740" y="846"/>
                  </a:cubicBezTo>
                  <a:cubicBezTo>
                    <a:pt x="2769" y="814"/>
                    <a:pt x="2810" y="798"/>
                    <a:pt x="2862" y="798"/>
                  </a:cubicBezTo>
                  <a:cubicBezTo>
                    <a:pt x="2898" y="798"/>
                    <a:pt x="2927" y="806"/>
                    <a:pt x="2949" y="822"/>
                  </a:cubicBezTo>
                  <a:cubicBezTo>
                    <a:pt x="2970" y="839"/>
                    <a:pt x="2982" y="861"/>
                    <a:pt x="2983" y="890"/>
                  </a:cubicBezTo>
                  <a:cubicBezTo>
                    <a:pt x="2983" y="895"/>
                    <a:pt x="2983" y="895"/>
                    <a:pt x="2983" y="895"/>
                  </a:cubicBezTo>
                  <a:cubicBezTo>
                    <a:pt x="2924" y="895"/>
                    <a:pt x="2924" y="895"/>
                    <a:pt x="2924" y="895"/>
                  </a:cubicBezTo>
                  <a:cubicBezTo>
                    <a:pt x="2924" y="890"/>
                    <a:pt x="2924" y="890"/>
                    <a:pt x="2924" y="890"/>
                  </a:cubicBezTo>
                  <a:cubicBezTo>
                    <a:pt x="2924" y="877"/>
                    <a:pt x="2917" y="866"/>
                    <a:pt x="2905" y="856"/>
                  </a:cubicBezTo>
                  <a:cubicBezTo>
                    <a:pt x="2892" y="847"/>
                    <a:pt x="2876" y="842"/>
                    <a:pt x="2856" y="842"/>
                  </a:cubicBezTo>
                  <a:cubicBezTo>
                    <a:pt x="2824" y="842"/>
                    <a:pt x="2799" y="854"/>
                    <a:pt x="2781" y="877"/>
                  </a:cubicBezTo>
                  <a:cubicBezTo>
                    <a:pt x="2762" y="900"/>
                    <a:pt x="2753" y="933"/>
                    <a:pt x="2753" y="974"/>
                  </a:cubicBezTo>
                  <a:cubicBezTo>
                    <a:pt x="2753" y="1015"/>
                    <a:pt x="2763" y="1046"/>
                    <a:pt x="2782" y="1068"/>
                  </a:cubicBezTo>
                  <a:cubicBezTo>
                    <a:pt x="2801" y="1090"/>
                    <a:pt x="2829" y="1101"/>
                    <a:pt x="2864" y="1101"/>
                  </a:cubicBezTo>
                  <a:cubicBezTo>
                    <a:pt x="2873" y="1101"/>
                    <a:pt x="2883" y="1100"/>
                    <a:pt x="2893" y="1098"/>
                  </a:cubicBezTo>
                  <a:cubicBezTo>
                    <a:pt x="2902" y="1096"/>
                    <a:pt x="2913" y="1094"/>
                    <a:pt x="2926" y="1091"/>
                  </a:cubicBezTo>
                  <a:cubicBezTo>
                    <a:pt x="2926" y="1002"/>
                    <a:pt x="2926" y="1002"/>
                    <a:pt x="2926" y="1002"/>
                  </a:cubicBezTo>
                  <a:cubicBezTo>
                    <a:pt x="2857" y="1002"/>
                    <a:pt x="2857" y="1002"/>
                    <a:pt x="2857" y="1002"/>
                  </a:cubicBezTo>
                  <a:cubicBezTo>
                    <a:pt x="2857" y="955"/>
                    <a:pt x="2857" y="955"/>
                    <a:pt x="2857" y="955"/>
                  </a:cubicBezTo>
                  <a:cubicBezTo>
                    <a:pt x="2983" y="955"/>
                    <a:pt x="2983" y="955"/>
                    <a:pt x="2983" y="955"/>
                  </a:cubicBezTo>
                  <a:cubicBezTo>
                    <a:pt x="2983" y="1125"/>
                    <a:pt x="2983" y="1125"/>
                    <a:pt x="2983" y="1125"/>
                  </a:cubicBezTo>
                  <a:cubicBezTo>
                    <a:pt x="2979" y="1127"/>
                    <a:pt x="2979" y="1127"/>
                    <a:pt x="2979" y="1127"/>
                  </a:cubicBezTo>
                  <a:cubicBezTo>
                    <a:pt x="2957" y="1134"/>
                    <a:pt x="2937" y="1139"/>
                    <a:pt x="2918" y="1143"/>
                  </a:cubicBezTo>
                  <a:cubicBezTo>
                    <a:pt x="2899" y="1146"/>
                    <a:pt x="2880" y="1148"/>
                    <a:pt x="2862" y="1148"/>
                  </a:cubicBezTo>
                  <a:moveTo>
                    <a:pt x="3139" y="1142"/>
                  </a:moveTo>
                  <a:cubicBezTo>
                    <a:pt x="3084" y="1142"/>
                    <a:pt x="3084" y="1142"/>
                    <a:pt x="3084" y="1142"/>
                  </a:cubicBezTo>
                  <a:cubicBezTo>
                    <a:pt x="3084" y="803"/>
                    <a:pt x="3084" y="803"/>
                    <a:pt x="3084" y="803"/>
                  </a:cubicBezTo>
                  <a:cubicBezTo>
                    <a:pt x="3139" y="803"/>
                    <a:pt x="3139" y="803"/>
                    <a:pt x="3139" y="803"/>
                  </a:cubicBezTo>
                  <a:lnTo>
                    <a:pt x="3139" y="1142"/>
                  </a:lnTo>
                  <a:close/>
                  <a:moveTo>
                    <a:pt x="3461" y="1142"/>
                  </a:moveTo>
                  <a:cubicBezTo>
                    <a:pt x="3243" y="1142"/>
                    <a:pt x="3243" y="1142"/>
                    <a:pt x="3243" y="1142"/>
                  </a:cubicBezTo>
                  <a:cubicBezTo>
                    <a:pt x="3243" y="803"/>
                    <a:pt x="3243" y="803"/>
                    <a:pt x="3243" y="803"/>
                  </a:cubicBezTo>
                  <a:cubicBezTo>
                    <a:pt x="3458" y="803"/>
                    <a:pt x="3458" y="803"/>
                    <a:pt x="3458" y="803"/>
                  </a:cubicBezTo>
                  <a:cubicBezTo>
                    <a:pt x="3458" y="853"/>
                    <a:pt x="3458" y="853"/>
                    <a:pt x="3458" y="853"/>
                  </a:cubicBezTo>
                  <a:cubicBezTo>
                    <a:pt x="3298" y="853"/>
                    <a:pt x="3298" y="853"/>
                    <a:pt x="3298" y="853"/>
                  </a:cubicBezTo>
                  <a:cubicBezTo>
                    <a:pt x="3298" y="942"/>
                    <a:pt x="3298" y="942"/>
                    <a:pt x="3298" y="942"/>
                  </a:cubicBezTo>
                  <a:cubicBezTo>
                    <a:pt x="3451" y="942"/>
                    <a:pt x="3451" y="942"/>
                    <a:pt x="3451" y="942"/>
                  </a:cubicBezTo>
                  <a:cubicBezTo>
                    <a:pt x="3451" y="991"/>
                    <a:pt x="3451" y="991"/>
                    <a:pt x="3451" y="991"/>
                  </a:cubicBezTo>
                  <a:cubicBezTo>
                    <a:pt x="3298" y="991"/>
                    <a:pt x="3298" y="991"/>
                    <a:pt x="3298" y="991"/>
                  </a:cubicBezTo>
                  <a:cubicBezTo>
                    <a:pt x="3298" y="1092"/>
                    <a:pt x="3298" y="1092"/>
                    <a:pt x="3298" y="1092"/>
                  </a:cubicBezTo>
                  <a:cubicBezTo>
                    <a:pt x="3461" y="1092"/>
                    <a:pt x="3461" y="1092"/>
                    <a:pt x="3461" y="1092"/>
                  </a:cubicBezTo>
                  <a:lnTo>
                    <a:pt x="3461" y="1142"/>
                  </a:lnTo>
                  <a:close/>
                  <a:moveTo>
                    <a:pt x="3656" y="1148"/>
                  </a:moveTo>
                  <a:cubicBezTo>
                    <a:pt x="3615" y="1148"/>
                    <a:pt x="3583" y="1139"/>
                    <a:pt x="3562" y="1123"/>
                  </a:cubicBezTo>
                  <a:cubicBezTo>
                    <a:pt x="3541" y="1105"/>
                    <a:pt x="3530" y="1080"/>
                    <a:pt x="3530" y="1046"/>
                  </a:cubicBezTo>
                  <a:cubicBezTo>
                    <a:pt x="3530" y="1035"/>
                    <a:pt x="3530" y="1035"/>
                    <a:pt x="3530" y="1035"/>
                  </a:cubicBezTo>
                  <a:cubicBezTo>
                    <a:pt x="3588" y="1035"/>
                    <a:pt x="3588" y="1035"/>
                    <a:pt x="3588" y="1035"/>
                  </a:cubicBezTo>
                  <a:cubicBezTo>
                    <a:pt x="3588" y="1040"/>
                    <a:pt x="3588" y="1040"/>
                    <a:pt x="3588" y="1040"/>
                  </a:cubicBezTo>
                  <a:cubicBezTo>
                    <a:pt x="3589" y="1060"/>
                    <a:pt x="3595" y="1075"/>
                    <a:pt x="3606" y="1084"/>
                  </a:cubicBezTo>
                  <a:cubicBezTo>
                    <a:pt x="3617" y="1093"/>
                    <a:pt x="3635" y="1098"/>
                    <a:pt x="3658" y="1098"/>
                  </a:cubicBezTo>
                  <a:cubicBezTo>
                    <a:pt x="3682" y="1098"/>
                    <a:pt x="3700" y="1093"/>
                    <a:pt x="3714" y="1084"/>
                  </a:cubicBezTo>
                  <a:cubicBezTo>
                    <a:pt x="3727" y="1075"/>
                    <a:pt x="3733" y="1062"/>
                    <a:pt x="3733" y="1046"/>
                  </a:cubicBezTo>
                  <a:cubicBezTo>
                    <a:pt x="3733" y="1024"/>
                    <a:pt x="3709" y="1007"/>
                    <a:pt x="3660" y="995"/>
                  </a:cubicBezTo>
                  <a:cubicBezTo>
                    <a:pt x="3655" y="993"/>
                    <a:pt x="3651" y="992"/>
                    <a:pt x="3647" y="991"/>
                  </a:cubicBezTo>
                  <a:cubicBezTo>
                    <a:pt x="3644" y="991"/>
                    <a:pt x="3639" y="989"/>
                    <a:pt x="3632" y="988"/>
                  </a:cubicBezTo>
                  <a:cubicBezTo>
                    <a:pt x="3604" y="981"/>
                    <a:pt x="3584" y="974"/>
                    <a:pt x="3572" y="967"/>
                  </a:cubicBezTo>
                  <a:cubicBezTo>
                    <a:pt x="3560" y="959"/>
                    <a:pt x="3551" y="949"/>
                    <a:pt x="3544" y="937"/>
                  </a:cubicBezTo>
                  <a:cubicBezTo>
                    <a:pt x="3537" y="925"/>
                    <a:pt x="3534" y="911"/>
                    <a:pt x="3534" y="896"/>
                  </a:cubicBezTo>
                  <a:cubicBezTo>
                    <a:pt x="3534" y="866"/>
                    <a:pt x="3546" y="841"/>
                    <a:pt x="3569" y="824"/>
                  </a:cubicBezTo>
                  <a:cubicBezTo>
                    <a:pt x="3592" y="807"/>
                    <a:pt x="3624" y="798"/>
                    <a:pt x="3663" y="798"/>
                  </a:cubicBezTo>
                  <a:cubicBezTo>
                    <a:pt x="3698" y="798"/>
                    <a:pt x="3726" y="806"/>
                    <a:pt x="3747" y="821"/>
                  </a:cubicBezTo>
                  <a:cubicBezTo>
                    <a:pt x="3768" y="837"/>
                    <a:pt x="3778" y="858"/>
                    <a:pt x="3778" y="885"/>
                  </a:cubicBezTo>
                  <a:cubicBezTo>
                    <a:pt x="3778" y="895"/>
                    <a:pt x="3778" y="895"/>
                    <a:pt x="3778" y="895"/>
                  </a:cubicBezTo>
                  <a:cubicBezTo>
                    <a:pt x="3724" y="895"/>
                    <a:pt x="3724" y="895"/>
                    <a:pt x="3724" y="895"/>
                  </a:cubicBezTo>
                  <a:cubicBezTo>
                    <a:pt x="3723" y="890"/>
                    <a:pt x="3723" y="890"/>
                    <a:pt x="3723" y="890"/>
                  </a:cubicBezTo>
                  <a:cubicBezTo>
                    <a:pt x="3723" y="875"/>
                    <a:pt x="3717" y="865"/>
                    <a:pt x="3707" y="857"/>
                  </a:cubicBezTo>
                  <a:cubicBezTo>
                    <a:pt x="3696" y="849"/>
                    <a:pt x="3680" y="845"/>
                    <a:pt x="3659" y="845"/>
                  </a:cubicBezTo>
                  <a:cubicBezTo>
                    <a:pt x="3638" y="845"/>
                    <a:pt x="3621" y="850"/>
                    <a:pt x="3609" y="859"/>
                  </a:cubicBezTo>
                  <a:cubicBezTo>
                    <a:pt x="3597" y="867"/>
                    <a:pt x="3591" y="879"/>
                    <a:pt x="3591" y="893"/>
                  </a:cubicBezTo>
                  <a:cubicBezTo>
                    <a:pt x="3591" y="912"/>
                    <a:pt x="3613" y="927"/>
                    <a:pt x="3657" y="938"/>
                  </a:cubicBezTo>
                  <a:cubicBezTo>
                    <a:pt x="3666" y="940"/>
                    <a:pt x="3666" y="940"/>
                    <a:pt x="3666" y="940"/>
                  </a:cubicBezTo>
                  <a:cubicBezTo>
                    <a:pt x="3719" y="954"/>
                    <a:pt x="3751" y="967"/>
                    <a:pt x="3766" y="981"/>
                  </a:cubicBezTo>
                  <a:cubicBezTo>
                    <a:pt x="3781" y="995"/>
                    <a:pt x="3789" y="1015"/>
                    <a:pt x="3789" y="1040"/>
                  </a:cubicBezTo>
                  <a:cubicBezTo>
                    <a:pt x="3789" y="1075"/>
                    <a:pt x="3777" y="1102"/>
                    <a:pt x="3754" y="1120"/>
                  </a:cubicBezTo>
                  <a:cubicBezTo>
                    <a:pt x="3731" y="1138"/>
                    <a:pt x="3698" y="1148"/>
                    <a:pt x="3656" y="1148"/>
                  </a:cubicBezTo>
                  <a:moveTo>
                    <a:pt x="25" y="605"/>
                  </a:moveTo>
                  <a:cubicBezTo>
                    <a:pt x="25" y="11"/>
                    <a:pt x="25" y="11"/>
                    <a:pt x="25" y="11"/>
                  </a:cubicBezTo>
                  <a:cubicBezTo>
                    <a:pt x="152" y="11"/>
                    <a:pt x="152" y="11"/>
                    <a:pt x="152" y="11"/>
                  </a:cubicBezTo>
                  <a:cubicBezTo>
                    <a:pt x="152" y="268"/>
                    <a:pt x="152" y="268"/>
                    <a:pt x="152" y="268"/>
                  </a:cubicBezTo>
                  <a:cubicBezTo>
                    <a:pt x="346" y="11"/>
                    <a:pt x="346" y="11"/>
                    <a:pt x="346" y="11"/>
                  </a:cubicBezTo>
                  <a:cubicBezTo>
                    <a:pt x="488" y="11"/>
                    <a:pt x="488" y="11"/>
                    <a:pt x="488" y="11"/>
                  </a:cubicBezTo>
                  <a:cubicBezTo>
                    <a:pt x="279" y="277"/>
                    <a:pt x="279" y="277"/>
                    <a:pt x="279" y="277"/>
                  </a:cubicBezTo>
                  <a:cubicBezTo>
                    <a:pt x="509" y="605"/>
                    <a:pt x="509" y="605"/>
                    <a:pt x="509" y="605"/>
                  </a:cubicBezTo>
                  <a:cubicBezTo>
                    <a:pt x="361" y="605"/>
                    <a:pt x="361" y="605"/>
                    <a:pt x="361" y="605"/>
                  </a:cubicBezTo>
                  <a:cubicBezTo>
                    <a:pt x="152" y="297"/>
                    <a:pt x="152" y="297"/>
                    <a:pt x="152" y="297"/>
                  </a:cubicBezTo>
                  <a:cubicBezTo>
                    <a:pt x="152" y="605"/>
                    <a:pt x="152" y="605"/>
                    <a:pt x="152" y="605"/>
                  </a:cubicBezTo>
                  <a:cubicBezTo>
                    <a:pt x="25" y="605"/>
                    <a:pt x="25" y="605"/>
                    <a:pt x="25" y="605"/>
                  </a:cubicBezTo>
                  <a:close/>
                  <a:moveTo>
                    <a:pt x="553" y="605"/>
                  </a:moveTo>
                  <a:cubicBezTo>
                    <a:pt x="553" y="11"/>
                    <a:pt x="553" y="11"/>
                    <a:pt x="553" y="11"/>
                  </a:cubicBezTo>
                  <a:cubicBezTo>
                    <a:pt x="947" y="11"/>
                    <a:pt x="947" y="11"/>
                    <a:pt x="947" y="11"/>
                  </a:cubicBezTo>
                  <a:cubicBezTo>
                    <a:pt x="947" y="109"/>
                    <a:pt x="947" y="109"/>
                    <a:pt x="947" y="109"/>
                  </a:cubicBezTo>
                  <a:cubicBezTo>
                    <a:pt x="682" y="109"/>
                    <a:pt x="682" y="109"/>
                    <a:pt x="682" y="109"/>
                  </a:cubicBezTo>
                  <a:cubicBezTo>
                    <a:pt x="682" y="249"/>
                    <a:pt x="682" y="249"/>
                    <a:pt x="682" y="249"/>
                  </a:cubicBezTo>
                  <a:cubicBezTo>
                    <a:pt x="931" y="249"/>
                    <a:pt x="931" y="249"/>
                    <a:pt x="931" y="249"/>
                  </a:cubicBezTo>
                  <a:cubicBezTo>
                    <a:pt x="931" y="346"/>
                    <a:pt x="931" y="346"/>
                    <a:pt x="931" y="346"/>
                  </a:cubicBezTo>
                  <a:cubicBezTo>
                    <a:pt x="682" y="346"/>
                    <a:pt x="682" y="346"/>
                    <a:pt x="682" y="346"/>
                  </a:cubicBezTo>
                  <a:cubicBezTo>
                    <a:pt x="682" y="506"/>
                    <a:pt x="682" y="506"/>
                    <a:pt x="682" y="506"/>
                  </a:cubicBezTo>
                  <a:cubicBezTo>
                    <a:pt x="957" y="506"/>
                    <a:pt x="957" y="506"/>
                    <a:pt x="957" y="506"/>
                  </a:cubicBezTo>
                  <a:cubicBezTo>
                    <a:pt x="957" y="605"/>
                    <a:pt x="957" y="605"/>
                    <a:pt x="957" y="605"/>
                  </a:cubicBezTo>
                  <a:lnTo>
                    <a:pt x="553" y="605"/>
                  </a:lnTo>
                  <a:close/>
                  <a:moveTo>
                    <a:pt x="1190" y="605"/>
                  </a:moveTo>
                  <a:cubicBezTo>
                    <a:pt x="1190" y="386"/>
                    <a:pt x="1190" y="386"/>
                    <a:pt x="1190" y="386"/>
                  </a:cubicBezTo>
                  <a:cubicBezTo>
                    <a:pt x="989" y="11"/>
                    <a:pt x="989" y="11"/>
                    <a:pt x="989" y="11"/>
                  </a:cubicBezTo>
                  <a:cubicBezTo>
                    <a:pt x="1123" y="11"/>
                    <a:pt x="1123" y="11"/>
                    <a:pt x="1123" y="11"/>
                  </a:cubicBezTo>
                  <a:cubicBezTo>
                    <a:pt x="1259" y="265"/>
                    <a:pt x="1259" y="265"/>
                    <a:pt x="1259" y="265"/>
                  </a:cubicBezTo>
                  <a:cubicBezTo>
                    <a:pt x="1382" y="11"/>
                    <a:pt x="1382" y="11"/>
                    <a:pt x="1382" y="11"/>
                  </a:cubicBezTo>
                  <a:cubicBezTo>
                    <a:pt x="1515" y="11"/>
                    <a:pt x="1515" y="11"/>
                    <a:pt x="1515" y="11"/>
                  </a:cubicBezTo>
                  <a:cubicBezTo>
                    <a:pt x="1317" y="386"/>
                    <a:pt x="1317" y="386"/>
                    <a:pt x="1317" y="386"/>
                  </a:cubicBezTo>
                  <a:cubicBezTo>
                    <a:pt x="1317" y="605"/>
                    <a:pt x="1317" y="605"/>
                    <a:pt x="1317" y="605"/>
                  </a:cubicBezTo>
                  <a:lnTo>
                    <a:pt x="1190" y="605"/>
                  </a:lnTo>
                  <a:close/>
                  <a:moveTo>
                    <a:pt x="1504" y="412"/>
                  </a:moveTo>
                  <a:cubicBezTo>
                    <a:pt x="1629" y="412"/>
                    <a:pt x="1629" y="412"/>
                    <a:pt x="1629" y="412"/>
                  </a:cubicBezTo>
                  <a:cubicBezTo>
                    <a:pt x="1629" y="452"/>
                    <a:pt x="1638" y="481"/>
                    <a:pt x="1658" y="501"/>
                  </a:cubicBezTo>
                  <a:cubicBezTo>
                    <a:pt x="1678" y="521"/>
                    <a:pt x="1707" y="531"/>
                    <a:pt x="1746" y="531"/>
                  </a:cubicBezTo>
                  <a:cubicBezTo>
                    <a:pt x="1778" y="531"/>
                    <a:pt x="1803" y="524"/>
                    <a:pt x="1823" y="508"/>
                  </a:cubicBezTo>
                  <a:cubicBezTo>
                    <a:pt x="1843" y="493"/>
                    <a:pt x="1853" y="473"/>
                    <a:pt x="1853" y="449"/>
                  </a:cubicBezTo>
                  <a:cubicBezTo>
                    <a:pt x="1853" y="412"/>
                    <a:pt x="1806" y="377"/>
                    <a:pt x="1713" y="346"/>
                  </a:cubicBezTo>
                  <a:cubicBezTo>
                    <a:pt x="1699" y="341"/>
                    <a:pt x="1699" y="341"/>
                    <a:pt x="1699" y="341"/>
                  </a:cubicBezTo>
                  <a:cubicBezTo>
                    <a:pt x="1696" y="340"/>
                    <a:pt x="1692" y="339"/>
                    <a:pt x="1687" y="337"/>
                  </a:cubicBezTo>
                  <a:cubicBezTo>
                    <a:pt x="1635" y="320"/>
                    <a:pt x="1597" y="303"/>
                    <a:pt x="1574" y="286"/>
                  </a:cubicBezTo>
                  <a:cubicBezTo>
                    <a:pt x="1558" y="273"/>
                    <a:pt x="1545" y="257"/>
                    <a:pt x="1536" y="238"/>
                  </a:cubicBezTo>
                  <a:cubicBezTo>
                    <a:pt x="1527" y="219"/>
                    <a:pt x="1522" y="198"/>
                    <a:pt x="1522" y="174"/>
                  </a:cubicBezTo>
                  <a:cubicBezTo>
                    <a:pt x="1522" y="121"/>
                    <a:pt x="1542" y="78"/>
                    <a:pt x="1583" y="47"/>
                  </a:cubicBezTo>
                  <a:cubicBezTo>
                    <a:pt x="1623" y="16"/>
                    <a:pt x="1679" y="0"/>
                    <a:pt x="1749" y="0"/>
                  </a:cubicBezTo>
                  <a:cubicBezTo>
                    <a:pt x="1814" y="0"/>
                    <a:pt x="1864" y="15"/>
                    <a:pt x="1900" y="46"/>
                  </a:cubicBezTo>
                  <a:cubicBezTo>
                    <a:pt x="1936" y="76"/>
                    <a:pt x="1954" y="119"/>
                    <a:pt x="1954" y="173"/>
                  </a:cubicBezTo>
                  <a:cubicBezTo>
                    <a:pt x="1954" y="177"/>
                    <a:pt x="1954" y="177"/>
                    <a:pt x="1954" y="177"/>
                  </a:cubicBezTo>
                  <a:cubicBezTo>
                    <a:pt x="1844" y="177"/>
                    <a:pt x="1844" y="177"/>
                    <a:pt x="1844" y="177"/>
                  </a:cubicBezTo>
                  <a:cubicBezTo>
                    <a:pt x="1841" y="146"/>
                    <a:pt x="1831" y="122"/>
                    <a:pt x="1813" y="106"/>
                  </a:cubicBezTo>
                  <a:cubicBezTo>
                    <a:pt x="1796" y="90"/>
                    <a:pt x="1771" y="82"/>
                    <a:pt x="1741" y="82"/>
                  </a:cubicBezTo>
                  <a:cubicBezTo>
                    <a:pt x="1711" y="82"/>
                    <a:pt x="1687" y="89"/>
                    <a:pt x="1669" y="102"/>
                  </a:cubicBezTo>
                  <a:cubicBezTo>
                    <a:pt x="1652" y="116"/>
                    <a:pt x="1643" y="135"/>
                    <a:pt x="1643" y="158"/>
                  </a:cubicBezTo>
                  <a:cubicBezTo>
                    <a:pt x="1643" y="194"/>
                    <a:pt x="1692" y="228"/>
                    <a:pt x="1790" y="259"/>
                  </a:cubicBezTo>
                  <a:cubicBezTo>
                    <a:pt x="1797" y="262"/>
                    <a:pt x="1797" y="262"/>
                    <a:pt x="1797" y="262"/>
                  </a:cubicBezTo>
                  <a:cubicBezTo>
                    <a:pt x="1872" y="287"/>
                    <a:pt x="1921" y="311"/>
                    <a:pt x="1945" y="336"/>
                  </a:cubicBezTo>
                  <a:cubicBezTo>
                    <a:pt x="1968" y="361"/>
                    <a:pt x="1980" y="395"/>
                    <a:pt x="1980" y="439"/>
                  </a:cubicBezTo>
                  <a:cubicBezTo>
                    <a:pt x="1980" y="494"/>
                    <a:pt x="1959" y="537"/>
                    <a:pt x="1917" y="569"/>
                  </a:cubicBezTo>
                  <a:cubicBezTo>
                    <a:pt x="1874" y="600"/>
                    <a:pt x="1815" y="616"/>
                    <a:pt x="1740" y="616"/>
                  </a:cubicBezTo>
                  <a:cubicBezTo>
                    <a:pt x="1661" y="616"/>
                    <a:pt x="1602" y="599"/>
                    <a:pt x="1563" y="567"/>
                  </a:cubicBezTo>
                  <a:cubicBezTo>
                    <a:pt x="1524" y="534"/>
                    <a:pt x="1504" y="485"/>
                    <a:pt x="1504" y="420"/>
                  </a:cubicBezTo>
                  <a:cubicBezTo>
                    <a:pt x="1504" y="412"/>
                    <a:pt x="1504" y="412"/>
                    <a:pt x="1504" y="412"/>
                  </a:cubicBezTo>
                  <a:close/>
                  <a:moveTo>
                    <a:pt x="2061" y="11"/>
                  </a:moveTo>
                  <a:cubicBezTo>
                    <a:pt x="2188" y="11"/>
                    <a:pt x="2188" y="11"/>
                    <a:pt x="2188" y="11"/>
                  </a:cubicBezTo>
                  <a:cubicBezTo>
                    <a:pt x="2188" y="605"/>
                    <a:pt x="2188" y="605"/>
                    <a:pt x="2188" y="605"/>
                  </a:cubicBezTo>
                  <a:cubicBezTo>
                    <a:pt x="2061" y="605"/>
                    <a:pt x="2061" y="605"/>
                    <a:pt x="2061" y="605"/>
                  </a:cubicBezTo>
                  <a:lnTo>
                    <a:pt x="2061" y="11"/>
                  </a:lnTo>
                  <a:close/>
                  <a:moveTo>
                    <a:pt x="2816" y="288"/>
                  </a:moveTo>
                  <a:cubicBezTo>
                    <a:pt x="2816" y="567"/>
                    <a:pt x="2816" y="567"/>
                    <a:pt x="2816" y="567"/>
                  </a:cubicBezTo>
                  <a:cubicBezTo>
                    <a:pt x="2783" y="583"/>
                    <a:pt x="2748" y="595"/>
                    <a:pt x="2711" y="603"/>
                  </a:cubicBezTo>
                  <a:cubicBezTo>
                    <a:pt x="2673" y="612"/>
                    <a:pt x="2631" y="616"/>
                    <a:pt x="2585" y="616"/>
                  </a:cubicBezTo>
                  <a:cubicBezTo>
                    <a:pt x="2485" y="616"/>
                    <a:pt x="2407" y="590"/>
                    <a:pt x="2352" y="538"/>
                  </a:cubicBezTo>
                  <a:cubicBezTo>
                    <a:pt x="2298" y="486"/>
                    <a:pt x="2270" y="412"/>
                    <a:pt x="2270" y="316"/>
                  </a:cubicBezTo>
                  <a:cubicBezTo>
                    <a:pt x="2270" y="218"/>
                    <a:pt x="2298" y="140"/>
                    <a:pt x="2353" y="85"/>
                  </a:cubicBezTo>
                  <a:cubicBezTo>
                    <a:pt x="2408" y="29"/>
                    <a:pt x="2484" y="1"/>
                    <a:pt x="2582" y="1"/>
                  </a:cubicBezTo>
                  <a:cubicBezTo>
                    <a:pt x="2655" y="1"/>
                    <a:pt x="2712" y="17"/>
                    <a:pt x="2754" y="50"/>
                  </a:cubicBezTo>
                  <a:cubicBezTo>
                    <a:pt x="2797" y="84"/>
                    <a:pt x="2818" y="128"/>
                    <a:pt x="2818" y="183"/>
                  </a:cubicBezTo>
                  <a:cubicBezTo>
                    <a:pt x="2818" y="194"/>
                    <a:pt x="2818" y="194"/>
                    <a:pt x="2818" y="194"/>
                  </a:cubicBezTo>
                  <a:cubicBezTo>
                    <a:pt x="2698" y="194"/>
                    <a:pt x="2698" y="194"/>
                    <a:pt x="2698" y="194"/>
                  </a:cubicBezTo>
                  <a:cubicBezTo>
                    <a:pt x="2696" y="157"/>
                    <a:pt x="2685" y="130"/>
                    <a:pt x="2664" y="111"/>
                  </a:cubicBezTo>
                  <a:cubicBezTo>
                    <a:pt x="2643" y="91"/>
                    <a:pt x="2614" y="82"/>
                    <a:pt x="2575" y="82"/>
                  </a:cubicBezTo>
                  <a:cubicBezTo>
                    <a:pt x="2521" y="82"/>
                    <a:pt x="2478" y="102"/>
                    <a:pt x="2447" y="144"/>
                  </a:cubicBezTo>
                  <a:cubicBezTo>
                    <a:pt x="2416" y="185"/>
                    <a:pt x="2400" y="241"/>
                    <a:pt x="2400" y="312"/>
                  </a:cubicBezTo>
                  <a:cubicBezTo>
                    <a:pt x="2400" y="382"/>
                    <a:pt x="2416" y="435"/>
                    <a:pt x="2449" y="471"/>
                  </a:cubicBezTo>
                  <a:cubicBezTo>
                    <a:pt x="2482" y="507"/>
                    <a:pt x="2531" y="525"/>
                    <a:pt x="2595" y="525"/>
                  </a:cubicBezTo>
                  <a:cubicBezTo>
                    <a:pt x="2611" y="525"/>
                    <a:pt x="2628" y="524"/>
                    <a:pt x="2644" y="522"/>
                  </a:cubicBezTo>
                  <a:cubicBezTo>
                    <a:pt x="2660" y="520"/>
                    <a:pt x="2676" y="517"/>
                    <a:pt x="2692" y="513"/>
                  </a:cubicBezTo>
                  <a:cubicBezTo>
                    <a:pt x="2692" y="383"/>
                    <a:pt x="2692" y="383"/>
                    <a:pt x="2692" y="383"/>
                  </a:cubicBezTo>
                  <a:cubicBezTo>
                    <a:pt x="2579" y="383"/>
                    <a:pt x="2579" y="383"/>
                    <a:pt x="2579" y="383"/>
                  </a:cubicBezTo>
                  <a:cubicBezTo>
                    <a:pt x="2579" y="288"/>
                    <a:pt x="2579" y="288"/>
                    <a:pt x="2579" y="288"/>
                  </a:cubicBezTo>
                  <a:lnTo>
                    <a:pt x="2816" y="288"/>
                  </a:lnTo>
                  <a:close/>
                  <a:moveTo>
                    <a:pt x="2920" y="605"/>
                  </a:moveTo>
                  <a:cubicBezTo>
                    <a:pt x="2920" y="11"/>
                    <a:pt x="2920" y="11"/>
                    <a:pt x="2920" y="11"/>
                  </a:cubicBezTo>
                  <a:cubicBezTo>
                    <a:pt x="3048" y="11"/>
                    <a:pt x="3048" y="11"/>
                    <a:pt x="3048" y="11"/>
                  </a:cubicBezTo>
                  <a:cubicBezTo>
                    <a:pt x="3048" y="248"/>
                    <a:pt x="3048" y="248"/>
                    <a:pt x="3048" y="248"/>
                  </a:cubicBezTo>
                  <a:cubicBezTo>
                    <a:pt x="3273" y="248"/>
                    <a:pt x="3273" y="248"/>
                    <a:pt x="3273" y="248"/>
                  </a:cubicBezTo>
                  <a:cubicBezTo>
                    <a:pt x="3273" y="11"/>
                    <a:pt x="3273" y="11"/>
                    <a:pt x="3273" y="11"/>
                  </a:cubicBezTo>
                  <a:cubicBezTo>
                    <a:pt x="3397" y="11"/>
                    <a:pt x="3397" y="11"/>
                    <a:pt x="3397" y="11"/>
                  </a:cubicBezTo>
                  <a:cubicBezTo>
                    <a:pt x="3397" y="605"/>
                    <a:pt x="3397" y="605"/>
                    <a:pt x="3397" y="605"/>
                  </a:cubicBezTo>
                  <a:cubicBezTo>
                    <a:pt x="3273" y="605"/>
                    <a:pt x="3273" y="605"/>
                    <a:pt x="3273" y="605"/>
                  </a:cubicBezTo>
                  <a:cubicBezTo>
                    <a:pt x="3273" y="345"/>
                    <a:pt x="3273" y="345"/>
                    <a:pt x="3273" y="345"/>
                  </a:cubicBezTo>
                  <a:cubicBezTo>
                    <a:pt x="3048" y="345"/>
                    <a:pt x="3048" y="345"/>
                    <a:pt x="3048" y="345"/>
                  </a:cubicBezTo>
                  <a:cubicBezTo>
                    <a:pt x="3048" y="605"/>
                    <a:pt x="3048" y="605"/>
                    <a:pt x="3048" y="605"/>
                  </a:cubicBezTo>
                  <a:lnTo>
                    <a:pt x="2920" y="605"/>
                  </a:lnTo>
                  <a:close/>
                  <a:moveTo>
                    <a:pt x="3628" y="605"/>
                  </a:moveTo>
                  <a:cubicBezTo>
                    <a:pt x="3628" y="107"/>
                    <a:pt x="3628" y="107"/>
                    <a:pt x="3628" y="107"/>
                  </a:cubicBezTo>
                  <a:cubicBezTo>
                    <a:pt x="3453" y="107"/>
                    <a:pt x="3453" y="107"/>
                    <a:pt x="3453" y="107"/>
                  </a:cubicBezTo>
                  <a:cubicBezTo>
                    <a:pt x="3453" y="11"/>
                    <a:pt x="3453" y="11"/>
                    <a:pt x="3453" y="11"/>
                  </a:cubicBezTo>
                  <a:cubicBezTo>
                    <a:pt x="3931" y="11"/>
                    <a:pt x="3931" y="11"/>
                    <a:pt x="3931" y="11"/>
                  </a:cubicBezTo>
                  <a:cubicBezTo>
                    <a:pt x="3931" y="107"/>
                    <a:pt x="3931" y="107"/>
                    <a:pt x="3931" y="107"/>
                  </a:cubicBezTo>
                  <a:cubicBezTo>
                    <a:pt x="3756" y="107"/>
                    <a:pt x="3756" y="107"/>
                    <a:pt x="3756" y="107"/>
                  </a:cubicBezTo>
                  <a:cubicBezTo>
                    <a:pt x="3756" y="605"/>
                    <a:pt x="3756" y="605"/>
                    <a:pt x="3756" y="605"/>
                  </a:cubicBezTo>
                  <a:lnTo>
                    <a:pt x="3628" y="605"/>
                  </a:lnTo>
                  <a:close/>
                </a:path>
              </a:pathLst>
            </a:custGeom>
            <a:solidFill>
              <a:srgbClr val="55555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a:extLst>
                <a:ext uri="{FF2B5EF4-FFF2-40B4-BE49-F238E27FC236}">
                  <a16:creationId xmlns:a16="http://schemas.microsoft.com/office/drawing/2014/main" id="{5C73C4CA-E0CE-41EC-A841-98AAB5DA8551}"/>
                </a:ext>
              </a:extLst>
            </p:cNvPr>
            <p:cNvSpPr>
              <a:spLocks/>
            </p:cNvSpPr>
            <p:nvPr userDrawn="1"/>
          </p:nvSpPr>
          <p:spPr bwMode="black">
            <a:xfrm>
              <a:off x="1231901" y="5359401"/>
              <a:ext cx="3417888" cy="2630487"/>
            </a:xfrm>
            <a:custGeom>
              <a:avLst/>
              <a:gdLst>
                <a:gd name="T0" fmla="*/ 1831 w 1831"/>
                <a:gd name="T1" fmla="*/ 726 h 1406"/>
                <a:gd name="T2" fmla="*/ 1765 w 1831"/>
                <a:gd name="T3" fmla="*/ 626 h 1406"/>
                <a:gd name="T4" fmla="*/ 1654 w 1831"/>
                <a:gd name="T5" fmla="*/ 379 h 1406"/>
                <a:gd name="T6" fmla="*/ 1533 w 1831"/>
                <a:gd name="T7" fmla="*/ 626 h 1406"/>
                <a:gd name="T8" fmla="*/ 1456 w 1831"/>
                <a:gd name="T9" fmla="*/ 726 h 1406"/>
                <a:gd name="T10" fmla="*/ 1339 w 1831"/>
                <a:gd name="T11" fmla="*/ 505 h 1406"/>
                <a:gd name="T12" fmla="*/ 1119 w 1831"/>
                <a:gd name="T13" fmla="*/ 0 h 1406"/>
                <a:gd name="T14" fmla="*/ 911 w 1831"/>
                <a:gd name="T15" fmla="*/ 506 h 1406"/>
                <a:gd name="T16" fmla="*/ 757 w 1831"/>
                <a:gd name="T17" fmla="*/ 726 h 1406"/>
                <a:gd name="T18" fmla="*/ 626 w 1831"/>
                <a:gd name="T19" fmla="*/ 553 h 1406"/>
                <a:gd name="T20" fmla="*/ 458 w 1831"/>
                <a:gd name="T21" fmla="*/ 218 h 1406"/>
                <a:gd name="T22" fmla="*/ 288 w 1831"/>
                <a:gd name="T23" fmla="*/ 562 h 1406"/>
                <a:gd name="T24" fmla="*/ 153 w 1831"/>
                <a:gd name="T25" fmla="*/ 726 h 1406"/>
                <a:gd name="T26" fmla="*/ 0 w 1831"/>
                <a:gd name="T27" fmla="*/ 726 h 1406"/>
                <a:gd name="T28" fmla="*/ 0 w 1831"/>
                <a:gd name="T29" fmla="*/ 727 h 1406"/>
                <a:gd name="T30" fmla="*/ 70 w 1831"/>
                <a:gd name="T31" fmla="*/ 830 h 1406"/>
                <a:gd name="T32" fmla="*/ 166 w 1831"/>
                <a:gd name="T33" fmla="*/ 1075 h 1406"/>
                <a:gd name="T34" fmla="*/ 268 w 1831"/>
                <a:gd name="T35" fmla="*/ 869 h 1406"/>
                <a:gd name="T36" fmla="*/ 374 w 1831"/>
                <a:gd name="T37" fmla="*/ 727 h 1406"/>
                <a:gd name="T38" fmla="*/ 506 w 1831"/>
                <a:gd name="T39" fmla="*/ 958 h 1406"/>
                <a:gd name="T40" fmla="*/ 707 w 1831"/>
                <a:gd name="T41" fmla="*/ 1406 h 1406"/>
                <a:gd name="T42" fmla="*/ 915 w 1831"/>
                <a:gd name="T43" fmla="*/ 958 h 1406"/>
                <a:gd name="T44" fmla="*/ 1083 w 1831"/>
                <a:gd name="T45" fmla="*/ 727 h 1406"/>
                <a:gd name="T46" fmla="*/ 1234 w 1831"/>
                <a:gd name="T47" fmla="*/ 901 h 1406"/>
                <a:gd name="T48" fmla="*/ 1380 w 1831"/>
                <a:gd name="T49" fmla="*/ 1131 h 1406"/>
                <a:gd name="T50" fmla="*/ 1534 w 1831"/>
                <a:gd name="T51" fmla="*/ 873 h 1406"/>
                <a:gd name="T52" fmla="*/ 1677 w 1831"/>
                <a:gd name="T53" fmla="*/ 727 h 1406"/>
                <a:gd name="T54" fmla="*/ 1831 w 1831"/>
                <a:gd name="T55" fmla="*/ 727 h 1406"/>
                <a:gd name="T56" fmla="*/ 1831 w 1831"/>
                <a:gd name="T57" fmla="*/ 726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31" h="1406">
                  <a:moveTo>
                    <a:pt x="1831" y="726"/>
                  </a:moveTo>
                  <a:cubicBezTo>
                    <a:pt x="1817" y="724"/>
                    <a:pt x="1786" y="709"/>
                    <a:pt x="1765" y="626"/>
                  </a:cubicBezTo>
                  <a:cubicBezTo>
                    <a:pt x="1730" y="493"/>
                    <a:pt x="1713" y="379"/>
                    <a:pt x="1654" y="379"/>
                  </a:cubicBezTo>
                  <a:cubicBezTo>
                    <a:pt x="1595" y="379"/>
                    <a:pt x="1568" y="493"/>
                    <a:pt x="1533" y="626"/>
                  </a:cubicBezTo>
                  <a:cubicBezTo>
                    <a:pt x="1512" y="705"/>
                    <a:pt x="1491" y="726"/>
                    <a:pt x="1456" y="726"/>
                  </a:cubicBezTo>
                  <a:cubicBezTo>
                    <a:pt x="1423" y="726"/>
                    <a:pt x="1389" y="711"/>
                    <a:pt x="1339" y="505"/>
                  </a:cubicBezTo>
                  <a:cubicBezTo>
                    <a:pt x="1295" y="325"/>
                    <a:pt x="1266" y="0"/>
                    <a:pt x="1119" y="0"/>
                  </a:cubicBezTo>
                  <a:cubicBezTo>
                    <a:pt x="973" y="0"/>
                    <a:pt x="930" y="424"/>
                    <a:pt x="911" y="506"/>
                  </a:cubicBezTo>
                  <a:cubicBezTo>
                    <a:pt x="887" y="607"/>
                    <a:pt x="830" y="726"/>
                    <a:pt x="757" y="726"/>
                  </a:cubicBezTo>
                  <a:cubicBezTo>
                    <a:pt x="685" y="726"/>
                    <a:pt x="647" y="643"/>
                    <a:pt x="626" y="553"/>
                  </a:cubicBezTo>
                  <a:cubicBezTo>
                    <a:pt x="592" y="416"/>
                    <a:pt x="555" y="218"/>
                    <a:pt x="458" y="218"/>
                  </a:cubicBezTo>
                  <a:cubicBezTo>
                    <a:pt x="362" y="218"/>
                    <a:pt x="331" y="382"/>
                    <a:pt x="288" y="562"/>
                  </a:cubicBezTo>
                  <a:cubicBezTo>
                    <a:pt x="263" y="668"/>
                    <a:pt x="223" y="726"/>
                    <a:pt x="153" y="726"/>
                  </a:cubicBezTo>
                  <a:cubicBezTo>
                    <a:pt x="0" y="726"/>
                    <a:pt x="0" y="726"/>
                    <a:pt x="0" y="726"/>
                  </a:cubicBezTo>
                  <a:cubicBezTo>
                    <a:pt x="0" y="727"/>
                    <a:pt x="0" y="727"/>
                    <a:pt x="0" y="727"/>
                  </a:cubicBezTo>
                  <a:cubicBezTo>
                    <a:pt x="20" y="733"/>
                    <a:pt x="60" y="766"/>
                    <a:pt x="70" y="830"/>
                  </a:cubicBezTo>
                  <a:cubicBezTo>
                    <a:pt x="94" y="981"/>
                    <a:pt x="113" y="1075"/>
                    <a:pt x="166" y="1075"/>
                  </a:cubicBezTo>
                  <a:cubicBezTo>
                    <a:pt x="218" y="1075"/>
                    <a:pt x="238" y="994"/>
                    <a:pt x="268" y="869"/>
                  </a:cubicBezTo>
                  <a:cubicBezTo>
                    <a:pt x="292" y="770"/>
                    <a:pt x="329" y="727"/>
                    <a:pt x="374" y="727"/>
                  </a:cubicBezTo>
                  <a:cubicBezTo>
                    <a:pt x="439" y="727"/>
                    <a:pt x="470" y="807"/>
                    <a:pt x="506" y="958"/>
                  </a:cubicBezTo>
                  <a:cubicBezTo>
                    <a:pt x="577" y="1260"/>
                    <a:pt x="592" y="1406"/>
                    <a:pt x="707" y="1406"/>
                  </a:cubicBezTo>
                  <a:cubicBezTo>
                    <a:pt x="821" y="1406"/>
                    <a:pt x="839" y="1260"/>
                    <a:pt x="915" y="958"/>
                  </a:cubicBezTo>
                  <a:cubicBezTo>
                    <a:pt x="949" y="827"/>
                    <a:pt x="1011" y="727"/>
                    <a:pt x="1083" y="727"/>
                  </a:cubicBezTo>
                  <a:cubicBezTo>
                    <a:pt x="1156" y="727"/>
                    <a:pt x="1207" y="824"/>
                    <a:pt x="1234" y="901"/>
                  </a:cubicBezTo>
                  <a:cubicBezTo>
                    <a:pt x="1291" y="1068"/>
                    <a:pt x="1317" y="1131"/>
                    <a:pt x="1380" y="1131"/>
                  </a:cubicBezTo>
                  <a:cubicBezTo>
                    <a:pt x="1443" y="1131"/>
                    <a:pt x="1478" y="1055"/>
                    <a:pt x="1534" y="873"/>
                  </a:cubicBezTo>
                  <a:cubicBezTo>
                    <a:pt x="1569" y="758"/>
                    <a:pt x="1574" y="727"/>
                    <a:pt x="1677" y="727"/>
                  </a:cubicBezTo>
                  <a:cubicBezTo>
                    <a:pt x="1831" y="727"/>
                    <a:pt x="1831" y="727"/>
                    <a:pt x="1831" y="727"/>
                  </a:cubicBezTo>
                  <a:cubicBezTo>
                    <a:pt x="1831" y="726"/>
                    <a:pt x="1831" y="726"/>
                    <a:pt x="1831" y="726"/>
                  </a:cubicBezTo>
                  <a:close/>
                </a:path>
              </a:pathLst>
            </a:custGeom>
            <a:solidFill>
              <a:srgbClr val="EB0029"/>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655852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GRID">
    <p:spTree>
      <p:nvGrpSpPr>
        <p:cNvPr id="1" name=""/>
        <p:cNvGrpSpPr/>
        <p:nvPr/>
      </p:nvGrpSpPr>
      <p:grpSpPr>
        <a:xfrm>
          <a:off x="0" y="0"/>
          <a:ext cx="0" cy="0"/>
          <a:chOff x="0" y="0"/>
          <a:chExt cx="0" cy="0"/>
        </a:xfrm>
      </p:grpSpPr>
      <p:grpSp>
        <p:nvGrpSpPr>
          <p:cNvPr id="89" name="GRID">
            <a:extLst>
              <a:ext uri="{FF2B5EF4-FFF2-40B4-BE49-F238E27FC236}">
                <a16:creationId xmlns:a16="http://schemas.microsoft.com/office/drawing/2014/main" id="{B01B4ED1-11E6-4650-B725-EC73B57E4A24}"/>
              </a:ext>
            </a:extLst>
          </p:cNvPr>
          <p:cNvGrpSpPr/>
          <p:nvPr userDrawn="1"/>
        </p:nvGrpSpPr>
        <p:grpSpPr>
          <a:xfrm>
            <a:off x="0" y="-1"/>
            <a:ext cx="12192000" cy="6858001"/>
            <a:chOff x="0" y="-1"/>
            <a:chExt cx="12192000" cy="6858001"/>
          </a:xfrm>
        </p:grpSpPr>
        <p:grpSp>
          <p:nvGrpSpPr>
            <p:cNvPr id="90" name="5-Columns">
              <a:extLst>
                <a:ext uri="{FF2B5EF4-FFF2-40B4-BE49-F238E27FC236}">
                  <a16:creationId xmlns:a16="http://schemas.microsoft.com/office/drawing/2014/main" id="{7FDABA8A-9F63-4CB3-AD6D-E3081FE4A134}"/>
                </a:ext>
              </a:extLst>
            </p:cNvPr>
            <p:cNvGrpSpPr/>
            <p:nvPr userDrawn="1"/>
          </p:nvGrpSpPr>
          <p:grpSpPr>
            <a:xfrm>
              <a:off x="457196" y="6369995"/>
              <a:ext cx="11284638" cy="66775"/>
              <a:chOff x="457196" y="6369995"/>
              <a:chExt cx="11284638" cy="66775"/>
            </a:xfrm>
            <a:solidFill>
              <a:schemeClr val="accent1">
                <a:lumMod val="40000"/>
                <a:lumOff val="60000"/>
                <a:alpha val="35000"/>
              </a:schemeClr>
            </a:solidFill>
          </p:grpSpPr>
          <p:sp>
            <p:nvSpPr>
              <p:cNvPr id="240" name="Rectangle 239">
                <a:extLst>
                  <a:ext uri="{FF2B5EF4-FFF2-40B4-BE49-F238E27FC236}">
                    <a16:creationId xmlns:a16="http://schemas.microsoft.com/office/drawing/2014/main" id="{EB8CCE06-2803-4BC4-8F52-8C22514AAC92}"/>
                  </a:ext>
                </a:extLst>
              </p:cNvPr>
              <p:cNvSpPr>
                <a:spLocks/>
              </p:cNvSpPr>
              <p:nvPr/>
            </p:nvSpPr>
            <p:spPr>
              <a:xfrm>
                <a:off x="457196" y="6369995"/>
                <a:ext cx="2085343" cy="667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fontAlgn="base">
                  <a:lnSpc>
                    <a:spcPct val="95000"/>
                  </a:lnSpc>
                  <a:spcBef>
                    <a:spcPct val="0"/>
                  </a:spcBef>
                  <a:spcAft>
                    <a:spcPct val="0"/>
                  </a:spcAft>
                </a:pPr>
                <a:r>
                  <a:rPr lang="en-US" sz="3667" spc="333">
                    <a:solidFill>
                      <a:prstClr val="white"/>
                    </a:solidFill>
                    <a:latin typeface="Franklin Gothic Book"/>
                  </a:rPr>
                  <a:t> </a:t>
                </a:r>
              </a:p>
            </p:txBody>
          </p:sp>
          <p:sp>
            <p:nvSpPr>
              <p:cNvPr id="241" name="Rectangle 240">
                <a:extLst>
                  <a:ext uri="{FF2B5EF4-FFF2-40B4-BE49-F238E27FC236}">
                    <a16:creationId xmlns:a16="http://schemas.microsoft.com/office/drawing/2014/main" id="{EFEE6688-BF23-4A0F-B580-67F2EB80DFBB}"/>
                  </a:ext>
                </a:extLst>
              </p:cNvPr>
              <p:cNvSpPr>
                <a:spLocks/>
              </p:cNvSpPr>
              <p:nvPr/>
            </p:nvSpPr>
            <p:spPr>
              <a:xfrm>
                <a:off x="2757020" y="6369995"/>
                <a:ext cx="2085343" cy="667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fontAlgn="base">
                  <a:lnSpc>
                    <a:spcPct val="95000"/>
                  </a:lnSpc>
                  <a:spcBef>
                    <a:spcPct val="0"/>
                  </a:spcBef>
                  <a:spcAft>
                    <a:spcPct val="0"/>
                  </a:spcAft>
                </a:pPr>
                <a:r>
                  <a:rPr lang="en-US" sz="3667" spc="333">
                    <a:solidFill>
                      <a:prstClr val="white"/>
                    </a:solidFill>
                    <a:latin typeface="Franklin Gothic Book"/>
                  </a:rPr>
                  <a:t> </a:t>
                </a:r>
              </a:p>
            </p:txBody>
          </p:sp>
          <p:sp>
            <p:nvSpPr>
              <p:cNvPr id="242" name="Rectangle 241">
                <a:extLst>
                  <a:ext uri="{FF2B5EF4-FFF2-40B4-BE49-F238E27FC236}">
                    <a16:creationId xmlns:a16="http://schemas.microsoft.com/office/drawing/2014/main" id="{0867ECC9-01B8-4FD0-AA00-DB2A4DF6D450}"/>
                  </a:ext>
                </a:extLst>
              </p:cNvPr>
              <p:cNvSpPr>
                <a:spLocks/>
              </p:cNvSpPr>
              <p:nvPr/>
            </p:nvSpPr>
            <p:spPr>
              <a:xfrm>
                <a:off x="5056844" y="6369995"/>
                <a:ext cx="2085343" cy="667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fontAlgn="base">
                  <a:lnSpc>
                    <a:spcPct val="95000"/>
                  </a:lnSpc>
                  <a:spcBef>
                    <a:spcPct val="0"/>
                  </a:spcBef>
                  <a:spcAft>
                    <a:spcPct val="0"/>
                  </a:spcAft>
                </a:pPr>
                <a:r>
                  <a:rPr lang="en-US" sz="3667" spc="333">
                    <a:solidFill>
                      <a:prstClr val="white"/>
                    </a:solidFill>
                    <a:latin typeface="Franklin Gothic Book"/>
                  </a:rPr>
                  <a:t> </a:t>
                </a:r>
              </a:p>
            </p:txBody>
          </p:sp>
          <p:sp>
            <p:nvSpPr>
              <p:cNvPr id="243" name="Rectangle 242">
                <a:extLst>
                  <a:ext uri="{FF2B5EF4-FFF2-40B4-BE49-F238E27FC236}">
                    <a16:creationId xmlns:a16="http://schemas.microsoft.com/office/drawing/2014/main" id="{0F74219B-904B-4014-A041-38C261EB95B2}"/>
                  </a:ext>
                </a:extLst>
              </p:cNvPr>
              <p:cNvSpPr>
                <a:spLocks/>
              </p:cNvSpPr>
              <p:nvPr/>
            </p:nvSpPr>
            <p:spPr>
              <a:xfrm>
                <a:off x="7356668" y="6369995"/>
                <a:ext cx="2085343" cy="667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fontAlgn="base">
                  <a:lnSpc>
                    <a:spcPct val="95000"/>
                  </a:lnSpc>
                  <a:spcBef>
                    <a:spcPct val="0"/>
                  </a:spcBef>
                  <a:spcAft>
                    <a:spcPct val="0"/>
                  </a:spcAft>
                </a:pPr>
                <a:r>
                  <a:rPr lang="en-US" sz="3667" spc="333">
                    <a:solidFill>
                      <a:prstClr val="white"/>
                    </a:solidFill>
                    <a:latin typeface="Franklin Gothic Book"/>
                  </a:rPr>
                  <a:t> </a:t>
                </a:r>
              </a:p>
            </p:txBody>
          </p:sp>
          <p:sp>
            <p:nvSpPr>
              <p:cNvPr id="244" name="Rectangle 243">
                <a:extLst>
                  <a:ext uri="{FF2B5EF4-FFF2-40B4-BE49-F238E27FC236}">
                    <a16:creationId xmlns:a16="http://schemas.microsoft.com/office/drawing/2014/main" id="{D37F15D0-DE02-4884-B44D-921B5400706E}"/>
                  </a:ext>
                </a:extLst>
              </p:cNvPr>
              <p:cNvSpPr>
                <a:spLocks/>
              </p:cNvSpPr>
              <p:nvPr/>
            </p:nvSpPr>
            <p:spPr>
              <a:xfrm>
                <a:off x="9656491" y="6369995"/>
                <a:ext cx="2085343" cy="667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lnSpc>
                    <a:spcPct val="95000"/>
                  </a:lnSpc>
                  <a:spcBef>
                    <a:spcPct val="0"/>
                  </a:spcBef>
                  <a:spcAft>
                    <a:spcPct val="0"/>
                  </a:spcAft>
                </a:pPr>
                <a:r>
                  <a:rPr lang="en-US" sz="3667" spc="333">
                    <a:solidFill>
                      <a:prstClr val="white"/>
                    </a:solidFill>
                    <a:latin typeface="Franklin Gothic Book"/>
                  </a:rPr>
                  <a:t> </a:t>
                </a:r>
              </a:p>
            </p:txBody>
          </p:sp>
        </p:grpSp>
        <p:grpSp>
          <p:nvGrpSpPr>
            <p:cNvPr id="91" name="Columns">
              <a:extLst>
                <a:ext uri="{FF2B5EF4-FFF2-40B4-BE49-F238E27FC236}">
                  <a16:creationId xmlns:a16="http://schemas.microsoft.com/office/drawing/2014/main" id="{CA147F0F-2720-4D14-BF12-11A0E876C4F5}"/>
                </a:ext>
              </a:extLst>
            </p:cNvPr>
            <p:cNvGrpSpPr/>
            <p:nvPr userDrawn="1"/>
          </p:nvGrpSpPr>
          <p:grpSpPr>
            <a:xfrm>
              <a:off x="450165" y="422030"/>
              <a:ext cx="11291670" cy="5868573"/>
              <a:chOff x="450165" y="422030"/>
              <a:chExt cx="11291670" cy="5868573"/>
            </a:xfrm>
            <a:solidFill>
              <a:schemeClr val="accent1">
                <a:lumMod val="40000"/>
                <a:lumOff val="60000"/>
                <a:alpha val="20000"/>
              </a:schemeClr>
            </a:solidFill>
          </p:grpSpPr>
          <p:sp>
            <p:nvSpPr>
              <p:cNvPr id="228" name="Rectangle 227">
                <a:extLst>
                  <a:ext uri="{FF2B5EF4-FFF2-40B4-BE49-F238E27FC236}">
                    <a16:creationId xmlns:a16="http://schemas.microsoft.com/office/drawing/2014/main" id="{9751839D-CEC1-45BE-9708-DAA3CE5F6894}"/>
                  </a:ext>
                </a:extLst>
              </p:cNvPr>
              <p:cNvSpPr>
                <a:spLocks/>
              </p:cNvSpPr>
              <p:nvPr/>
            </p:nvSpPr>
            <p:spPr>
              <a:xfrm>
                <a:off x="45016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29" name="Rectangle 228">
                <a:extLst>
                  <a:ext uri="{FF2B5EF4-FFF2-40B4-BE49-F238E27FC236}">
                    <a16:creationId xmlns:a16="http://schemas.microsoft.com/office/drawing/2014/main" id="{33028180-FC57-41E2-9874-BD949906CC3F}"/>
                  </a:ext>
                </a:extLst>
              </p:cNvPr>
              <p:cNvSpPr>
                <a:spLocks/>
              </p:cNvSpPr>
              <p:nvPr/>
            </p:nvSpPr>
            <p:spPr>
              <a:xfrm>
                <a:off x="140987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30" name="Rectangle 229">
                <a:extLst>
                  <a:ext uri="{FF2B5EF4-FFF2-40B4-BE49-F238E27FC236}">
                    <a16:creationId xmlns:a16="http://schemas.microsoft.com/office/drawing/2014/main" id="{A428A839-7BAF-4979-A0EE-91F40C11FE81}"/>
                  </a:ext>
                </a:extLst>
              </p:cNvPr>
              <p:cNvSpPr>
                <a:spLocks/>
              </p:cNvSpPr>
              <p:nvPr/>
            </p:nvSpPr>
            <p:spPr>
              <a:xfrm>
                <a:off x="236958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31" name="Rectangle 230">
                <a:extLst>
                  <a:ext uri="{FF2B5EF4-FFF2-40B4-BE49-F238E27FC236}">
                    <a16:creationId xmlns:a16="http://schemas.microsoft.com/office/drawing/2014/main" id="{E8E5B971-2FFF-495D-904E-1754501FCDE2}"/>
                  </a:ext>
                </a:extLst>
              </p:cNvPr>
              <p:cNvSpPr>
                <a:spLocks/>
              </p:cNvSpPr>
              <p:nvPr/>
            </p:nvSpPr>
            <p:spPr>
              <a:xfrm>
                <a:off x="332929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32" name="Rectangle 231">
                <a:extLst>
                  <a:ext uri="{FF2B5EF4-FFF2-40B4-BE49-F238E27FC236}">
                    <a16:creationId xmlns:a16="http://schemas.microsoft.com/office/drawing/2014/main" id="{331A14FD-E4E3-44E8-90C4-63354F192CD7}"/>
                  </a:ext>
                </a:extLst>
              </p:cNvPr>
              <p:cNvSpPr>
                <a:spLocks/>
              </p:cNvSpPr>
              <p:nvPr/>
            </p:nvSpPr>
            <p:spPr>
              <a:xfrm>
                <a:off x="428900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33" name="Rectangle 232">
                <a:extLst>
                  <a:ext uri="{FF2B5EF4-FFF2-40B4-BE49-F238E27FC236}">
                    <a16:creationId xmlns:a16="http://schemas.microsoft.com/office/drawing/2014/main" id="{825AFDC6-95BA-4E36-A7E5-2434D0A29B5A}"/>
                  </a:ext>
                </a:extLst>
              </p:cNvPr>
              <p:cNvSpPr>
                <a:spLocks/>
              </p:cNvSpPr>
              <p:nvPr/>
            </p:nvSpPr>
            <p:spPr>
              <a:xfrm>
                <a:off x="524871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34" name="Rectangle 233">
                <a:extLst>
                  <a:ext uri="{FF2B5EF4-FFF2-40B4-BE49-F238E27FC236}">
                    <a16:creationId xmlns:a16="http://schemas.microsoft.com/office/drawing/2014/main" id="{D716465D-EE0D-4453-A606-A83F187D3CB0}"/>
                  </a:ext>
                </a:extLst>
              </p:cNvPr>
              <p:cNvSpPr>
                <a:spLocks/>
              </p:cNvSpPr>
              <p:nvPr/>
            </p:nvSpPr>
            <p:spPr>
              <a:xfrm>
                <a:off x="620842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35" name="Rectangle 234">
                <a:extLst>
                  <a:ext uri="{FF2B5EF4-FFF2-40B4-BE49-F238E27FC236}">
                    <a16:creationId xmlns:a16="http://schemas.microsoft.com/office/drawing/2014/main" id="{3DC79EC4-363A-4716-8E58-408C7D981B54}"/>
                  </a:ext>
                </a:extLst>
              </p:cNvPr>
              <p:cNvSpPr>
                <a:spLocks/>
              </p:cNvSpPr>
              <p:nvPr/>
            </p:nvSpPr>
            <p:spPr>
              <a:xfrm>
                <a:off x="716813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36" name="Rectangle 235">
                <a:extLst>
                  <a:ext uri="{FF2B5EF4-FFF2-40B4-BE49-F238E27FC236}">
                    <a16:creationId xmlns:a16="http://schemas.microsoft.com/office/drawing/2014/main" id="{49FF239A-FB3F-48EE-8991-0EE98B0258BB}"/>
                  </a:ext>
                </a:extLst>
              </p:cNvPr>
              <p:cNvSpPr>
                <a:spLocks/>
              </p:cNvSpPr>
              <p:nvPr/>
            </p:nvSpPr>
            <p:spPr>
              <a:xfrm>
                <a:off x="812784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37" name="Rectangle 236">
                <a:extLst>
                  <a:ext uri="{FF2B5EF4-FFF2-40B4-BE49-F238E27FC236}">
                    <a16:creationId xmlns:a16="http://schemas.microsoft.com/office/drawing/2014/main" id="{942B26A2-737C-48BF-B21F-47EABB25FBE7}"/>
                  </a:ext>
                </a:extLst>
              </p:cNvPr>
              <p:cNvSpPr>
                <a:spLocks/>
              </p:cNvSpPr>
              <p:nvPr/>
            </p:nvSpPr>
            <p:spPr>
              <a:xfrm>
                <a:off x="908755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38" name="Rectangle 237">
                <a:extLst>
                  <a:ext uri="{FF2B5EF4-FFF2-40B4-BE49-F238E27FC236}">
                    <a16:creationId xmlns:a16="http://schemas.microsoft.com/office/drawing/2014/main" id="{E3076E2C-385C-42BA-8312-8A176F920440}"/>
                  </a:ext>
                </a:extLst>
              </p:cNvPr>
              <p:cNvSpPr>
                <a:spLocks/>
              </p:cNvSpPr>
              <p:nvPr/>
            </p:nvSpPr>
            <p:spPr>
              <a:xfrm>
                <a:off x="10047265"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lnSpc>
                    <a:spcPct val="95000"/>
                  </a:lnSpc>
                  <a:spcBef>
                    <a:spcPct val="0"/>
                  </a:spcBef>
                  <a:spcAft>
                    <a:spcPct val="0"/>
                  </a:spcAft>
                </a:pPr>
                <a:r>
                  <a:rPr lang="en-US" sz="3667" spc="333">
                    <a:solidFill>
                      <a:prstClr val="white"/>
                    </a:solidFill>
                    <a:latin typeface="Franklin Gothic Book"/>
                  </a:rPr>
                  <a:t> </a:t>
                </a:r>
              </a:p>
            </p:txBody>
          </p:sp>
          <p:sp>
            <p:nvSpPr>
              <p:cNvPr id="239" name="Rectangle 238">
                <a:extLst>
                  <a:ext uri="{FF2B5EF4-FFF2-40B4-BE49-F238E27FC236}">
                    <a16:creationId xmlns:a16="http://schemas.microsoft.com/office/drawing/2014/main" id="{9B8902CC-F93D-4AE7-A8DC-25DC91A68DF1}"/>
                  </a:ext>
                </a:extLst>
              </p:cNvPr>
              <p:cNvSpPr>
                <a:spLocks/>
              </p:cNvSpPr>
              <p:nvPr/>
            </p:nvSpPr>
            <p:spPr>
              <a:xfrm>
                <a:off x="11006977" y="422030"/>
                <a:ext cx="734858" cy="58685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base">
                  <a:lnSpc>
                    <a:spcPct val="95000"/>
                  </a:lnSpc>
                  <a:spcBef>
                    <a:spcPct val="0"/>
                  </a:spcBef>
                  <a:spcAft>
                    <a:spcPct val="0"/>
                  </a:spcAft>
                </a:pPr>
                <a:r>
                  <a:rPr lang="en-US" sz="3667" spc="333">
                    <a:solidFill>
                      <a:prstClr val="white"/>
                    </a:solidFill>
                    <a:latin typeface="Franklin Gothic Book"/>
                  </a:rPr>
                  <a:t> </a:t>
                </a:r>
              </a:p>
            </p:txBody>
          </p:sp>
        </p:grpSp>
        <p:grpSp>
          <p:nvGrpSpPr>
            <p:cNvPr id="92" name="Half-Columns">
              <a:extLst>
                <a:ext uri="{FF2B5EF4-FFF2-40B4-BE49-F238E27FC236}">
                  <a16:creationId xmlns:a16="http://schemas.microsoft.com/office/drawing/2014/main" id="{204B2196-46C3-43E9-B91C-0070561E93CD}"/>
                </a:ext>
              </a:extLst>
            </p:cNvPr>
            <p:cNvGrpSpPr/>
            <p:nvPr userDrawn="1"/>
          </p:nvGrpSpPr>
          <p:grpSpPr>
            <a:xfrm>
              <a:off x="817594" y="422030"/>
              <a:ext cx="10556812" cy="5868573"/>
              <a:chOff x="817594" y="422030"/>
              <a:chExt cx="10556812" cy="5868573"/>
            </a:xfrm>
          </p:grpSpPr>
          <p:cxnSp>
            <p:nvCxnSpPr>
              <p:cNvPr id="138" name="Straight Connector 137">
                <a:extLst>
                  <a:ext uri="{FF2B5EF4-FFF2-40B4-BE49-F238E27FC236}">
                    <a16:creationId xmlns:a16="http://schemas.microsoft.com/office/drawing/2014/main" id="{B4C2424A-DAE7-47F5-803E-8B0C3C4C0BED}"/>
                  </a:ext>
                </a:extLst>
              </p:cNvPr>
              <p:cNvCxnSpPr>
                <a:cxnSpLocks/>
              </p:cNvCxnSpPr>
              <p:nvPr/>
            </p:nvCxnSpPr>
            <p:spPr>
              <a:xfrm>
                <a:off x="81759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F10CFA4-C33B-4610-8DB6-2E8EC6F9274E}"/>
                  </a:ext>
                </a:extLst>
              </p:cNvPr>
              <p:cNvCxnSpPr>
                <a:cxnSpLocks/>
              </p:cNvCxnSpPr>
              <p:nvPr/>
            </p:nvCxnSpPr>
            <p:spPr>
              <a:xfrm>
                <a:off x="177730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B84BBF9-CCBD-4D1E-9F11-4BC2A4DEC405}"/>
                  </a:ext>
                </a:extLst>
              </p:cNvPr>
              <p:cNvCxnSpPr>
                <a:cxnSpLocks/>
              </p:cNvCxnSpPr>
              <p:nvPr/>
            </p:nvCxnSpPr>
            <p:spPr>
              <a:xfrm>
                <a:off x="273701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256665B-0348-4F3E-ACD5-FD9756A20BF4}"/>
                  </a:ext>
                </a:extLst>
              </p:cNvPr>
              <p:cNvCxnSpPr>
                <a:cxnSpLocks/>
              </p:cNvCxnSpPr>
              <p:nvPr/>
            </p:nvCxnSpPr>
            <p:spPr>
              <a:xfrm>
                <a:off x="369672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1724F5A-484B-49DE-9661-FAACDAE74398}"/>
                  </a:ext>
                </a:extLst>
              </p:cNvPr>
              <p:cNvCxnSpPr>
                <a:cxnSpLocks/>
              </p:cNvCxnSpPr>
              <p:nvPr/>
            </p:nvCxnSpPr>
            <p:spPr>
              <a:xfrm>
                <a:off x="465643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169D8861-3D05-4F47-A6E6-629CBE006E88}"/>
                  </a:ext>
                </a:extLst>
              </p:cNvPr>
              <p:cNvCxnSpPr>
                <a:cxnSpLocks/>
              </p:cNvCxnSpPr>
              <p:nvPr/>
            </p:nvCxnSpPr>
            <p:spPr>
              <a:xfrm>
                <a:off x="561614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2AF0C905-F3F8-4655-B2FF-297DA836C0D9}"/>
                  </a:ext>
                </a:extLst>
              </p:cNvPr>
              <p:cNvCxnSpPr>
                <a:cxnSpLocks/>
              </p:cNvCxnSpPr>
              <p:nvPr/>
            </p:nvCxnSpPr>
            <p:spPr>
              <a:xfrm>
                <a:off x="657585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25C9DF23-3824-4397-B5F3-CA748E2542C3}"/>
                  </a:ext>
                </a:extLst>
              </p:cNvPr>
              <p:cNvCxnSpPr>
                <a:cxnSpLocks/>
              </p:cNvCxnSpPr>
              <p:nvPr/>
            </p:nvCxnSpPr>
            <p:spPr>
              <a:xfrm>
                <a:off x="753556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810292C-F27F-4ADA-A818-ED47B4FDC90A}"/>
                  </a:ext>
                </a:extLst>
              </p:cNvPr>
              <p:cNvCxnSpPr>
                <a:cxnSpLocks/>
              </p:cNvCxnSpPr>
              <p:nvPr/>
            </p:nvCxnSpPr>
            <p:spPr>
              <a:xfrm>
                <a:off x="849527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FA31E9E-A1D6-4A1F-A31B-8155BD763933}"/>
                  </a:ext>
                </a:extLst>
              </p:cNvPr>
              <p:cNvCxnSpPr>
                <a:cxnSpLocks/>
              </p:cNvCxnSpPr>
              <p:nvPr/>
            </p:nvCxnSpPr>
            <p:spPr>
              <a:xfrm>
                <a:off x="945498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0ADD4CF6-2B17-408C-B1A2-571FACF84D99}"/>
                  </a:ext>
                </a:extLst>
              </p:cNvPr>
              <p:cNvCxnSpPr>
                <a:cxnSpLocks/>
              </p:cNvCxnSpPr>
              <p:nvPr/>
            </p:nvCxnSpPr>
            <p:spPr>
              <a:xfrm>
                <a:off x="10414694"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B1F99D05-254F-46BB-9DB1-7A8273EE2D01}"/>
                  </a:ext>
                </a:extLst>
              </p:cNvPr>
              <p:cNvCxnSpPr>
                <a:cxnSpLocks/>
              </p:cNvCxnSpPr>
              <p:nvPr/>
            </p:nvCxnSpPr>
            <p:spPr>
              <a:xfrm>
                <a:off x="11374406" y="422030"/>
                <a:ext cx="0" cy="5868573"/>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93" name="Minor-Baselines">
              <a:extLst>
                <a:ext uri="{FF2B5EF4-FFF2-40B4-BE49-F238E27FC236}">
                  <a16:creationId xmlns:a16="http://schemas.microsoft.com/office/drawing/2014/main" id="{98E6344D-0E97-46AD-8557-F3655F4C668A}"/>
                </a:ext>
              </a:extLst>
            </p:cNvPr>
            <p:cNvGrpSpPr/>
            <p:nvPr userDrawn="1"/>
          </p:nvGrpSpPr>
          <p:grpSpPr>
            <a:xfrm>
              <a:off x="0" y="594635"/>
              <a:ext cx="12192000" cy="5523360"/>
              <a:chOff x="0" y="594635"/>
              <a:chExt cx="12192000" cy="5523360"/>
            </a:xfrm>
          </p:grpSpPr>
          <p:cxnSp>
            <p:nvCxnSpPr>
              <p:cNvPr id="121" name="Straight Connector 120">
                <a:extLst>
                  <a:ext uri="{FF2B5EF4-FFF2-40B4-BE49-F238E27FC236}">
                    <a16:creationId xmlns:a16="http://schemas.microsoft.com/office/drawing/2014/main" id="{43988CC1-B2D8-45F6-99EB-F0C991951B5A}"/>
                  </a:ext>
                </a:extLst>
              </p:cNvPr>
              <p:cNvCxnSpPr/>
              <p:nvPr userDrawn="1"/>
            </p:nvCxnSpPr>
            <p:spPr>
              <a:xfrm flipH="1">
                <a:off x="0" y="128505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FDC16D86-ECC2-46A0-98AD-FF37E7984488}"/>
                  </a:ext>
                </a:extLst>
              </p:cNvPr>
              <p:cNvCxnSpPr/>
              <p:nvPr userDrawn="1"/>
            </p:nvCxnSpPr>
            <p:spPr>
              <a:xfrm flipH="1">
                <a:off x="0" y="163026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73384F88-CFC2-485A-85E5-BC9A387E70FA}"/>
                  </a:ext>
                </a:extLst>
              </p:cNvPr>
              <p:cNvCxnSpPr/>
              <p:nvPr userDrawn="1"/>
            </p:nvCxnSpPr>
            <p:spPr>
              <a:xfrm flipH="1">
                <a:off x="0" y="197547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A7C0AFBD-D26D-4ADF-A7A4-2C3FA6041EFE}"/>
                  </a:ext>
                </a:extLst>
              </p:cNvPr>
              <p:cNvCxnSpPr/>
              <p:nvPr userDrawn="1"/>
            </p:nvCxnSpPr>
            <p:spPr>
              <a:xfrm flipH="1">
                <a:off x="0" y="232068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DB0F5EF3-3B04-4F24-AAF0-42DB116656FA}"/>
                  </a:ext>
                </a:extLst>
              </p:cNvPr>
              <p:cNvCxnSpPr/>
              <p:nvPr userDrawn="1"/>
            </p:nvCxnSpPr>
            <p:spPr>
              <a:xfrm flipH="1">
                <a:off x="0" y="266589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CEB7FB8-D33A-40E7-837C-1FA51F98C0D6}"/>
                  </a:ext>
                </a:extLst>
              </p:cNvPr>
              <p:cNvCxnSpPr/>
              <p:nvPr userDrawn="1"/>
            </p:nvCxnSpPr>
            <p:spPr>
              <a:xfrm flipH="1">
                <a:off x="0" y="301110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6B25582-EDFD-47F5-ADFD-07688165CA6C}"/>
                  </a:ext>
                </a:extLst>
              </p:cNvPr>
              <p:cNvCxnSpPr/>
              <p:nvPr userDrawn="1"/>
            </p:nvCxnSpPr>
            <p:spPr>
              <a:xfrm flipH="1">
                <a:off x="0" y="335631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D8EBB482-69CF-40F9-8E45-C88546A14A6E}"/>
                  </a:ext>
                </a:extLst>
              </p:cNvPr>
              <p:cNvCxnSpPr/>
              <p:nvPr userDrawn="1"/>
            </p:nvCxnSpPr>
            <p:spPr>
              <a:xfrm flipH="1">
                <a:off x="0" y="370152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E2B10BC-DCC9-40B3-82C4-86EB18E49EEC}"/>
                  </a:ext>
                </a:extLst>
              </p:cNvPr>
              <p:cNvCxnSpPr/>
              <p:nvPr userDrawn="1"/>
            </p:nvCxnSpPr>
            <p:spPr>
              <a:xfrm flipH="1">
                <a:off x="0" y="404673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E5809F8-35AA-4D63-B6C8-44DAA8666405}"/>
                  </a:ext>
                </a:extLst>
              </p:cNvPr>
              <p:cNvCxnSpPr/>
              <p:nvPr userDrawn="1"/>
            </p:nvCxnSpPr>
            <p:spPr>
              <a:xfrm flipH="1">
                <a:off x="0" y="439194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A46BE4C-4471-46C7-A09E-442332E02E5B}"/>
                  </a:ext>
                </a:extLst>
              </p:cNvPr>
              <p:cNvCxnSpPr/>
              <p:nvPr userDrawn="1"/>
            </p:nvCxnSpPr>
            <p:spPr>
              <a:xfrm flipH="1">
                <a:off x="0" y="473715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2072814-59AF-4554-A7A1-BB6D9C0EED50}"/>
                  </a:ext>
                </a:extLst>
              </p:cNvPr>
              <p:cNvCxnSpPr/>
              <p:nvPr userDrawn="1"/>
            </p:nvCxnSpPr>
            <p:spPr>
              <a:xfrm flipH="1">
                <a:off x="0" y="508236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32D6D8F-072E-4B53-B77E-DC633C5DA123}"/>
                  </a:ext>
                </a:extLst>
              </p:cNvPr>
              <p:cNvCxnSpPr/>
              <p:nvPr userDrawn="1"/>
            </p:nvCxnSpPr>
            <p:spPr>
              <a:xfrm flipH="1">
                <a:off x="0" y="542757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36E0E73-A5E6-4E43-A3EA-1688EAC87F2E}"/>
                  </a:ext>
                </a:extLst>
              </p:cNvPr>
              <p:cNvCxnSpPr/>
              <p:nvPr userDrawn="1"/>
            </p:nvCxnSpPr>
            <p:spPr>
              <a:xfrm flipH="1">
                <a:off x="0" y="577278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364620E0-5F0B-419B-9A61-2736EE017C27}"/>
                  </a:ext>
                </a:extLst>
              </p:cNvPr>
              <p:cNvCxnSpPr/>
              <p:nvPr userDrawn="1"/>
            </p:nvCxnSpPr>
            <p:spPr>
              <a:xfrm flipH="1">
                <a:off x="0" y="93984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600B6D8-8A6B-4BA6-9922-580E6EF2B022}"/>
                  </a:ext>
                </a:extLst>
              </p:cNvPr>
              <p:cNvCxnSpPr/>
              <p:nvPr userDrawn="1"/>
            </p:nvCxnSpPr>
            <p:spPr>
              <a:xfrm flipH="1">
                <a:off x="0" y="59463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779A02F2-15A0-4404-89EA-FD88F74D3901}"/>
                  </a:ext>
                </a:extLst>
              </p:cNvPr>
              <p:cNvCxnSpPr/>
              <p:nvPr userDrawn="1"/>
            </p:nvCxnSpPr>
            <p:spPr>
              <a:xfrm flipH="1">
                <a:off x="0" y="6117995"/>
                <a:ext cx="12192000" cy="0"/>
              </a:xfrm>
              <a:prstGeom prst="line">
                <a:avLst/>
              </a:prstGeom>
              <a:ln w="6350">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94" name="Major-Baselines">
              <a:extLst>
                <a:ext uri="{FF2B5EF4-FFF2-40B4-BE49-F238E27FC236}">
                  <a16:creationId xmlns:a16="http://schemas.microsoft.com/office/drawing/2014/main" id="{6BF42672-DF70-44F3-B7CA-14A6979B434F}"/>
                </a:ext>
              </a:extLst>
            </p:cNvPr>
            <p:cNvGrpSpPr/>
            <p:nvPr userDrawn="1"/>
          </p:nvGrpSpPr>
          <p:grpSpPr>
            <a:xfrm>
              <a:off x="0" y="767240"/>
              <a:ext cx="12192000" cy="5178150"/>
              <a:chOff x="0" y="767240"/>
              <a:chExt cx="12192000" cy="5178150"/>
            </a:xfrm>
          </p:grpSpPr>
          <p:cxnSp>
            <p:nvCxnSpPr>
              <p:cNvPr id="105" name="Straight Connector 104">
                <a:extLst>
                  <a:ext uri="{FF2B5EF4-FFF2-40B4-BE49-F238E27FC236}">
                    <a16:creationId xmlns:a16="http://schemas.microsoft.com/office/drawing/2014/main" id="{F9CF9ECB-458C-47D9-B4BC-21087E05A585}"/>
                  </a:ext>
                </a:extLst>
              </p:cNvPr>
              <p:cNvCxnSpPr/>
              <p:nvPr/>
            </p:nvCxnSpPr>
            <p:spPr>
              <a:xfrm flipH="1">
                <a:off x="0" y="145766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6C496AA-6375-48D7-856A-D734E8E4CC99}"/>
                  </a:ext>
                </a:extLst>
              </p:cNvPr>
              <p:cNvCxnSpPr/>
              <p:nvPr/>
            </p:nvCxnSpPr>
            <p:spPr>
              <a:xfrm flipH="1">
                <a:off x="0" y="180287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8EA394B-F758-47C2-8E09-4C30FE4E9810}"/>
                  </a:ext>
                </a:extLst>
              </p:cNvPr>
              <p:cNvCxnSpPr/>
              <p:nvPr/>
            </p:nvCxnSpPr>
            <p:spPr>
              <a:xfrm flipH="1">
                <a:off x="0" y="214808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2C99AEE-DED4-4917-B2D7-796AEC3A484F}"/>
                  </a:ext>
                </a:extLst>
              </p:cNvPr>
              <p:cNvCxnSpPr/>
              <p:nvPr/>
            </p:nvCxnSpPr>
            <p:spPr>
              <a:xfrm flipH="1">
                <a:off x="0" y="249329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9C5D77AD-8508-45AD-834F-CE4F2430EA20}"/>
                  </a:ext>
                </a:extLst>
              </p:cNvPr>
              <p:cNvCxnSpPr/>
              <p:nvPr/>
            </p:nvCxnSpPr>
            <p:spPr>
              <a:xfrm flipH="1">
                <a:off x="0" y="283850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4E9F12A-A21A-40D7-AC40-55C2530CAAF2}"/>
                  </a:ext>
                </a:extLst>
              </p:cNvPr>
              <p:cNvCxnSpPr/>
              <p:nvPr/>
            </p:nvCxnSpPr>
            <p:spPr>
              <a:xfrm flipH="1">
                <a:off x="0" y="318371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75DAFB1-56AC-4F65-BCF8-63F8201D42F1}"/>
                  </a:ext>
                </a:extLst>
              </p:cNvPr>
              <p:cNvCxnSpPr/>
              <p:nvPr/>
            </p:nvCxnSpPr>
            <p:spPr>
              <a:xfrm flipH="1">
                <a:off x="0" y="352892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57C01E0A-93E3-4ED0-B575-9CCBF85B5EB0}"/>
                  </a:ext>
                </a:extLst>
              </p:cNvPr>
              <p:cNvCxnSpPr/>
              <p:nvPr/>
            </p:nvCxnSpPr>
            <p:spPr>
              <a:xfrm flipH="1">
                <a:off x="0" y="387413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D5EB4A7E-05D6-4483-9749-137062ABB64E}"/>
                  </a:ext>
                </a:extLst>
              </p:cNvPr>
              <p:cNvCxnSpPr/>
              <p:nvPr/>
            </p:nvCxnSpPr>
            <p:spPr>
              <a:xfrm flipH="1">
                <a:off x="0" y="421934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0185FF42-7436-456C-B038-DF7FCC9B86C4}"/>
                  </a:ext>
                </a:extLst>
              </p:cNvPr>
              <p:cNvCxnSpPr/>
              <p:nvPr/>
            </p:nvCxnSpPr>
            <p:spPr>
              <a:xfrm flipH="1">
                <a:off x="0" y="456455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F71B5F2E-D126-4777-9BB0-A0FAB3F2CAFD}"/>
                  </a:ext>
                </a:extLst>
              </p:cNvPr>
              <p:cNvCxnSpPr/>
              <p:nvPr/>
            </p:nvCxnSpPr>
            <p:spPr>
              <a:xfrm flipH="1">
                <a:off x="0" y="490976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0090F01-D3B0-4CC1-B868-3834E45B2BEF}"/>
                  </a:ext>
                </a:extLst>
              </p:cNvPr>
              <p:cNvCxnSpPr/>
              <p:nvPr/>
            </p:nvCxnSpPr>
            <p:spPr>
              <a:xfrm flipH="1">
                <a:off x="0" y="525497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B49511C0-4CC6-4C57-BD16-06DFA68C5177}"/>
                  </a:ext>
                </a:extLst>
              </p:cNvPr>
              <p:cNvCxnSpPr/>
              <p:nvPr/>
            </p:nvCxnSpPr>
            <p:spPr>
              <a:xfrm flipH="1">
                <a:off x="0" y="560018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823DBF0E-1AA8-4FBC-BFCF-C35A665C6AAD}"/>
                  </a:ext>
                </a:extLst>
              </p:cNvPr>
              <p:cNvCxnSpPr/>
              <p:nvPr/>
            </p:nvCxnSpPr>
            <p:spPr>
              <a:xfrm flipH="1">
                <a:off x="0" y="594539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6F927AE-A157-4A95-BD1F-5D4003848AE5}"/>
                  </a:ext>
                </a:extLst>
              </p:cNvPr>
              <p:cNvCxnSpPr/>
              <p:nvPr/>
            </p:nvCxnSpPr>
            <p:spPr>
              <a:xfrm flipH="1">
                <a:off x="0" y="111245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AF1893BF-3A5C-45A7-80A6-F95888D2C2E9}"/>
                  </a:ext>
                </a:extLst>
              </p:cNvPr>
              <p:cNvCxnSpPr/>
              <p:nvPr/>
            </p:nvCxnSpPr>
            <p:spPr>
              <a:xfrm flipH="1">
                <a:off x="0" y="767240"/>
                <a:ext cx="12192000" cy="0"/>
              </a:xfrm>
              <a:prstGeom prst="line">
                <a:avLst/>
              </a:prstGeom>
              <a:ln w="9525">
                <a:solidFill>
                  <a:schemeClr val="accent2">
                    <a:lumMod val="40000"/>
                    <a:lumOff val="60000"/>
                    <a:alpha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95" name="Margins">
              <a:extLst>
                <a:ext uri="{FF2B5EF4-FFF2-40B4-BE49-F238E27FC236}">
                  <a16:creationId xmlns:a16="http://schemas.microsoft.com/office/drawing/2014/main" id="{1987983C-C65D-47F1-8B52-9BB74C6156DF}"/>
                </a:ext>
              </a:extLst>
            </p:cNvPr>
            <p:cNvGrpSpPr/>
            <p:nvPr userDrawn="1"/>
          </p:nvGrpSpPr>
          <p:grpSpPr>
            <a:xfrm>
              <a:off x="0" y="-1"/>
              <a:ext cx="12192000" cy="6858001"/>
              <a:chOff x="0" y="-1"/>
              <a:chExt cx="12192000" cy="6858001"/>
            </a:xfrm>
          </p:grpSpPr>
          <p:grpSp>
            <p:nvGrpSpPr>
              <p:cNvPr id="96" name="Group 95">
                <a:extLst>
                  <a:ext uri="{FF2B5EF4-FFF2-40B4-BE49-F238E27FC236}">
                    <a16:creationId xmlns:a16="http://schemas.microsoft.com/office/drawing/2014/main" id="{2D64F71A-57E0-44C6-B31D-7B42B82DD2CE}"/>
                  </a:ext>
                </a:extLst>
              </p:cNvPr>
              <p:cNvGrpSpPr/>
              <p:nvPr userDrawn="1"/>
            </p:nvGrpSpPr>
            <p:grpSpPr>
              <a:xfrm>
                <a:off x="450166" y="-1"/>
                <a:ext cx="11291668" cy="6858001"/>
                <a:chOff x="450166" y="-295422"/>
                <a:chExt cx="11291668" cy="7491047"/>
              </a:xfrm>
            </p:grpSpPr>
            <p:cxnSp>
              <p:nvCxnSpPr>
                <p:cNvPr id="103" name="Straight Connector 102">
                  <a:extLst>
                    <a:ext uri="{FF2B5EF4-FFF2-40B4-BE49-F238E27FC236}">
                      <a16:creationId xmlns:a16="http://schemas.microsoft.com/office/drawing/2014/main" id="{7D8CFD01-2438-4217-AA3E-AC3BA160D143}"/>
                    </a:ext>
                  </a:extLst>
                </p:cNvPr>
                <p:cNvCxnSpPr/>
                <p:nvPr/>
              </p:nvCxnSpPr>
              <p:spPr>
                <a:xfrm>
                  <a:off x="450166" y="-295422"/>
                  <a:ext cx="0" cy="7491047"/>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9FDB0BB-10D1-469E-A843-451C93653F0B}"/>
                    </a:ext>
                  </a:extLst>
                </p:cNvPr>
                <p:cNvCxnSpPr/>
                <p:nvPr/>
              </p:nvCxnSpPr>
              <p:spPr>
                <a:xfrm>
                  <a:off x="11741834" y="-295422"/>
                  <a:ext cx="0" cy="7491047"/>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97" name="Group 96">
                <a:extLst>
                  <a:ext uri="{FF2B5EF4-FFF2-40B4-BE49-F238E27FC236}">
                    <a16:creationId xmlns:a16="http://schemas.microsoft.com/office/drawing/2014/main" id="{23DA59C4-54B1-44E7-8615-E9D3B756CD6D}"/>
                  </a:ext>
                </a:extLst>
              </p:cNvPr>
              <p:cNvGrpSpPr/>
              <p:nvPr userDrawn="1"/>
            </p:nvGrpSpPr>
            <p:grpSpPr>
              <a:xfrm>
                <a:off x="0" y="422030"/>
                <a:ext cx="12192000" cy="5868573"/>
                <a:chOff x="0" y="422030"/>
                <a:chExt cx="12192000" cy="5868573"/>
              </a:xfrm>
            </p:grpSpPr>
            <p:cxnSp>
              <p:nvCxnSpPr>
                <p:cNvPr id="101" name="Straight Connector 100">
                  <a:extLst>
                    <a:ext uri="{FF2B5EF4-FFF2-40B4-BE49-F238E27FC236}">
                      <a16:creationId xmlns:a16="http://schemas.microsoft.com/office/drawing/2014/main" id="{25110C17-BFAC-419F-917B-35541EA792AD}"/>
                    </a:ext>
                  </a:extLst>
                </p:cNvPr>
                <p:cNvCxnSpPr>
                  <a:cxnSpLocks/>
                </p:cNvCxnSpPr>
                <p:nvPr userDrawn="1"/>
              </p:nvCxnSpPr>
              <p:spPr>
                <a:xfrm>
                  <a:off x="0" y="422030"/>
                  <a:ext cx="121920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9E58F6F-92A5-473B-9FED-3D90ECE09E5D}"/>
                    </a:ext>
                  </a:extLst>
                </p:cNvPr>
                <p:cNvCxnSpPr/>
                <p:nvPr userDrawn="1"/>
              </p:nvCxnSpPr>
              <p:spPr>
                <a:xfrm>
                  <a:off x="0" y="6290603"/>
                  <a:ext cx="121920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98" name="Group 97">
                <a:extLst>
                  <a:ext uri="{FF2B5EF4-FFF2-40B4-BE49-F238E27FC236}">
                    <a16:creationId xmlns:a16="http://schemas.microsoft.com/office/drawing/2014/main" id="{D0BD5319-1193-4438-BF01-B64CF6D0D212}"/>
                  </a:ext>
                </a:extLst>
              </p:cNvPr>
              <p:cNvGrpSpPr/>
              <p:nvPr userDrawn="1"/>
            </p:nvGrpSpPr>
            <p:grpSpPr>
              <a:xfrm>
                <a:off x="0" y="1457660"/>
                <a:ext cx="12192000" cy="345210"/>
                <a:chOff x="0" y="1457660"/>
                <a:chExt cx="12192000" cy="345210"/>
              </a:xfrm>
            </p:grpSpPr>
            <p:cxnSp>
              <p:nvCxnSpPr>
                <p:cNvPr id="99" name="Straight Connector 98">
                  <a:extLst>
                    <a:ext uri="{FF2B5EF4-FFF2-40B4-BE49-F238E27FC236}">
                      <a16:creationId xmlns:a16="http://schemas.microsoft.com/office/drawing/2014/main" id="{ED443DF1-4231-4D92-8DA5-C1F4B954AFC4}"/>
                    </a:ext>
                  </a:extLst>
                </p:cNvPr>
                <p:cNvCxnSpPr>
                  <a:cxnSpLocks/>
                </p:cNvCxnSpPr>
                <p:nvPr userDrawn="1"/>
              </p:nvCxnSpPr>
              <p:spPr>
                <a:xfrm>
                  <a:off x="0" y="1457660"/>
                  <a:ext cx="121920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14C68D45-D4C2-497B-A9FF-6ADE11C36C5D}"/>
                    </a:ext>
                  </a:extLst>
                </p:cNvPr>
                <p:cNvCxnSpPr>
                  <a:cxnSpLocks/>
                </p:cNvCxnSpPr>
                <p:nvPr userDrawn="1"/>
              </p:nvCxnSpPr>
              <p:spPr>
                <a:xfrm>
                  <a:off x="0" y="1802870"/>
                  <a:ext cx="121920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56196201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title_slide_background">
    <p:bg>
      <p:bgPr>
        <a:solidFill>
          <a:schemeClr val="bg1"/>
        </a:solidFill>
        <a:effectLst/>
      </p:bgPr>
    </p:bg>
    <p:spTree>
      <p:nvGrpSpPr>
        <p:cNvPr id="1" name=""/>
        <p:cNvGrpSpPr/>
        <p:nvPr/>
      </p:nvGrpSpPr>
      <p:grpSpPr>
        <a:xfrm>
          <a:off x="0" y="0"/>
          <a:ext cx="0" cy="0"/>
          <a:chOff x="0" y="0"/>
          <a:chExt cx="0" cy="0"/>
        </a:xfrm>
      </p:grpSpPr>
      <p:sp>
        <p:nvSpPr>
          <p:cNvPr id="32" name="Texture">
            <a:extLst>
              <a:ext uri="{FF2B5EF4-FFF2-40B4-BE49-F238E27FC236}">
                <a16:creationId xmlns:a16="http://schemas.microsoft.com/office/drawing/2014/main" id="{B43DC9BF-B86E-41C3-9025-257603C6C46F}"/>
              </a:ext>
            </a:extLst>
          </p:cNvPr>
          <p:cNvSpPr/>
          <p:nvPr/>
        </p:nvSpPr>
        <p:spPr>
          <a:xfrm>
            <a:off x="0" y="0"/>
            <a:ext cx="12192000" cy="6858000"/>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err="1"/>
          </a:p>
        </p:txBody>
      </p:sp>
    </p:spTree>
    <p:extLst>
      <p:ext uri="{BB962C8B-B14F-4D97-AF65-F5344CB8AC3E}">
        <p14:creationId xmlns:p14="http://schemas.microsoft.com/office/powerpoint/2010/main" val="26246185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Blank (No Tex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Slide Number">
            <a:extLst>
              <a:ext uri="{FF2B5EF4-FFF2-40B4-BE49-F238E27FC236}">
                <a16:creationId xmlns:a16="http://schemas.microsoft.com/office/drawing/2014/main" id="{C1F06F61-6DD2-446B-987D-B384047C0878}"/>
              </a:ext>
            </a:extLst>
          </p:cNvPr>
          <p:cNvSpPr txBox="1">
            <a:spLocks/>
          </p:cNvSpPr>
          <p:nvPr/>
        </p:nvSpPr>
        <p:spPr bwMode="gray">
          <a:xfrm>
            <a:off x="11006977" y="6447297"/>
            <a:ext cx="735822" cy="153888"/>
          </a:xfrm>
          <a:prstGeom prst="rect">
            <a:avLst/>
          </a:prstGeom>
        </p:spPr>
        <p:txBody>
          <a:bodyPr vert="horz" wrap="square" lIns="0" tIns="0" rIns="0" bIns="0" rtlCol="0" anchor="ctr">
            <a:noAutofit/>
          </a:bodyPr>
          <a:lstStyle>
            <a:defPPr>
              <a:defRPr lang="en-US"/>
            </a:defPPr>
            <a:lvl1pPr marL="0" algn="r" defTabSz="457200" rtl="0" eaLnBrk="1" latinLnBrk="0" hangingPunct="1">
              <a:defRPr sz="1000" kern="1200">
                <a:solidFill>
                  <a:schemeClr val="bg1">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862D98-B5C3-4BE4-8A34-4F5B36AB20BC}" type="slidenum">
              <a:rPr lang="en-US" smtClean="0">
                <a:solidFill>
                  <a:schemeClr val="bg1">
                    <a:lumMod val="65000"/>
                  </a:schemeClr>
                </a:solidFill>
              </a:rPr>
              <a:pPr/>
              <a:t>‹#›</a:t>
            </a:fld>
            <a:endParaRPr lang="en-US">
              <a:solidFill>
                <a:schemeClr val="bg1">
                  <a:lumMod val="65000"/>
                </a:schemeClr>
              </a:solidFill>
            </a:endParaRPr>
          </a:p>
        </p:txBody>
      </p:sp>
      <p:grpSp>
        <p:nvGrpSpPr>
          <p:cNvPr id="25" name="Logo">
            <a:extLst>
              <a:ext uri="{FF2B5EF4-FFF2-40B4-BE49-F238E27FC236}">
                <a16:creationId xmlns:a16="http://schemas.microsoft.com/office/drawing/2014/main" id="{56CEE073-8BD3-492B-BD4A-547A71C58B3A}"/>
              </a:ext>
            </a:extLst>
          </p:cNvPr>
          <p:cNvGrpSpPr>
            <a:grpSpLocks noChangeAspect="1"/>
          </p:cNvGrpSpPr>
          <p:nvPr/>
        </p:nvGrpSpPr>
        <p:grpSpPr bwMode="black">
          <a:xfrm>
            <a:off x="428653" y="6447297"/>
            <a:ext cx="914400" cy="214552"/>
            <a:chOff x="1231901" y="5359401"/>
            <a:chExt cx="11210925" cy="2630487"/>
          </a:xfrm>
        </p:grpSpPr>
        <p:sp>
          <p:nvSpPr>
            <p:cNvPr id="26" name="Freeform 5">
              <a:extLst>
                <a:ext uri="{FF2B5EF4-FFF2-40B4-BE49-F238E27FC236}">
                  <a16:creationId xmlns:a16="http://schemas.microsoft.com/office/drawing/2014/main" id="{FC4CFB3E-CC68-4065-BA51-35CB29381FC8}"/>
                </a:ext>
              </a:extLst>
            </p:cNvPr>
            <p:cNvSpPr>
              <a:spLocks noEditPoints="1"/>
            </p:cNvSpPr>
            <p:nvPr userDrawn="1"/>
          </p:nvSpPr>
          <p:spPr bwMode="black">
            <a:xfrm>
              <a:off x="5105401" y="5586413"/>
              <a:ext cx="7337425" cy="2147887"/>
            </a:xfrm>
            <a:custGeom>
              <a:avLst/>
              <a:gdLst>
                <a:gd name="T0" fmla="*/ 0 w 3931"/>
                <a:gd name="T1" fmla="*/ 803 h 1148"/>
                <a:gd name="T2" fmla="*/ 552 w 3931"/>
                <a:gd name="T3" fmla="*/ 1142 h 1148"/>
                <a:gd name="T4" fmla="*/ 388 w 3931"/>
                <a:gd name="T5" fmla="*/ 853 h 1148"/>
                <a:gd name="T6" fmla="*/ 388 w 3931"/>
                <a:gd name="T7" fmla="*/ 1092 h 1148"/>
                <a:gd name="T8" fmla="*/ 620 w 3931"/>
                <a:gd name="T9" fmla="*/ 974 h 1148"/>
                <a:gd name="T10" fmla="*/ 887 w 3931"/>
                <a:gd name="T11" fmla="*/ 900 h 1148"/>
                <a:gd name="T12" fmla="*/ 701 w 3931"/>
                <a:gd name="T13" fmla="*/ 877 h 1148"/>
                <a:gd name="T14" fmla="*/ 828 w 3931"/>
                <a:gd name="T15" fmla="*/ 1048 h 1148"/>
                <a:gd name="T16" fmla="*/ 762 w 3931"/>
                <a:gd name="T17" fmla="*/ 1148 h 1148"/>
                <a:gd name="T18" fmla="*/ 1018 w 3931"/>
                <a:gd name="T19" fmla="*/ 1142 h 1148"/>
                <a:gd name="T20" fmla="*/ 1169 w 3931"/>
                <a:gd name="T21" fmla="*/ 943 h 1148"/>
                <a:gd name="T22" fmla="*/ 1533 w 3931"/>
                <a:gd name="T23" fmla="*/ 1142 h 1148"/>
                <a:gd name="T24" fmla="*/ 1327 w 3931"/>
                <a:gd name="T25" fmla="*/ 803 h 1148"/>
                <a:gd name="T26" fmla="*/ 1596 w 3931"/>
                <a:gd name="T27" fmla="*/ 1142 h 1148"/>
                <a:gd name="T28" fmla="*/ 1719 w 3931"/>
                <a:gd name="T29" fmla="*/ 844 h 1148"/>
                <a:gd name="T30" fmla="*/ 1834 w 3931"/>
                <a:gd name="T31" fmla="*/ 1148 h 1148"/>
                <a:gd name="T32" fmla="*/ 1833 w 3931"/>
                <a:gd name="T33" fmla="*/ 1099 h 1148"/>
                <a:gd name="T34" fmla="*/ 2274 w 3931"/>
                <a:gd name="T35" fmla="*/ 1142 h 1148"/>
                <a:gd name="T36" fmla="*/ 2274 w 3931"/>
                <a:gd name="T37" fmla="*/ 1092 h 1148"/>
                <a:gd name="T38" fmla="*/ 2360 w 3931"/>
                <a:gd name="T39" fmla="*/ 844 h 1148"/>
                <a:gd name="T40" fmla="*/ 2475 w 3931"/>
                <a:gd name="T41" fmla="*/ 1148 h 1148"/>
                <a:gd name="T42" fmla="*/ 2475 w 3931"/>
                <a:gd name="T43" fmla="*/ 1099 h 1148"/>
                <a:gd name="T44" fmla="*/ 2862 w 3931"/>
                <a:gd name="T45" fmla="*/ 1148 h 1148"/>
                <a:gd name="T46" fmla="*/ 2949 w 3931"/>
                <a:gd name="T47" fmla="*/ 822 h 1148"/>
                <a:gd name="T48" fmla="*/ 2905 w 3931"/>
                <a:gd name="T49" fmla="*/ 856 h 1148"/>
                <a:gd name="T50" fmla="*/ 2864 w 3931"/>
                <a:gd name="T51" fmla="*/ 1101 h 1148"/>
                <a:gd name="T52" fmla="*/ 2857 w 3931"/>
                <a:gd name="T53" fmla="*/ 955 h 1148"/>
                <a:gd name="T54" fmla="*/ 2862 w 3931"/>
                <a:gd name="T55" fmla="*/ 1148 h 1148"/>
                <a:gd name="T56" fmla="*/ 3139 w 3931"/>
                <a:gd name="T57" fmla="*/ 1142 h 1148"/>
                <a:gd name="T58" fmla="*/ 3458 w 3931"/>
                <a:gd name="T59" fmla="*/ 853 h 1148"/>
                <a:gd name="T60" fmla="*/ 3298 w 3931"/>
                <a:gd name="T61" fmla="*/ 991 h 1148"/>
                <a:gd name="T62" fmla="*/ 3562 w 3931"/>
                <a:gd name="T63" fmla="*/ 1123 h 1148"/>
                <a:gd name="T64" fmla="*/ 3606 w 3931"/>
                <a:gd name="T65" fmla="*/ 1084 h 1148"/>
                <a:gd name="T66" fmla="*/ 3647 w 3931"/>
                <a:gd name="T67" fmla="*/ 991 h 1148"/>
                <a:gd name="T68" fmla="*/ 3569 w 3931"/>
                <a:gd name="T69" fmla="*/ 824 h 1148"/>
                <a:gd name="T70" fmla="*/ 3724 w 3931"/>
                <a:gd name="T71" fmla="*/ 895 h 1148"/>
                <a:gd name="T72" fmla="*/ 3591 w 3931"/>
                <a:gd name="T73" fmla="*/ 893 h 1148"/>
                <a:gd name="T74" fmla="*/ 3754 w 3931"/>
                <a:gd name="T75" fmla="*/ 1120 h 1148"/>
                <a:gd name="T76" fmla="*/ 152 w 3931"/>
                <a:gd name="T77" fmla="*/ 268 h 1148"/>
                <a:gd name="T78" fmla="*/ 361 w 3931"/>
                <a:gd name="T79" fmla="*/ 605 h 1148"/>
                <a:gd name="T80" fmla="*/ 553 w 3931"/>
                <a:gd name="T81" fmla="*/ 11 h 1148"/>
                <a:gd name="T82" fmla="*/ 931 w 3931"/>
                <a:gd name="T83" fmla="*/ 249 h 1148"/>
                <a:gd name="T84" fmla="*/ 957 w 3931"/>
                <a:gd name="T85" fmla="*/ 605 h 1148"/>
                <a:gd name="T86" fmla="*/ 1123 w 3931"/>
                <a:gd name="T87" fmla="*/ 11 h 1148"/>
                <a:gd name="T88" fmla="*/ 1317 w 3931"/>
                <a:gd name="T89" fmla="*/ 605 h 1148"/>
                <a:gd name="T90" fmla="*/ 1746 w 3931"/>
                <a:gd name="T91" fmla="*/ 531 h 1148"/>
                <a:gd name="T92" fmla="*/ 1687 w 3931"/>
                <a:gd name="T93" fmla="*/ 337 h 1148"/>
                <a:gd name="T94" fmla="*/ 1749 w 3931"/>
                <a:gd name="T95" fmla="*/ 0 h 1148"/>
                <a:gd name="T96" fmla="*/ 1813 w 3931"/>
                <a:gd name="T97" fmla="*/ 106 h 1148"/>
                <a:gd name="T98" fmla="*/ 1797 w 3931"/>
                <a:gd name="T99" fmla="*/ 262 h 1148"/>
                <a:gd name="T100" fmla="*/ 1563 w 3931"/>
                <a:gd name="T101" fmla="*/ 567 h 1148"/>
                <a:gd name="T102" fmla="*/ 2188 w 3931"/>
                <a:gd name="T103" fmla="*/ 605 h 1148"/>
                <a:gd name="T104" fmla="*/ 2711 w 3931"/>
                <a:gd name="T105" fmla="*/ 603 h 1148"/>
                <a:gd name="T106" fmla="*/ 2582 w 3931"/>
                <a:gd name="T107" fmla="*/ 1 h 1148"/>
                <a:gd name="T108" fmla="*/ 2664 w 3931"/>
                <a:gd name="T109" fmla="*/ 111 h 1148"/>
                <a:gd name="T110" fmla="*/ 2595 w 3931"/>
                <a:gd name="T111" fmla="*/ 525 h 1148"/>
                <a:gd name="T112" fmla="*/ 2579 w 3931"/>
                <a:gd name="T113" fmla="*/ 288 h 1148"/>
                <a:gd name="T114" fmla="*/ 3048 w 3931"/>
                <a:gd name="T115" fmla="*/ 248 h 1148"/>
                <a:gd name="T116" fmla="*/ 3273 w 3931"/>
                <a:gd name="T117" fmla="*/ 605 h 1148"/>
                <a:gd name="T118" fmla="*/ 3628 w 3931"/>
                <a:gd name="T119" fmla="*/ 605 h 1148"/>
                <a:gd name="T120" fmla="*/ 3931 w 3931"/>
                <a:gd name="T121" fmla="*/ 107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1" h="1148">
                  <a:moveTo>
                    <a:pt x="163" y="1142"/>
                  </a:moveTo>
                  <a:cubicBezTo>
                    <a:pt x="109" y="1142"/>
                    <a:pt x="109" y="1142"/>
                    <a:pt x="109" y="1142"/>
                  </a:cubicBezTo>
                  <a:cubicBezTo>
                    <a:pt x="109" y="853"/>
                    <a:pt x="109" y="853"/>
                    <a:pt x="109" y="853"/>
                  </a:cubicBezTo>
                  <a:cubicBezTo>
                    <a:pt x="0" y="853"/>
                    <a:pt x="0" y="853"/>
                    <a:pt x="0" y="853"/>
                  </a:cubicBezTo>
                  <a:cubicBezTo>
                    <a:pt x="0" y="803"/>
                    <a:pt x="0" y="803"/>
                    <a:pt x="0" y="803"/>
                  </a:cubicBezTo>
                  <a:cubicBezTo>
                    <a:pt x="273" y="803"/>
                    <a:pt x="273" y="803"/>
                    <a:pt x="273" y="803"/>
                  </a:cubicBezTo>
                  <a:cubicBezTo>
                    <a:pt x="273" y="853"/>
                    <a:pt x="273" y="853"/>
                    <a:pt x="273" y="853"/>
                  </a:cubicBezTo>
                  <a:cubicBezTo>
                    <a:pt x="163" y="853"/>
                    <a:pt x="163" y="853"/>
                    <a:pt x="163" y="853"/>
                  </a:cubicBezTo>
                  <a:lnTo>
                    <a:pt x="163" y="1142"/>
                  </a:lnTo>
                  <a:close/>
                  <a:moveTo>
                    <a:pt x="552" y="1142"/>
                  </a:moveTo>
                  <a:cubicBezTo>
                    <a:pt x="334" y="1142"/>
                    <a:pt x="334" y="1142"/>
                    <a:pt x="334" y="1142"/>
                  </a:cubicBezTo>
                  <a:cubicBezTo>
                    <a:pt x="334" y="803"/>
                    <a:pt x="334" y="803"/>
                    <a:pt x="334" y="803"/>
                  </a:cubicBezTo>
                  <a:cubicBezTo>
                    <a:pt x="548" y="803"/>
                    <a:pt x="548" y="803"/>
                    <a:pt x="548" y="803"/>
                  </a:cubicBezTo>
                  <a:cubicBezTo>
                    <a:pt x="548" y="853"/>
                    <a:pt x="548" y="853"/>
                    <a:pt x="548" y="853"/>
                  </a:cubicBezTo>
                  <a:cubicBezTo>
                    <a:pt x="388" y="853"/>
                    <a:pt x="388" y="853"/>
                    <a:pt x="388" y="853"/>
                  </a:cubicBezTo>
                  <a:cubicBezTo>
                    <a:pt x="388" y="942"/>
                    <a:pt x="388" y="942"/>
                    <a:pt x="388" y="942"/>
                  </a:cubicBezTo>
                  <a:cubicBezTo>
                    <a:pt x="541" y="942"/>
                    <a:pt x="541" y="942"/>
                    <a:pt x="541" y="942"/>
                  </a:cubicBezTo>
                  <a:cubicBezTo>
                    <a:pt x="541" y="991"/>
                    <a:pt x="541" y="991"/>
                    <a:pt x="541" y="991"/>
                  </a:cubicBezTo>
                  <a:cubicBezTo>
                    <a:pt x="388" y="991"/>
                    <a:pt x="388" y="991"/>
                    <a:pt x="388" y="991"/>
                  </a:cubicBezTo>
                  <a:cubicBezTo>
                    <a:pt x="388" y="1092"/>
                    <a:pt x="388" y="1092"/>
                    <a:pt x="388" y="1092"/>
                  </a:cubicBezTo>
                  <a:cubicBezTo>
                    <a:pt x="552" y="1092"/>
                    <a:pt x="552" y="1092"/>
                    <a:pt x="552" y="1092"/>
                  </a:cubicBezTo>
                  <a:lnTo>
                    <a:pt x="552" y="1142"/>
                  </a:lnTo>
                  <a:close/>
                  <a:moveTo>
                    <a:pt x="762" y="1148"/>
                  </a:moveTo>
                  <a:cubicBezTo>
                    <a:pt x="716" y="1148"/>
                    <a:pt x="681" y="1133"/>
                    <a:pt x="656" y="1103"/>
                  </a:cubicBezTo>
                  <a:cubicBezTo>
                    <a:pt x="632" y="1073"/>
                    <a:pt x="620" y="1030"/>
                    <a:pt x="620" y="974"/>
                  </a:cubicBezTo>
                  <a:cubicBezTo>
                    <a:pt x="620" y="919"/>
                    <a:pt x="633" y="875"/>
                    <a:pt x="658" y="845"/>
                  </a:cubicBezTo>
                  <a:cubicBezTo>
                    <a:pt x="683" y="814"/>
                    <a:pt x="719" y="798"/>
                    <a:pt x="766" y="798"/>
                  </a:cubicBezTo>
                  <a:cubicBezTo>
                    <a:pt x="802" y="798"/>
                    <a:pt x="831" y="807"/>
                    <a:pt x="853" y="824"/>
                  </a:cubicBezTo>
                  <a:cubicBezTo>
                    <a:pt x="874" y="841"/>
                    <a:pt x="886" y="865"/>
                    <a:pt x="887" y="894"/>
                  </a:cubicBezTo>
                  <a:cubicBezTo>
                    <a:pt x="887" y="900"/>
                    <a:pt x="887" y="900"/>
                    <a:pt x="887" y="900"/>
                  </a:cubicBezTo>
                  <a:cubicBezTo>
                    <a:pt x="830" y="900"/>
                    <a:pt x="830" y="900"/>
                    <a:pt x="830" y="900"/>
                  </a:cubicBezTo>
                  <a:cubicBezTo>
                    <a:pt x="829" y="895"/>
                    <a:pt x="829" y="895"/>
                    <a:pt x="829" y="895"/>
                  </a:cubicBezTo>
                  <a:cubicBezTo>
                    <a:pt x="828" y="880"/>
                    <a:pt x="822" y="868"/>
                    <a:pt x="810" y="858"/>
                  </a:cubicBezTo>
                  <a:cubicBezTo>
                    <a:pt x="797" y="848"/>
                    <a:pt x="782" y="844"/>
                    <a:pt x="764" y="844"/>
                  </a:cubicBezTo>
                  <a:cubicBezTo>
                    <a:pt x="737" y="844"/>
                    <a:pt x="716" y="854"/>
                    <a:pt x="701" y="877"/>
                  </a:cubicBezTo>
                  <a:cubicBezTo>
                    <a:pt x="686" y="899"/>
                    <a:pt x="678" y="932"/>
                    <a:pt x="678" y="973"/>
                  </a:cubicBezTo>
                  <a:cubicBezTo>
                    <a:pt x="678" y="1014"/>
                    <a:pt x="685" y="1045"/>
                    <a:pt x="700" y="1067"/>
                  </a:cubicBezTo>
                  <a:cubicBezTo>
                    <a:pt x="715" y="1089"/>
                    <a:pt x="735" y="1099"/>
                    <a:pt x="762" y="1099"/>
                  </a:cubicBezTo>
                  <a:cubicBezTo>
                    <a:pt x="782" y="1099"/>
                    <a:pt x="797" y="1095"/>
                    <a:pt x="809" y="1086"/>
                  </a:cubicBezTo>
                  <a:cubicBezTo>
                    <a:pt x="820" y="1076"/>
                    <a:pt x="827" y="1064"/>
                    <a:pt x="828" y="1048"/>
                  </a:cubicBezTo>
                  <a:cubicBezTo>
                    <a:pt x="829" y="1043"/>
                    <a:pt x="829" y="1043"/>
                    <a:pt x="829" y="1043"/>
                  </a:cubicBezTo>
                  <a:cubicBezTo>
                    <a:pt x="888" y="1043"/>
                    <a:pt x="888" y="1043"/>
                    <a:pt x="888" y="1043"/>
                  </a:cubicBezTo>
                  <a:cubicBezTo>
                    <a:pt x="888" y="1049"/>
                    <a:pt x="888" y="1049"/>
                    <a:pt x="888" y="1049"/>
                  </a:cubicBezTo>
                  <a:cubicBezTo>
                    <a:pt x="887" y="1079"/>
                    <a:pt x="875" y="1103"/>
                    <a:pt x="852" y="1121"/>
                  </a:cubicBezTo>
                  <a:cubicBezTo>
                    <a:pt x="830" y="1139"/>
                    <a:pt x="800" y="1148"/>
                    <a:pt x="762" y="1148"/>
                  </a:cubicBezTo>
                  <a:moveTo>
                    <a:pt x="1223" y="1142"/>
                  </a:moveTo>
                  <a:cubicBezTo>
                    <a:pt x="1169" y="1142"/>
                    <a:pt x="1169" y="1142"/>
                    <a:pt x="1169" y="1142"/>
                  </a:cubicBezTo>
                  <a:cubicBezTo>
                    <a:pt x="1169" y="993"/>
                    <a:pt x="1169" y="993"/>
                    <a:pt x="1169" y="993"/>
                  </a:cubicBezTo>
                  <a:cubicBezTo>
                    <a:pt x="1018" y="993"/>
                    <a:pt x="1018" y="993"/>
                    <a:pt x="1018" y="993"/>
                  </a:cubicBezTo>
                  <a:cubicBezTo>
                    <a:pt x="1018" y="1142"/>
                    <a:pt x="1018" y="1142"/>
                    <a:pt x="1018" y="1142"/>
                  </a:cubicBezTo>
                  <a:cubicBezTo>
                    <a:pt x="963" y="1142"/>
                    <a:pt x="963" y="1142"/>
                    <a:pt x="963" y="1142"/>
                  </a:cubicBezTo>
                  <a:cubicBezTo>
                    <a:pt x="963" y="803"/>
                    <a:pt x="963" y="803"/>
                    <a:pt x="963" y="803"/>
                  </a:cubicBezTo>
                  <a:cubicBezTo>
                    <a:pt x="1018" y="803"/>
                    <a:pt x="1018" y="803"/>
                    <a:pt x="1018" y="803"/>
                  </a:cubicBezTo>
                  <a:cubicBezTo>
                    <a:pt x="1018" y="943"/>
                    <a:pt x="1018" y="943"/>
                    <a:pt x="1018" y="943"/>
                  </a:cubicBezTo>
                  <a:cubicBezTo>
                    <a:pt x="1169" y="943"/>
                    <a:pt x="1169" y="943"/>
                    <a:pt x="1169" y="943"/>
                  </a:cubicBezTo>
                  <a:cubicBezTo>
                    <a:pt x="1169" y="803"/>
                    <a:pt x="1169" y="803"/>
                    <a:pt x="1169" y="803"/>
                  </a:cubicBezTo>
                  <a:cubicBezTo>
                    <a:pt x="1223" y="803"/>
                    <a:pt x="1223" y="803"/>
                    <a:pt x="1223" y="803"/>
                  </a:cubicBezTo>
                  <a:lnTo>
                    <a:pt x="1223" y="1142"/>
                  </a:lnTo>
                  <a:close/>
                  <a:moveTo>
                    <a:pt x="1595" y="1142"/>
                  </a:moveTo>
                  <a:cubicBezTo>
                    <a:pt x="1533" y="1142"/>
                    <a:pt x="1533" y="1142"/>
                    <a:pt x="1533" y="1142"/>
                  </a:cubicBezTo>
                  <a:cubicBezTo>
                    <a:pt x="1532" y="1140"/>
                    <a:pt x="1532" y="1140"/>
                    <a:pt x="1532" y="1140"/>
                  </a:cubicBezTo>
                  <a:cubicBezTo>
                    <a:pt x="1378" y="878"/>
                    <a:pt x="1378" y="878"/>
                    <a:pt x="1378" y="878"/>
                  </a:cubicBezTo>
                  <a:cubicBezTo>
                    <a:pt x="1378" y="1142"/>
                    <a:pt x="1378" y="1142"/>
                    <a:pt x="1378" y="1142"/>
                  </a:cubicBezTo>
                  <a:cubicBezTo>
                    <a:pt x="1327" y="1142"/>
                    <a:pt x="1327" y="1142"/>
                    <a:pt x="1327" y="1142"/>
                  </a:cubicBezTo>
                  <a:cubicBezTo>
                    <a:pt x="1327" y="803"/>
                    <a:pt x="1327" y="803"/>
                    <a:pt x="1327" y="803"/>
                  </a:cubicBezTo>
                  <a:cubicBezTo>
                    <a:pt x="1398" y="803"/>
                    <a:pt x="1398" y="803"/>
                    <a:pt x="1398" y="803"/>
                  </a:cubicBezTo>
                  <a:cubicBezTo>
                    <a:pt x="1545" y="1056"/>
                    <a:pt x="1545" y="1056"/>
                    <a:pt x="1545" y="1056"/>
                  </a:cubicBezTo>
                  <a:cubicBezTo>
                    <a:pt x="1545" y="803"/>
                    <a:pt x="1545" y="803"/>
                    <a:pt x="1545" y="803"/>
                  </a:cubicBezTo>
                  <a:cubicBezTo>
                    <a:pt x="1596" y="803"/>
                    <a:pt x="1596" y="803"/>
                    <a:pt x="1596" y="803"/>
                  </a:cubicBezTo>
                  <a:cubicBezTo>
                    <a:pt x="1596" y="1142"/>
                    <a:pt x="1596" y="1142"/>
                    <a:pt x="1596" y="1142"/>
                  </a:cubicBezTo>
                  <a:lnTo>
                    <a:pt x="1595" y="1142"/>
                  </a:lnTo>
                  <a:close/>
                  <a:moveTo>
                    <a:pt x="1834" y="1148"/>
                  </a:moveTo>
                  <a:cubicBezTo>
                    <a:pt x="1785" y="1148"/>
                    <a:pt x="1746" y="1132"/>
                    <a:pt x="1719" y="1102"/>
                  </a:cubicBezTo>
                  <a:cubicBezTo>
                    <a:pt x="1692" y="1071"/>
                    <a:pt x="1678" y="1028"/>
                    <a:pt x="1678" y="974"/>
                  </a:cubicBezTo>
                  <a:cubicBezTo>
                    <a:pt x="1678" y="918"/>
                    <a:pt x="1692" y="875"/>
                    <a:pt x="1719" y="844"/>
                  </a:cubicBezTo>
                  <a:cubicBezTo>
                    <a:pt x="1746" y="814"/>
                    <a:pt x="1785" y="798"/>
                    <a:pt x="1834" y="798"/>
                  </a:cubicBezTo>
                  <a:cubicBezTo>
                    <a:pt x="1883" y="798"/>
                    <a:pt x="1922" y="814"/>
                    <a:pt x="1949" y="844"/>
                  </a:cubicBezTo>
                  <a:cubicBezTo>
                    <a:pt x="1975" y="874"/>
                    <a:pt x="1989" y="918"/>
                    <a:pt x="1989" y="974"/>
                  </a:cubicBezTo>
                  <a:cubicBezTo>
                    <a:pt x="1989" y="1029"/>
                    <a:pt x="1975" y="1072"/>
                    <a:pt x="1948" y="1102"/>
                  </a:cubicBezTo>
                  <a:cubicBezTo>
                    <a:pt x="1921" y="1132"/>
                    <a:pt x="1883" y="1148"/>
                    <a:pt x="1834" y="1148"/>
                  </a:cubicBezTo>
                  <a:moveTo>
                    <a:pt x="1833" y="845"/>
                  </a:moveTo>
                  <a:cubicBezTo>
                    <a:pt x="1802" y="845"/>
                    <a:pt x="1778" y="855"/>
                    <a:pt x="1761" y="877"/>
                  </a:cubicBezTo>
                  <a:cubicBezTo>
                    <a:pt x="1745" y="899"/>
                    <a:pt x="1736" y="930"/>
                    <a:pt x="1736" y="971"/>
                  </a:cubicBezTo>
                  <a:cubicBezTo>
                    <a:pt x="1736" y="1013"/>
                    <a:pt x="1745" y="1045"/>
                    <a:pt x="1762" y="1067"/>
                  </a:cubicBezTo>
                  <a:cubicBezTo>
                    <a:pt x="1778" y="1089"/>
                    <a:pt x="1802" y="1099"/>
                    <a:pt x="1833" y="1099"/>
                  </a:cubicBezTo>
                  <a:cubicBezTo>
                    <a:pt x="1865" y="1099"/>
                    <a:pt x="1889" y="1089"/>
                    <a:pt x="1905" y="1067"/>
                  </a:cubicBezTo>
                  <a:cubicBezTo>
                    <a:pt x="1922" y="1046"/>
                    <a:pt x="1931" y="1014"/>
                    <a:pt x="1931" y="972"/>
                  </a:cubicBezTo>
                  <a:cubicBezTo>
                    <a:pt x="1931" y="931"/>
                    <a:pt x="1922" y="899"/>
                    <a:pt x="1905" y="877"/>
                  </a:cubicBezTo>
                  <a:cubicBezTo>
                    <a:pt x="1888" y="855"/>
                    <a:pt x="1865" y="845"/>
                    <a:pt x="1833" y="845"/>
                  </a:cubicBezTo>
                  <a:moveTo>
                    <a:pt x="2274" y="1142"/>
                  </a:moveTo>
                  <a:cubicBezTo>
                    <a:pt x="2070" y="1142"/>
                    <a:pt x="2070" y="1142"/>
                    <a:pt x="2070" y="1142"/>
                  </a:cubicBezTo>
                  <a:cubicBezTo>
                    <a:pt x="2070" y="803"/>
                    <a:pt x="2070" y="803"/>
                    <a:pt x="2070" y="803"/>
                  </a:cubicBezTo>
                  <a:cubicBezTo>
                    <a:pt x="2125" y="803"/>
                    <a:pt x="2125" y="803"/>
                    <a:pt x="2125" y="803"/>
                  </a:cubicBezTo>
                  <a:cubicBezTo>
                    <a:pt x="2125" y="1092"/>
                    <a:pt x="2125" y="1092"/>
                    <a:pt x="2125" y="1092"/>
                  </a:cubicBezTo>
                  <a:cubicBezTo>
                    <a:pt x="2274" y="1092"/>
                    <a:pt x="2274" y="1092"/>
                    <a:pt x="2274" y="1092"/>
                  </a:cubicBezTo>
                  <a:cubicBezTo>
                    <a:pt x="2274" y="1142"/>
                    <a:pt x="2274" y="1142"/>
                    <a:pt x="2274" y="1142"/>
                  </a:cubicBezTo>
                  <a:close/>
                  <a:moveTo>
                    <a:pt x="2475" y="1148"/>
                  </a:moveTo>
                  <a:cubicBezTo>
                    <a:pt x="2427" y="1148"/>
                    <a:pt x="2388" y="1132"/>
                    <a:pt x="2361" y="1102"/>
                  </a:cubicBezTo>
                  <a:cubicBezTo>
                    <a:pt x="2334" y="1071"/>
                    <a:pt x="2320" y="1028"/>
                    <a:pt x="2320" y="974"/>
                  </a:cubicBezTo>
                  <a:cubicBezTo>
                    <a:pt x="2320" y="918"/>
                    <a:pt x="2334" y="875"/>
                    <a:pt x="2360" y="844"/>
                  </a:cubicBezTo>
                  <a:cubicBezTo>
                    <a:pt x="2387" y="814"/>
                    <a:pt x="2426" y="798"/>
                    <a:pt x="2475" y="798"/>
                  </a:cubicBezTo>
                  <a:cubicBezTo>
                    <a:pt x="2525" y="798"/>
                    <a:pt x="2563" y="814"/>
                    <a:pt x="2590" y="844"/>
                  </a:cubicBezTo>
                  <a:cubicBezTo>
                    <a:pt x="2617" y="874"/>
                    <a:pt x="2630" y="918"/>
                    <a:pt x="2630" y="974"/>
                  </a:cubicBezTo>
                  <a:cubicBezTo>
                    <a:pt x="2630" y="1029"/>
                    <a:pt x="2617" y="1072"/>
                    <a:pt x="2590" y="1102"/>
                  </a:cubicBezTo>
                  <a:cubicBezTo>
                    <a:pt x="2563" y="1132"/>
                    <a:pt x="2525" y="1148"/>
                    <a:pt x="2475" y="1148"/>
                  </a:cubicBezTo>
                  <a:moveTo>
                    <a:pt x="2475" y="845"/>
                  </a:moveTo>
                  <a:cubicBezTo>
                    <a:pt x="2443" y="845"/>
                    <a:pt x="2420" y="855"/>
                    <a:pt x="2403" y="877"/>
                  </a:cubicBezTo>
                  <a:cubicBezTo>
                    <a:pt x="2386" y="899"/>
                    <a:pt x="2378" y="930"/>
                    <a:pt x="2378" y="971"/>
                  </a:cubicBezTo>
                  <a:cubicBezTo>
                    <a:pt x="2378" y="1013"/>
                    <a:pt x="2386" y="1045"/>
                    <a:pt x="2403" y="1067"/>
                  </a:cubicBezTo>
                  <a:cubicBezTo>
                    <a:pt x="2420" y="1089"/>
                    <a:pt x="2443" y="1099"/>
                    <a:pt x="2475" y="1099"/>
                  </a:cubicBezTo>
                  <a:cubicBezTo>
                    <a:pt x="2507" y="1099"/>
                    <a:pt x="2530" y="1089"/>
                    <a:pt x="2547" y="1067"/>
                  </a:cubicBezTo>
                  <a:cubicBezTo>
                    <a:pt x="2564" y="1046"/>
                    <a:pt x="2572" y="1014"/>
                    <a:pt x="2572" y="972"/>
                  </a:cubicBezTo>
                  <a:cubicBezTo>
                    <a:pt x="2572" y="931"/>
                    <a:pt x="2564" y="899"/>
                    <a:pt x="2547" y="877"/>
                  </a:cubicBezTo>
                  <a:cubicBezTo>
                    <a:pt x="2530" y="855"/>
                    <a:pt x="2507" y="845"/>
                    <a:pt x="2475" y="845"/>
                  </a:cubicBezTo>
                  <a:moveTo>
                    <a:pt x="2862" y="1148"/>
                  </a:moveTo>
                  <a:cubicBezTo>
                    <a:pt x="2811" y="1148"/>
                    <a:pt x="2770" y="1133"/>
                    <a:pt x="2741" y="1103"/>
                  </a:cubicBezTo>
                  <a:cubicBezTo>
                    <a:pt x="2711" y="1073"/>
                    <a:pt x="2696" y="1031"/>
                    <a:pt x="2696" y="980"/>
                  </a:cubicBezTo>
                  <a:cubicBezTo>
                    <a:pt x="2696" y="923"/>
                    <a:pt x="2711" y="878"/>
                    <a:pt x="2740" y="846"/>
                  </a:cubicBezTo>
                  <a:cubicBezTo>
                    <a:pt x="2769" y="814"/>
                    <a:pt x="2810" y="798"/>
                    <a:pt x="2862" y="798"/>
                  </a:cubicBezTo>
                  <a:cubicBezTo>
                    <a:pt x="2898" y="798"/>
                    <a:pt x="2927" y="806"/>
                    <a:pt x="2949" y="822"/>
                  </a:cubicBezTo>
                  <a:cubicBezTo>
                    <a:pt x="2970" y="839"/>
                    <a:pt x="2982" y="861"/>
                    <a:pt x="2983" y="890"/>
                  </a:cubicBezTo>
                  <a:cubicBezTo>
                    <a:pt x="2983" y="895"/>
                    <a:pt x="2983" y="895"/>
                    <a:pt x="2983" y="895"/>
                  </a:cubicBezTo>
                  <a:cubicBezTo>
                    <a:pt x="2924" y="895"/>
                    <a:pt x="2924" y="895"/>
                    <a:pt x="2924" y="895"/>
                  </a:cubicBezTo>
                  <a:cubicBezTo>
                    <a:pt x="2924" y="890"/>
                    <a:pt x="2924" y="890"/>
                    <a:pt x="2924" y="890"/>
                  </a:cubicBezTo>
                  <a:cubicBezTo>
                    <a:pt x="2924" y="877"/>
                    <a:pt x="2917" y="866"/>
                    <a:pt x="2905" y="856"/>
                  </a:cubicBezTo>
                  <a:cubicBezTo>
                    <a:pt x="2892" y="847"/>
                    <a:pt x="2876" y="842"/>
                    <a:pt x="2856" y="842"/>
                  </a:cubicBezTo>
                  <a:cubicBezTo>
                    <a:pt x="2824" y="842"/>
                    <a:pt x="2799" y="854"/>
                    <a:pt x="2781" y="877"/>
                  </a:cubicBezTo>
                  <a:cubicBezTo>
                    <a:pt x="2762" y="900"/>
                    <a:pt x="2753" y="933"/>
                    <a:pt x="2753" y="974"/>
                  </a:cubicBezTo>
                  <a:cubicBezTo>
                    <a:pt x="2753" y="1015"/>
                    <a:pt x="2763" y="1046"/>
                    <a:pt x="2782" y="1068"/>
                  </a:cubicBezTo>
                  <a:cubicBezTo>
                    <a:pt x="2801" y="1090"/>
                    <a:pt x="2829" y="1101"/>
                    <a:pt x="2864" y="1101"/>
                  </a:cubicBezTo>
                  <a:cubicBezTo>
                    <a:pt x="2873" y="1101"/>
                    <a:pt x="2883" y="1100"/>
                    <a:pt x="2893" y="1098"/>
                  </a:cubicBezTo>
                  <a:cubicBezTo>
                    <a:pt x="2902" y="1096"/>
                    <a:pt x="2913" y="1094"/>
                    <a:pt x="2926" y="1091"/>
                  </a:cubicBezTo>
                  <a:cubicBezTo>
                    <a:pt x="2926" y="1002"/>
                    <a:pt x="2926" y="1002"/>
                    <a:pt x="2926" y="1002"/>
                  </a:cubicBezTo>
                  <a:cubicBezTo>
                    <a:pt x="2857" y="1002"/>
                    <a:pt x="2857" y="1002"/>
                    <a:pt x="2857" y="1002"/>
                  </a:cubicBezTo>
                  <a:cubicBezTo>
                    <a:pt x="2857" y="955"/>
                    <a:pt x="2857" y="955"/>
                    <a:pt x="2857" y="955"/>
                  </a:cubicBezTo>
                  <a:cubicBezTo>
                    <a:pt x="2983" y="955"/>
                    <a:pt x="2983" y="955"/>
                    <a:pt x="2983" y="955"/>
                  </a:cubicBezTo>
                  <a:cubicBezTo>
                    <a:pt x="2983" y="1125"/>
                    <a:pt x="2983" y="1125"/>
                    <a:pt x="2983" y="1125"/>
                  </a:cubicBezTo>
                  <a:cubicBezTo>
                    <a:pt x="2979" y="1127"/>
                    <a:pt x="2979" y="1127"/>
                    <a:pt x="2979" y="1127"/>
                  </a:cubicBezTo>
                  <a:cubicBezTo>
                    <a:pt x="2957" y="1134"/>
                    <a:pt x="2937" y="1139"/>
                    <a:pt x="2918" y="1143"/>
                  </a:cubicBezTo>
                  <a:cubicBezTo>
                    <a:pt x="2899" y="1146"/>
                    <a:pt x="2880" y="1148"/>
                    <a:pt x="2862" y="1148"/>
                  </a:cubicBezTo>
                  <a:moveTo>
                    <a:pt x="3139" y="1142"/>
                  </a:moveTo>
                  <a:cubicBezTo>
                    <a:pt x="3084" y="1142"/>
                    <a:pt x="3084" y="1142"/>
                    <a:pt x="3084" y="1142"/>
                  </a:cubicBezTo>
                  <a:cubicBezTo>
                    <a:pt x="3084" y="803"/>
                    <a:pt x="3084" y="803"/>
                    <a:pt x="3084" y="803"/>
                  </a:cubicBezTo>
                  <a:cubicBezTo>
                    <a:pt x="3139" y="803"/>
                    <a:pt x="3139" y="803"/>
                    <a:pt x="3139" y="803"/>
                  </a:cubicBezTo>
                  <a:lnTo>
                    <a:pt x="3139" y="1142"/>
                  </a:lnTo>
                  <a:close/>
                  <a:moveTo>
                    <a:pt x="3461" y="1142"/>
                  </a:moveTo>
                  <a:cubicBezTo>
                    <a:pt x="3243" y="1142"/>
                    <a:pt x="3243" y="1142"/>
                    <a:pt x="3243" y="1142"/>
                  </a:cubicBezTo>
                  <a:cubicBezTo>
                    <a:pt x="3243" y="803"/>
                    <a:pt x="3243" y="803"/>
                    <a:pt x="3243" y="803"/>
                  </a:cubicBezTo>
                  <a:cubicBezTo>
                    <a:pt x="3458" y="803"/>
                    <a:pt x="3458" y="803"/>
                    <a:pt x="3458" y="803"/>
                  </a:cubicBezTo>
                  <a:cubicBezTo>
                    <a:pt x="3458" y="853"/>
                    <a:pt x="3458" y="853"/>
                    <a:pt x="3458" y="853"/>
                  </a:cubicBezTo>
                  <a:cubicBezTo>
                    <a:pt x="3298" y="853"/>
                    <a:pt x="3298" y="853"/>
                    <a:pt x="3298" y="853"/>
                  </a:cubicBezTo>
                  <a:cubicBezTo>
                    <a:pt x="3298" y="942"/>
                    <a:pt x="3298" y="942"/>
                    <a:pt x="3298" y="942"/>
                  </a:cubicBezTo>
                  <a:cubicBezTo>
                    <a:pt x="3451" y="942"/>
                    <a:pt x="3451" y="942"/>
                    <a:pt x="3451" y="942"/>
                  </a:cubicBezTo>
                  <a:cubicBezTo>
                    <a:pt x="3451" y="991"/>
                    <a:pt x="3451" y="991"/>
                    <a:pt x="3451" y="991"/>
                  </a:cubicBezTo>
                  <a:cubicBezTo>
                    <a:pt x="3298" y="991"/>
                    <a:pt x="3298" y="991"/>
                    <a:pt x="3298" y="991"/>
                  </a:cubicBezTo>
                  <a:cubicBezTo>
                    <a:pt x="3298" y="1092"/>
                    <a:pt x="3298" y="1092"/>
                    <a:pt x="3298" y="1092"/>
                  </a:cubicBezTo>
                  <a:cubicBezTo>
                    <a:pt x="3461" y="1092"/>
                    <a:pt x="3461" y="1092"/>
                    <a:pt x="3461" y="1092"/>
                  </a:cubicBezTo>
                  <a:lnTo>
                    <a:pt x="3461" y="1142"/>
                  </a:lnTo>
                  <a:close/>
                  <a:moveTo>
                    <a:pt x="3656" y="1148"/>
                  </a:moveTo>
                  <a:cubicBezTo>
                    <a:pt x="3615" y="1148"/>
                    <a:pt x="3583" y="1139"/>
                    <a:pt x="3562" y="1123"/>
                  </a:cubicBezTo>
                  <a:cubicBezTo>
                    <a:pt x="3541" y="1105"/>
                    <a:pt x="3530" y="1080"/>
                    <a:pt x="3530" y="1046"/>
                  </a:cubicBezTo>
                  <a:cubicBezTo>
                    <a:pt x="3530" y="1035"/>
                    <a:pt x="3530" y="1035"/>
                    <a:pt x="3530" y="1035"/>
                  </a:cubicBezTo>
                  <a:cubicBezTo>
                    <a:pt x="3588" y="1035"/>
                    <a:pt x="3588" y="1035"/>
                    <a:pt x="3588" y="1035"/>
                  </a:cubicBezTo>
                  <a:cubicBezTo>
                    <a:pt x="3588" y="1040"/>
                    <a:pt x="3588" y="1040"/>
                    <a:pt x="3588" y="1040"/>
                  </a:cubicBezTo>
                  <a:cubicBezTo>
                    <a:pt x="3589" y="1060"/>
                    <a:pt x="3595" y="1075"/>
                    <a:pt x="3606" y="1084"/>
                  </a:cubicBezTo>
                  <a:cubicBezTo>
                    <a:pt x="3617" y="1093"/>
                    <a:pt x="3635" y="1098"/>
                    <a:pt x="3658" y="1098"/>
                  </a:cubicBezTo>
                  <a:cubicBezTo>
                    <a:pt x="3682" y="1098"/>
                    <a:pt x="3700" y="1093"/>
                    <a:pt x="3714" y="1084"/>
                  </a:cubicBezTo>
                  <a:cubicBezTo>
                    <a:pt x="3727" y="1075"/>
                    <a:pt x="3733" y="1062"/>
                    <a:pt x="3733" y="1046"/>
                  </a:cubicBezTo>
                  <a:cubicBezTo>
                    <a:pt x="3733" y="1024"/>
                    <a:pt x="3709" y="1007"/>
                    <a:pt x="3660" y="995"/>
                  </a:cubicBezTo>
                  <a:cubicBezTo>
                    <a:pt x="3655" y="993"/>
                    <a:pt x="3651" y="992"/>
                    <a:pt x="3647" y="991"/>
                  </a:cubicBezTo>
                  <a:cubicBezTo>
                    <a:pt x="3644" y="991"/>
                    <a:pt x="3639" y="989"/>
                    <a:pt x="3632" y="988"/>
                  </a:cubicBezTo>
                  <a:cubicBezTo>
                    <a:pt x="3604" y="981"/>
                    <a:pt x="3584" y="974"/>
                    <a:pt x="3572" y="967"/>
                  </a:cubicBezTo>
                  <a:cubicBezTo>
                    <a:pt x="3560" y="959"/>
                    <a:pt x="3551" y="949"/>
                    <a:pt x="3544" y="937"/>
                  </a:cubicBezTo>
                  <a:cubicBezTo>
                    <a:pt x="3537" y="925"/>
                    <a:pt x="3534" y="911"/>
                    <a:pt x="3534" y="896"/>
                  </a:cubicBezTo>
                  <a:cubicBezTo>
                    <a:pt x="3534" y="866"/>
                    <a:pt x="3546" y="841"/>
                    <a:pt x="3569" y="824"/>
                  </a:cubicBezTo>
                  <a:cubicBezTo>
                    <a:pt x="3592" y="807"/>
                    <a:pt x="3624" y="798"/>
                    <a:pt x="3663" y="798"/>
                  </a:cubicBezTo>
                  <a:cubicBezTo>
                    <a:pt x="3698" y="798"/>
                    <a:pt x="3726" y="806"/>
                    <a:pt x="3747" y="821"/>
                  </a:cubicBezTo>
                  <a:cubicBezTo>
                    <a:pt x="3768" y="837"/>
                    <a:pt x="3778" y="858"/>
                    <a:pt x="3778" y="885"/>
                  </a:cubicBezTo>
                  <a:cubicBezTo>
                    <a:pt x="3778" y="895"/>
                    <a:pt x="3778" y="895"/>
                    <a:pt x="3778" y="895"/>
                  </a:cubicBezTo>
                  <a:cubicBezTo>
                    <a:pt x="3724" y="895"/>
                    <a:pt x="3724" y="895"/>
                    <a:pt x="3724" y="895"/>
                  </a:cubicBezTo>
                  <a:cubicBezTo>
                    <a:pt x="3723" y="890"/>
                    <a:pt x="3723" y="890"/>
                    <a:pt x="3723" y="890"/>
                  </a:cubicBezTo>
                  <a:cubicBezTo>
                    <a:pt x="3723" y="875"/>
                    <a:pt x="3717" y="865"/>
                    <a:pt x="3707" y="857"/>
                  </a:cubicBezTo>
                  <a:cubicBezTo>
                    <a:pt x="3696" y="849"/>
                    <a:pt x="3680" y="845"/>
                    <a:pt x="3659" y="845"/>
                  </a:cubicBezTo>
                  <a:cubicBezTo>
                    <a:pt x="3638" y="845"/>
                    <a:pt x="3621" y="850"/>
                    <a:pt x="3609" y="859"/>
                  </a:cubicBezTo>
                  <a:cubicBezTo>
                    <a:pt x="3597" y="867"/>
                    <a:pt x="3591" y="879"/>
                    <a:pt x="3591" y="893"/>
                  </a:cubicBezTo>
                  <a:cubicBezTo>
                    <a:pt x="3591" y="912"/>
                    <a:pt x="3613" y="927"/>
                    <a:pt x="3657" y="938"/>
                  </a:cubicBezTo>
                  <a:cubicBezTo>
                    <a:pt x="3666" y="940"/>
                    <a:pt x="3666" y="940"/>
                    <a:pt x="3666" y="940"/>
                  </a:cubicBezTo>
                  <a:cubicBezTo>
                    <a:pt x="3719" y="954"/>
                    <a:pt x="3751" y="967"/>
                    <a:pt x="3766" y="981"/>
                  </a:cubicBezTo>
                  <a:cubicBezTo>
                    <a:pt x="3781" y="995"/>
                    <a:pt x="3789" y="1015"/>
                    <a:pt x="3789" y="1040"/>
                  </a:cubicBezTo>
                  <a:cubicBezTo>
                    <a:pt x="3789" y="1075"/>
                    <a:pt x="3777" y="1102"/>
                    <a:pt x="3754" y="1120"/>
                  </a:cubicBezTo>
                  <a:cubicBezTo>
                    <a:pt x="3731" y="1138"/>
                    <a:pt x="3698" y="1148"/>
                    <a:pt x="3656" y="1148"/>
                  </a:cubicBezTo>
                  <a:moveTo>
                    <a:pt x="25" y="605"/>
                  </a:moveTo>
                  <a:cubicBezTo>
                    <a:pt x="25" y="11"/>
                    <a:pt x="25" y="11"/>
                    <a:pt x="25" y="11"/>
                  </a:cubicBezTo>
                  <a:cubicBezTo>
                    <a:pt x="152" y="11"/>
                    <a:pt x="152" y="11"/>
                    <a:pt x="152" y="11"/>
                  </a:cubicBezTo>
                  <a:cubicBezTo>
                    <a:pt x="152" y="268"/>
                    <a:pt x="152" y="268"/>
                    <a:pt x="152" y="268"/>
                  </a:cubicBezTo>
                  <a:cubicBezTo>
                    <a:pt x="346" y="11"/>
                    <a:pt x="346" y="11"/>
                    <a:pt x="346" y="11"/>
                  </a:cubicBezTo>
                  <a:cubicBezTo>
                    <a:pt x="488" y="11"/>
                    <a:pt x="488" y="11"/>
                    <a:pt x="488" y="11"/>
                  </a:cubicBezTo>
                  <a:cubicBezTo>
                    <a:pt x="279" y="277"/>
                    <a:pt x="279" y="277"/>
                    <a:pt x="279" y="277"/>
                  </a:cubicBezTo>
                  <a:cubicBezTo>
                    <a:pt x="509" y="605"/>
                    <a:pt x="509" y="605"/>
                    <a:pt x="509" y="605"/>
                  </a:cubicBezTo>
                  <a:cubicBezTo>
                    <a:pt x="361" y="605"/>
                    <a:pt x="361" y="605"/>
                    <a:pt x="361" y="605"/>
                  </a:cubicBezTo>
                  <a:cubicBezTo>
                    <a:pt x="152" y="297"/>
                    <a:pt x="152" y="297"/>
                    <a:pt x="152" y="297"/>
                  </a:cubicBezTo>
                  <a:cubicBezTo>
                    <a:pt x="152" y="605"/>
                    <a:pt x="152" y="605"/>
                    <a:pt x="152" y="605"/>
                  </a:cubicBezTo>
                  <a:cubicBezTo>
                    <a:pt x="25" y="605"/>
                    <a:pt x="25" y="605"/>
                    <a:pt x="25" y="605"/>
                  </a:cubicBezTo>
                  <a:close/>
                  <a:moveTo>
                    <a:pt x="553" y="605"/>
                  </a:moveTo>
                  <a:cubicBezTo>
                    <a:pt x="553" y="11"/>
                    <a:pt x="553" y="11"/>
                    <a:pt x="553" y="11"/>
                  </a:cubicBezTo>
                  <a:cubicBezTo>
                    <a:pt x="947" y="11"/>
                    <a:pt x="947" y="11"/>
                    <a:pt x="947" y="11"/>
                  </a:cubicBezTo>
                  <a:cubicBezTo>
                    <a:pt x="947" y="109"/>
                    <a:pt x="947" y="109"/>
                    <a:pt x="947" y="109"/>
                  </a:cubicBezTo>
                  <a:cubicBezTo>
                    <a:pt x="682" y="109"/>
                    <a:pt x="682" y="109"/>
                    <a:pt x="682" y="109"/>
                  </a:cubicBezTo>
                  <a:cubicBezTo>
                    <a:pt x="682" y="249"/>
                    <a:pt x="682" y="249"/>
                    <a:pt x="682" y="249"/>
                  </a:cubicBezTo>
                  <a:cubicBezTo>
                    <a:pt x="931" y="249"/>
                    <a:pt x="931" y="249"/>
                    <a:pt x="931" y="249"/>
                  </a:cubicBezTo>
                  <a:cubicBezTo>
                    <a:pt x="931" y="346"/>
                    <a:pt x="931" y="346"/>
                    <a:pt x="931" y="346"/>
                  </a:cubicBezTo>
                  <a:cubicBezTo>
                    <a:pt x="682" y="346"/>
                    <a:pt x="682" y="346"/>
                    <a:pt x="682" y="346"/>
                  </a:cubicBezTo>
                  <a:cubicBezTo>
                    <a:pt x="682" y="506"/>
                    <a:pt x="682" y="506"/>
                    <a:pt x="682" y="506"/>
                  </a:cubicBezTo>
                  <a:cubicBezTo>
                    <a:pt x="957" y="506"/>
                    <a:pt x="957" y="506"/>
                    <a:pt x="957" y="506"/>
                  </a:cubicBezTo>
                  <a:cubicBezTo>
                    <a:pt x="957" y="605"/>
                    <a:pt x="957" y="605"/>
                    <a:pt x="957" y="605"/>
                  </a:cubicBezTo>
                  <a:lnTo>
                    <a:pt x="553" y="605"/>
                  </a:lnTo>
                  <a:close/>
                  <a:moveTo>
                    <a:pt x="1190" y="605"/>
                  </a:moveTo>
                  <a:cubicBezTo>
                    <a:pt x="1190" y="386"/>
                    <a:pt x="1190" y="386"/>
                    <a:pt x="1190" y="386"/>
                  </a:cubicBezTo>
                  <a:cubicBezTo>
                    <a:pt x="989" y="11"/>
                    <a:pt x="989" y="11"/>
                    <a:pt x="989" y="11"/>
                  </a:cubicBezTo>
                  <a:cubicBezTo>
                    <a:pt x="1123" y="11"/>
                    <a:pt x="1123" y="11"/>
                    <a:pt x="1123" y="11"/>
                  </a:cubicBezTo>
                  <a:cubicBezTo>
                    <a:pt x="1259" y="265"/>
                    <a:pt x="1259" y="265"/>
                    <a:pt x="1259" y="265"/>
                  </a:cubicBezTo>
                  <a:cubicBezTo>
                    <a:pt x="1382" y="11"/>
                    <a:pt x="1382" y="11"/>
                    <a:pt x="1382" y="11"/>
                  </a:cubicBezTo>
                  <a:cubicBezTo>
                    <a:pt x="1515" y="11"/>
                    <a:pt x="1515" y="11"/>
                    <a:pt x="1515" y="11"/>
                  </a:cubicBezTo>
                  <a:cubicBezTo>
                    <a:pt x="1317" y="386"/>
                    <a:pt x="1317" y="386"/>
                    <a:pt x="1317" y="386"/>
                  </a:cubicBezTo>
                  <a:cubicBezTo>
                    <a:pt x="1317" y="605"/>
                    <a:pt x="1317" y="605"/>
                    <a:pt x="1317" y="605"/>
                  </a:cubicBezTo>
                  <a:lnTo>
                    <a:pt x="1190" y="605"/>
                  </a:lnTo>
                  <a:close/>
                  <a:moveTo>
                    <a:pt x="1504" y="412"/>
                  </a:moveTo>
                  <a:cubicBezTo>
                    <a:pt x="1629" y="412"/>
                    <a:pt x="1629" y="412"/>
                    <a:pt x="1629" y="412"/>
                  </a:cubicBezTo>
                  <a:cubicBezTo>
                    <a:pt x="1629" y="452"/>
                    <a:pt x="1638" y="481"/>
                    <a:pt x="1658" y="501"/>
                  </a:cubicBezTo>
                  <a:cubicBezTo>
                    <a:pt x="1678" y="521"/>
                    <a:pt x="1707" y="531"/>
                    <a:pt x="1746" y="531"/>
                  </a:cubicBezTo>
                  <a:cubicBezTo>
                    <a:pt x="1778" y="531"/>
                    <a:pt x="1803" y="524"/>
                    <a:pt x="1823" y="508"/>
                  </a:cubicBezTo>
                  <a:cubicBezTo>
                    <a:pt x="1843" y="493"/>
                    <a:pt x="1853" y="473"/>
                    <a:pt x="1853" y="449"/>
                  </a:cubicBezTo>
                  <a:cubicBezTo>
                    <a:pt x="1853" y="412"/>
                    <a:pt x="1806" y="377"/>
                    <a:pt x="1713" y="346"/>
                  </a:cubicBezTo>
                  <a:cubicBezTo>
                    <a:pt x="1699" y="341"/>
                    <a:pt x="1699" y="341"/>
                    <a:pt x="1699" y="341"/>
                  </a:cubicBezTo>
                  <a:cubicBezTo>
                    <a:pt x="1696" y="340"/>
                    <a:pt x="1692" y="339"/>
                    <a:pt x="1687" y="337"/>
                  </a:cubicBezTo>
                  <a:cubicBezTo>
                    <a:pt x="1635" y="320"/>
                    <a:pt x="1597" y="303"/>
                    <a:pt x="1574" y="286"/>
                  </a:cubicBezTo>
                  <a:cubicBezTo>
                    <a:pt x="1558" y="273"/>
                    <a:pt x="1545" y="257"/>
                    <a:pt x="1536" y="238"/>
                  </a:cubicBezTo>
                  <a:cubicBezTo>
                    <a:pt x="1527" y="219"/>
                    <a:pt x="1522" y="198"/>
                    <a:pt x="1522" y="174"/>
                  </a:cubicBezTo>
                  <a:cubicBezTo>
                    <a:pt x="1522" y="121"/>
                    <a:pt x="1542" y="78"/>
                    <a:pt x="1583" y="47"/>
                  </a:cubicBezTo>
                  <a:cubicBezTo>
                    <a:pt x="1623" y="16"/>
                    <a:pt x="1679" y="0"/>
                    <a:pt x="1749" y="0"/>
                  </a:cubicBezTo>
                  <a:cubicBezTo>
                    <a:pt x="1814" y="0"/>
                    <a:pt x="1864" y="15"/>
                    <a:pt x="1900" y="46"/>
                  </a:cubicBezTo>
                  <a:cubicBezTo>
                    <a:pt x="1936" y="76"/>
                    <a:pt x="1954" y="119"/>
                    <a:pt x="1954" y="173"/>
                  </a:cubicBezTo>
                  <a:cubicBezTo>
                    <a:pt x="1954" y="177"/>
                    <a:pt x="1954" y="177"/>
                    <a:pt x="1954" y="177"/>
                  </a:cubicBezTo>
                  <a:cubicBezTo>
                    <a:pt x="1844" y="177"/>
                    <a:pt x="1844" y="177"/>
                    <a:pt x="1844" y="177"/>
                  </a:cubicBezTo>
                  <a:cubicBezTo>
                    <a:pt x="1841" y="146"/>
                    <a:pt x="1831" y="122"/>
                    <a:pt x="1813" y="106"/>
                  </a:cubicBezTo>
                  <a:cubicBezTo>
                    <a:pt x="1796" y="90"/>
                    <a:pt x="1771" y="82"/>
                    <a:pt x="1741" y="82"/>
                  </a:cubicBezTo>
                  <a:cubicBezTo>
                    <a:pt x="1711" y="82"/>
                    <a:pt x="1687" y="89"/>
                    <a:pt x="1669" y="102"/>
                  </a:cubicBezTo>
                  <a:cubicBezTo>
                    <a:pt x="1652" y="116"/>
                    <a:pt x="1643" y="135"/>
                    <a:pt x="1643" y="158"/>
                  </a:cubicBezTo>
                  <a:cubicBezTo>
                    <a:pt x="1643" y="194"/>
                    <a:pt x="1692" y="228"/>
                    <a:pt x="1790" y="259"/>
                  </a:cubicBezTo>
                  <a:cubicBezTo>
                    <a:pt x="1797" y="262"/>
                    <a:pt x="1797" y="262"/>
                    <a:pt x="1797" y="262"/>
                  </a:cubicBezTo>
                  <a:cubicBezTo>
                    <a:pt x="1872" y="287"/>
                    <a:pt x="1921" y="311"/>
                    <a:pt x="1945" y="336"/>
                  </a:cubicBezTo>
                  <a:cubicBezTo>
                    <a:pt x="1968" y="361"/>
                    <a:pt x="1980" y="395"/>
                    <a:pt x="1980" y="439"/>
                  </a:cubicBezTo>
                  <a:cubicBezTo>
                    <a:pt x="1980" y="494"/>
                    <a:pt x="1959" y="537"/>
                    <a:pt x="1917" y="569"/>
                  </a:cubicBezTo>
                  <a:cubicBezTo>
                    <a:pt x="1874" y="600"/>
                    <a:pt x="1815" y="616"/>
                    <a:pt x="1740" y="616"/>
                  </a:cubicBezTo>
                  <a:cubicBezTo>
                    <a:pt x="1661" y="616"/>
                    <a:pt x="1602" y="599"/>
                    <a:pt x="1563" y="567"/>
                  </a:cubicBezTo>
                  <a:cubicBezTo>
                    <a:pt x="1524" y="534"/>
                    <a:pt x="1504" y="485"/>
                    <a:pt x="1504" y="420"/>
                  </a:cubicBezTo>
                  <a:cubicBezTo>
                    <a:pt x="1504" y="412"/>
                    <a:pt x="1504" y="412"/>
                    <a:pt x="1504" y="412"/>
                  </a:cubicBezTo>
                  <a:close/>
                  <a:moveTo>
                    <a:pt x="2061" y="11"/>
                  </a:moveTo>
                  <a:cubicBezTo>
                    <a:pt x="2188" y="11"/>
                    <a:pt x="2188" y="11"/>
                    <a:pt x="2188" y="11"/>
                  </a:cubicBezTo>
                  <a:cubicBezTo>
                    <a:pt x="2188" y="605"/>
                    <a:pt x="2188" y="605"/>
                    <a:pt x="2188" y="605"/>
                  </a:cubicBezTo>
                  <a:cubicBezTo>
                    <a:pt x="2061" y="605"/>
                    <a:pt x="2061" y="605"/>
                    <a:pt x="2061" y="605"/>
                  </a:cubicBezTo>
                  <a:lnTo>
                    <a:pt x="2061" y="11"/>
                  </a:lnTo>
                  <a:close/>
                  <a:moveTo>
                    <a:pt x="2816" y="288"/>
                  </a:moveTo>
                  <a:cubicBezTo>
                    <a:pt x="2816" y="567"/>
                    <a:pt x="2816" y="567"/>
                    <a:pt x="2816" y="567"/>
                  </a:cubicBezTo>
                  <a:cubicBezTo>
                    <a:pt x="2783" y="583"/>
                    <a:pt x="2748" y="595"/>
                    <a:pt x="2711" y="603"/>
                  </a:cubicBezTo>
                  <a:cubicBezTo>
                    <a:pt x="2673" y="612"/>
                    <a:pt x="2631" y="616"/>
                    <a:pt x="2585" y="616"/>
                  </a:cubicBezTo>
                  <a:cubicBezTo>
                    <a:pt x="2485" y="616"/>
                    <a:pt x="2407" y="590"/>
                    <a:pt x="2352" y="538"/>
                  </a:cubicBezTo>
                  <a:cubicBezTo>
                    <a:pt x="2298" y="486"/>
                    <a:pt x="2270" y="412"/>
                    <a:pt x="2270" y="316"/>
                  </a:cubicBezTo>
                  <a:cubicBezTo>
                    <a:pt x="2270" y="218"/>
                    <a:pt x="2298" y="140"/>
                    <a:pt x="2353" y="85"/>
                  </a:cubicBezTo>
                  <a:cubicBezTo>
                    <a:pt x="2408" y="29"/>
                    <a:pt x="2484" y="1"/>
                    <a:pt x="2582" y="1"/>
                  </a:cubicBezTo>
                  <a:cubicBezTo>
                    <a:pt x="2655" y="1"/>
                    <a:pt x="2712" y="17"/>
                    <a:pt x="2754" y="50"/>
                  </a:cubicBezTo>
                  <a:cubicBezTo>
                    <a:pt x="2797" y="84"/>
                    <a:pt x="2818" y="128"/>
                    <a:pt x="2818" y="183"/>
                  </a:cubicBezTo>
                  <a:cubicBezTo>
                    <a:pt x="2818" y="194"/>
                    <a:pt x="2818" y="194"/>
                    <a:pt x="2818" y="194"/>
                  </a:cubicBezTo>
                  <a:cubicBezTo>
                    <a:pt x="2698" y="194"/>
                    <a:pt x="2698" y="194"/>
                    <a:pt x="2698" y="194"/>
                  </a:cubicBezTo>
                  <a:cubicBezTo>
                    <a:pt x="2696" y="157"/>
                    <a:pt x="2685" y="130"/>
                    <a:pt x="2664" y="111"/>
                  </a:cubicBezTo>
                  <a:cubicBezTo>
                    <a:pt x="2643" y="91"/>
                    <a:pt x="2614" y="82"/>
                    <a:pt x="2575" y="82"/>
                  </a:cubicBezTo>
                  <a:cubicBezTo>
                    <a:pt x="2521" y="82"/>
                    <a:pt x="2478" y="102"/>
                    <a:pt x="2447" y="144"/>
                  </a:cubicBezTo>
                  <a:cubicBezTo>
                    <a:pt x="2416" y="185"/>
                    <a:pt x="2400" y="241"/>
                    <a:pt x="2400" y="312"/>
                  </a:cubicBezTo>
                  <a:cubicBezTo>
                    <a:pt x="2400" y="382"/>
                    <a:pt x="2416" y="435"/>
                    <a:pt x="2449" y="471"/>
                  </a:cubicBezTo>
                  <a:cubicBezTo>
                    <a:pt x="2482" y="507"/>
                    <a:pt x="2531" y="525"/>
                    <a:pt x="2595" y="525"/>
                  </a:cubicBezTo>
                  <a:cubicBezTo>
                    <a:pt x="2611" y="525"/>
                    <a:pt x="2628" y="524"/>
                    <a:pt x="2644" y="522"/>
                  </a:cubicBezTo>
                  <a:cubicBezTo>
                    <a:pt x="2660" y="520"/>
                    <a:pt x="2676" y="517"/>
                    <a:pt x="2692" y="513"/>
                  </a:cubicBezTo>
                  <a:cubicBezTo>
                    <a:pt x="2692" y="383"/>
                    <a:pt x="2692" y="383"/>
                    <a:pt x="2692" y="383"/>
                  </a:cubicBezTo>
                  <a:cubicBezTo>
                    <a:pt x="2579" y="383"/>
                    <a:pt x="2579" y="383"/>
                    <a:pt x="2579" y="383"/>
                  </a:cubicBezTo>
                  <a:cubicBezTo>
                    <a:pt x="2579" y="288"/>
                    <a:pt x="2579" y="288"/>
                    <a:pt x="2579" y="288"/>
                  </a:cubicBezTo>
                  <a:lnTo>
                    <a:pt x="2816" y="288"/>
                  </a:lnTo>
                  <a:close/>
                  <a:moveTo>
                    <a:pt x="2920" y="605"/>
                  </a:moveTo>
                  <a:cubicBezTo>
                    <a:pt x="2920" y="11"/>
                    <a:pt x="2920" y="11"/>
                    <a:pt x="2920" y="11"/>
                  </a:cubicBezTo>
                  <a:cubicBezTo>
                    <a:pt x="3048" y="11"/>
                    <a:pt x="3048" y="11"/>
                    <a:pt x="3048" y="11"/>
                  </a:cubicBezTo>
                  <a:cubicBezTo>
                    <a:pt x="3048" y="248"/>
                    <a:pt x="3048" y="248"/>
                    <a:pt x="3048" y="248"/>
                  </a:cubicBezTo>
                  <a:cubicBezTo>
                    <a:pt x="3273" y="248"/>
                    <a:pt x="3273" y="248"/>
                    <a:pt x="3273" y="248"/>
                  </a:cubicBezTo>
                  <a:cubicBezTo>
                    <a:pt x="3273" y="11"/>
                    <a:pt x="3273" y="11"/>
                    <a:pt x="3273" y="11"/>
                  </a:cubicBezTo>
                  <a:cubicBezTo>
                    <a:pt x="3397" y="11"/>
                    <a:pt x="3397" y="11"/>
                    <a:pt x="3397" y="11"/>
                  </a:cubicBezTo>
                  <a:cubicBezTo>
                    <a:pt x="3397" y="605"/>
                    <a:pt x="3397" y="605"/>
                    <a:pt x="3397" y="605"/>
                  </a:cubicBezTo>
                  <a:cubicBezTo>
                    <a:pt x="3273" y="605"/>
                    <a:pt x="3273" y="605"/>
                    <a:pt x="3273" y="605"/>
                  </a:cubicBezTo>
                  <a:cubicBezTo>
                    <a:pt x="3273" y="345"/>
                    <a:pt x="3273" y="345"/>
                    <a:pt x="3273" y="345"/>
                  </a:cubicBezTo>
                  <a:cubicBezTo>
                    <a:pt x="3048" y="345"/>
                    <a:pt x="3048" y="345"/>
                    <a:pt x="3048" y="345"/>
                  </a:cubicBezTo>
                  <a:cubicBezTo>
                    <a:pt x="3048" y="605"/>
                    <a:pt x="3048" y="605"/>
                    <a:pt x="3048" y="605"/>
                  </a:cubicBezTo>
                  <a:lnTo>
                    <a:pt x="2920" y="605"/>
                  </a:lnTo>
                  <a:close/>
                  <a:moveTo>
                    <a:pt x="3628" y="605"/>
                  </a:moveTo>
                  <a:cubicBezTo>
                    <a:pt x="3628" y="107"/>
                    <a:pt x="3628" y="107"/>
                    <a:pt x="3628" y="107"/>
                  </a:cubicBezTo>
                  <a:cubicBezTo>
                    <a:pt x="3453" y="107"/>
                    <a:pt x="3453" y="107"/>
                    <a:pt x="3453" y="107"/>
                  </a:cubicBezTo>
                  <a:cubicBezTo>
                    <a:pt x="3453" y="11"/>
                    <a:pt x="3453" y="11"/>
                    <a:pt x="3453" y="11"/>
                  </a:cubicBezTo>
                  <a:cubicBezTo>
                    <a:pt x="3931" y="11"/>
                    <a:pt x="3931" y="11"/>
                    <a:pt x="3931" y="11"/>
                  </a:cubicBezTo>
                  <a:cubicBezTo>
                    <a:pt x="3931" y="107"/>
                    <a:pt x="3931" y="107"/>
                    <a:pt x="3931" y="107"/>
                  </a:cubicBezTo>
                  <a:cubicBezTo>
                    <a:pt x="3756" y="107"/>
                    <a:pt x="3756" y="107"/>
                    <a:pt x="3756" y="107"/>
                  </a:cubicBezTo>
                  <a:cubicBezTo>
                    <a:pt x="3756" y="605"/>
                    <a:pt x="3756" y="605"/>
                    <a:pt x="3756" y="605"/>
                  </a:cubicBezTo>
                  <a:lnTo>
                    <a:pt x="3628" y="605"/>
                  </a:lnTo>
                  <a:close/>
                </a:path>
              </a:pathLst>
            </a:custGeom>
            <a:solidFill>
              <a:srgbClr val="5555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6">
              <a:extLst>
                <a:ext uri="{FF2B5EF4-FFF2-40B4-BE49-F238E27FC236}">
                  <a16:creationId xmlns:a16="http://schemas.microsoft.com/office/drawing/2014/main" id="{80F4F0DF-D1F7-485E-8B01-94A5F0B04E4A}"/>
                </a:ext>
              </a:extLst>
            </p:cNvPr>
            <p:cNvSpPr>
              <a:spLocks/>
            </p:cNvSpPr>
            <p:nvPr userDrawn="1"/>
          </p:nvSpPr>
          <p:spPr bwMode="black">
            <a:xfrm>
              <a:off x="1231901" y="5359401"/>
              <a:ext cx="3417888" cy="2630487"/>
            </a:xfrm>
            <a:custGeom>
              <a:avLst/>
              <a:gdLst>
                <a:gd name="T0" fmla="*/ 1831 w 1831"/>
                <a:gd name="T1" fmla="*/ 726 h 1406"/>
                <a:gd name="T2" fmla="*/ 1765 w 1831"/>
                <a:gd name="T3" fmla="*/ 626 h 1406"/>
                <a:gd name="T4" fmla="*/ 1654 w 1831"/>
                <a:gd name="T5" fmla="*/ 379 h 1406"/>
                <a:gd name="T6" fmla="*/ 1533 w 1831"/>
                <a:gd name="T7" fmla="*/ 626 h 1406"/>
                <a:gd name="T8" fmla="*/ 1456 w 1831"/>
                <a:gd name="T9" fmla="*/ 726 h 1406"/>
                <a:gd name="T10" fmla="*/ 1339 w 1831"/>
                <a:gd name="T11" fmla="*/ 505 h 1406"/>
                <a:gd name="T12" fmla="*/ 1119 w 1831"/>
                <a:gd name="T13" fmla="*/ 0 h 1406"/>
                <a:gd name="T14" fmla="*/ 911 w 1831"/>
                <a:gd name="T15" fmla="*/ 506 h 1406"/>
                <a:gd name="T16" fmla="*/ 757 w 1831"/>
                <a:gd name="T17" fmla="*/ 726 h 1406"/>
                <a:gd name="T18" fmla="*/ 626 w 1831"/>
                <a:gd name="T19" fmla="*/ 553 h 1406"/>
                <a:gd name="T20" fmla="*/ 458 w 1831"/>
                <a:gd name="T21" fmla="*/ 218 h 1406"/>
                <a:gd name="T22" fmla="*/ 288 w 1831"/>
                <a:gd name="T23" fmla="*/ 562 h 1406"/>
                <a:gd name="T24" fmla="*/ 153 w 1831"/>
                <a:gd name="T25" fmla="*/ 726 h 1406"/>
                <a:gd name="T26" fmla="*/ 0 w 1831"/>
                <a:gd name="T27" fmla="*/ 726 h 1406"/>
                <a:gd name="T28" fmla="*/ 0 w 1831"/>
                <a:gd name="T29" fmla="*/ 727 h 1406"/>
                <a:gd name="T30" fmla="*/ 70 w 1831"/>
                <a:gd name="T31" fmla="*/ 830 h 1406"/>
                <a:gd name="T32" fmla="*/ 166 w 1831"/>
                <a:gd name="T33" fmla="*/ 1075 h 1406"/>
                <a:gd name="T34" fmla="*/ 268 w 1831"/>
                <a:gd name="T35" fmla="*/ 869 h 1406"/>
                <a:gd name="T36" fmla="*/ 374 w 1831"/>
                <a:gd name="T37" fmla="*/ 727 h 1406"/>
                <a:gd name="T38" fmla="*/ 506 w 1831"/>
                <a:gd name="T39" fmla="*/ 958 h 1406"/>
                <a:gd name="T40" fmla="*/ 707 w 1831"/>
                <a:gd name="T41" fmla="*/ 1406 h 1406"/>
                <a:gd name="T42" fmla="*/ 915 w 1831"/>
                <a:gd name="T43" fmla="*/ 958 h 1406"/>
                <a:gd name="T44" fmla="*/ 1083 w 1831"/>
                <a:gd name="T45" fmla="*/ 727 h 1406"/>
                <a:gd name="T46" fmla="*/ 1234 w 1831"/>
                <a:gd name="T47" fmla="*/ 901 h 1406"/>
                <a:gd name="T48" fmla="*/ 1380 w 1831"/>
                <a:gd name="T49" fmla="*/ 1131 h 1406"/>
                <a:gd name="T50" fmla="*/ 1534 w 1831"/>
                <a:gd name="T51" fmla="*/ 873 h 1406"/>
                <a:gd name="T52" fmla="*/ 1677 w 1831"/>
                <a:gd name="T53" fmla="*/ 727 h 1406"/>
                <a:gd name="T54" fmla="*/ 1831 w 1831"/>
                <a:gd name="T55" fmla="*/ 727 h 1406"/>
                <a:gd name="T56" fmla="*/ 1831 w 1831"/>
                <a:gd name="T57" fmla="*/ 726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31" h="1406">
                  <a:moveTo>
                    <a:pt x="1831" y="726"/>
                  </a:moveTo>
                  <a:cubicBezTo>
                    <a:pt x="1817" y="724"/>
                    <a:pt x="1786" y="709"/>
                    <a:pt x="1765" y="626"/>
                  </a:cubicBezTo>
                  <a:cubicBezTo>
                    <a:pt x="1730" y="493"/>
                    <a:pt x="1713" y="379"/>
                    <a:pt x="1654" y="379"/>
                  </a:cubicBezTo>
                  <a:cubicBezTo>
                    <a:pt x="1595" y="379"/>
                    <a:pt x="1568" y="493"/>
                    <a:pt x="1533" y="626"/>
                  </a:cubicBezTo>
                  <a:cubicBezTo>
                    <a:pt x="1512" y="705"/>
                    <a:pt x="1491" y="726"/>
                    <a:pt x="1456" y="726"/>
                  </a:cubicBezTo>
                  <a:cubicBezTo>
                    <a:pt x="1423" y="726"/>
                    <a:pt x="1389" y="711"/>
                    <a:pt x="1339" y="505"/>
                  </a:cubicBezTo>
                  <a:cubicBezTo>
                    <a:pt x="1295" y="325"/>
                    <a:pt x="1266" y="0"/>
                    <a:pt x="1119" y="0"/>
                  </a:cubicBezTo>
                  <a:cubicBezTo>
                    <a:pt x="973" y="0"/>
                    <a:pt x="930" y="424"/>
                    <a:pt x="911" y="506"/>
                  </a:cubicBezTo>
                  <a:cubicBezTo>
                    <a:pt x="887" y="607"/>
                    <a:pt x="830" y="726"/>
                    <a:pt x="757" y="726"/>
                  </a:cubicBezTo>
                  <a:cubicBezTo>
                    <a:pt x="685" y="726"/>
                    <a:pt x="647" y="643"/>
                    <a:pt x="626" y="553"/>
                  </a:cubicBezTo>
                  <a:cubicBezTo>
                    <a:pt x="592" y="416"/>
                    <a:pt x="555" y="218"/>
                    <a:pt x="458" y="218"/>
                  </a:cubicBezTo>
                  <a:cubicBezTo>
                    <a:pt x="362" y="218"/>
                    <a:pt x="331" y="382"/>
                    <a:pt x="288" y="562"/>
                  </a:cubicBezTo>
                  <a:cubicBezTo>
                    <a:pt x="263" y="668"/>
                    <a:pt x="223" y="726"/>
                    <a:pt x="153" y="726"/>
                  </a:cubicBezTo>
                  <a:cubicBezTo>
                    <a:pt x="0" y="726"/>
                    <a:pt x="0" y="726"/>
                    <a:pt x="0" y="726"/>
                  </a:cubicBezTo>
                  <a:cubicBezTo>
                    <a:pt x="0" y="727"/>
                    <a:pt x="0" y="727"/>
                    <a:pt x="0" y="727"/>
                  </a:cubicBezTo>
                  <a:cubicBezTo>
                    <a:pt x="20" y="733"/>
                    <a:pt x="60" y="766"/>
                    <a:pt x="70" y="830"/>
                  </a:cubicBezTo>
                  <a:cubicBezTo>
                    <a:pt x="94" y="981"/>
                    <a:pt x="113" y="1075"/>
                    <a:pt x="166" y="1075"/>
                  </a:cubicBezTo>
                  <a:cubicBezTo>
                    <a:pt x="218" y="1075"/>
                    <a:pt x="238" y="994"/>
                    <a:pt x="268" y="869"/>
                  </a:cubicBezTo>
                  <a:cubicBezTo>
                    <a:pt x="292" y="770"/>
                    <a:pt x="329" y="727"/>
                    <a:pt x="374" y="727"/>
                  </a:cubicBezTo>
                  <a:cubicBezTo>
                    <a:pt x="439" y="727"/>
                    <a:pt x="470" y="807"/>
                    <a:pt x="506" y="958"/>
                  </a:cubicBezTo>
                  <a:cubicBezTo>
                    <a:pt x="577" y="1260"/>
                    <a:pt x="592" y="1406"/>
                    <a:pt x="707" y="1406"/>
                  </a:cubicBezTo>
                  <a:cubicBezTo>
                    <a:pt x="821" y="1406"/>
                    <a:pt x="839" y="1260"/>
                    <a:pt x="915" y="958"/>
                  </a:cubicBezTo>
                  <a:cubicBezTo>
                    <a:pt x="949" y="827"/>
                    <a:pt x="1011" y="727"/>
                    <a:pt x="1083" y="727"/>
                  </a:cubicBezTo>
                  <a:cubicBezTo>
                    <a:pt x="1156" y="727"/>
                    <a:pt x="1207" y="824"/>
                    <a:pt x="1234" y="901"/>
                  </a:cubicBezTo>
                  <a:cubicBezTo>
                    <a:pt x="1291" y="1068"/>
                    <a:pt x="1317" y="1131"/>
                    <a:pt x="1380" y="1131"/>
                  </a:cubicBezTo>
                  <a:cubicBezTo>
                    <a:pt x="1443" y="1131"/>
                    <a:pt x="1478" y="1055"/>
                    <a:pt x="1534" y="873"/>
                  </a:cubicBezTo>
                  <a:cubicBezTo>
                    <a:pt x="1569" y="758"/>
                    <a:pt x="1574" y="727"/>
                    <a:pt x="1677" y="727"/>
                  </a:cubicBezTo>
                  <a:cubicBezTo>
                    <a:pt x="1831" y="727"/>
                    <a:pt x="1831" y="727"/>
                    <a:pt x="1831" y="727"/>
                  </a:cubicBezTo>
                  <a:cubicBezTo>
                    <a:pt x="1831" y="726"/>
                    <a:pt x="1831" y="726"/>
                    <a:pt x="1831" y="726"/>
                  </a:cubicBezTo>
                  <a:close/>
                </a:path>
              </a:pathLst>
            </a:custGeom>
            <a:solidFill>
              <a:srgbClr val="EB00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678FB5C1-1733-49B1-83F7-48444CAFE021}"/>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653948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Title Only no sub">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4ADC8EF-0ABA-4B52-AEA2-7A3943163EAA}"/>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72B8CEC4-B0CD-4400-A6AD-DD3E12310A92}"/>
              </a:ext>
            </a:extLst>
          </p:cNvPr>
          <p:cNvSpPr>
            <a:spLocks noGrp="1"/>
          </p:cNvSpPr>
          <p:nvPr>
            <p:ph type="title" hasCustomPrompt="1"/>
          </p:nvPr>
        </p:nvSpPr>
        <p:spPr/>
        <p:txBody>
          <a:bodyPr/>
          <a:lstStyle>
            <a:lvl1pPr>
              <a:defRPr/>
            </a:lvl1pPr>
          </a:lstStyle>
          <a:p>
            <a:r>
              <a:rPr lang="en-US"/>
              <a:t>Title Only Layout</a:t>
            </a:r>
          </a:p>
        </p:txBody>
      </p:sp>
    </p:spTree>
    <p:extLst>
      <p:ext uri="{BB962C8B-B14F-4D97-AF65-F5344CB8AC3E}">
        <p14:creationId xmlns:p14="http://schemas.microsoft.com/office/powerpoint/2010/main" val="20354895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4ADC8EF-0ABA-4B52-AEA2-7A3943163EAA}"/>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72B8CEC4-B0CD-4400-A6AD-DD3E12310A92}"/>
              </a:ext>
            </a:extLst>
          </p:cNvPr>
          <p:cNvSpPr>
            <a:spLocks noGrp="1"/>
          </p:cNvSpPr>
          <p:nvPr>
            <p:ph type="title" hasCustomPrompt="1"/>
          </p:nvPr>
        </p:nvSpPr>
        <p:spPr/>
        <p:txBody>
          <a:bodyPr/>
          <a:lstStyle>
            <a:lvl1pPr>
              <a:defRPr/>
            </a:lvl1pPr>
          </a:lstStyle>
          <a:p>
            <a:r>
              <a:rPr lang="en-US"/>
              <a:t>Title Only Layout</a:t>
            </a:r>
          </a:p>
        </p:txBody>
      </p:sp>
    </p:spTree>
    <p:extLst>
      <p:ext uri="{BB962C8B-B14F-4D97-AF65-F5344CB8AC3E}">
        <p14:creationId xmlns:p14="http://schemas.microsoft.com/office/powerpoint/2010/main" val="30965781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44887" y="400050"/>
            <a:ext cx="9015537" cy="5143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144887" y="1717675"/>
            <a:ext cx="9017760" cy="3930650"/>
          </a:xfrm>
          <a:prstGeom prst="rect">
            <a:avLst/>
          </a:prstGeom>
        </p:spPr>
        <p:txBody>
          <a:bodyPr/>
          <a:lstStyle>
            <a:lvl2pPr>
              <a:spcBef>
                <a:spcPts val="10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558541-60C9-42A2-8392-FF12533A6B7A}" type="slidenum">
              <a:rPr lang="en-US" smtClean="0"/>
              <a:t>‹#›</a:t>
            </a:fld>
            <a:endParaRPr lang="en-US"/>
          </a:p>
        </p:txBody>
      </p:sp>
      <p:sp>
        <p:nvSpPr>
          <p:cNvPr id="7" name="Text Placeholder 17"/>
          <p:cNvSpPr>
            <a:spLocks noGrp="1"/>
          </p:cNvSpPr>
          <p:nvPr>
            <p:ph type="body" sz="quarter" idx="13" hasCustomPrompt="1"/>
          </p:nvPr>
        </p:nvSpPr>
        <p:spPr>
          <a:xfrm>
            <a:off x="1141710" y="914400"/>
            <a:ext cx="8993942" cy="457200"/>
          </a:xfrm>
          <a:prstGeom prst="rect">
            <a:avLst/>
          </a:prstGeom>
        </p:spPr>
        <p:txBody>
          <a:bodyPr/>
          <a:lstStyle>
            <a:lvl1pPr marL="0" indent="0">
              <a:buNone/>
              <a:defRPr sz="2800" baseline="0">
                <a:solidFill>
                  <a:schemeClr val="tx2"/>
                </a:solidFill>
                <a:latin typeface="Arial Narrow" panose="020B0606020202030204" pitchFamily="34" charset="0"/>
              </a:defRPr>
            </a:lvl1pPr>
          </a:lstStyle>
          <a:p>
            <a:pPr lvl="0"/>
            <a:r>
              <a:rPr lang="en-US"/>
              <a:t>Add Secondary Title in Keysight Gray (28 Pt)</a:t>
            </a:r>
          </a:p>
        </p:txBody>
      </p:sp>
    </p:spTree>
    <p:extLst>
      <p:ext uri="{BB962C8B-B14F-4D97-AF65-F5344CB8AC3E}">
        <p14:creationId xmlns:p14="http://schemas.microsoft.com/office/powerpoint/2010/main" val="23555713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Just_titl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4ADC8EF-0ABA-4B52-AEA2-7A3943163EAA}"/>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72B8CEC4-B0CD-4400-A6AD-DD3E12310A92}"/>
              </a:ext>
            </a:extLst>
          </p:cNvPr>
          <p:cNvSpPr>
            <a:spLocks noGrp="1"/>
          </p:cNvSpPr>
          <p:nvPr>
            <p:ph type="title" hasCustomPrompt="1"/>
          </p:nvPr>
        </p:nvSpPr>
        <p:spPr/>
        <p:txBody>
          <a:bodyPr/>
          <a:lstStyle>
            <a:lvl1pPr>
              <a:defRPr/>
            </a:lvl1pPr>
          </a:lstStyle>
          <a:p>
            <a:r>
              <a:rPr lang="en-US"/>
              <a:t>Title Only Layout</a:t>
            </a:r>
          </a:p>
        </p:txBody>
      </p:sp>
    </p:spTree>
    <p:extLst>
      <p:ext uri="{BB962C8B-B14F-4D97-AF65-F5344CB8AC3E}">
        <p14:creationId xmlns:p14="http://schemas.microsoft.com/office/powerpoint/2010/main" val="9030081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One Column">
  <p:cSld name="1_One Column">
    <p:spTree>
      <p:nvGrpSpPr>
        <p:cNvPr id="1" name="Shape 92"/>
        <p:cNvGrpSpPr/>
        <p:nvPr/>
      </p:nvGrpSpPr>
      <p:grpSpPr>
        <a:xfrm>
          <a:off x="0" y="0"/>
          <a:ext cx="0" cy="0"/>
          <a:chOff x="0" y="0"/>
          <a:chExt cx="0" cy="0"/>
        </a:xfrm>
      </p:grpSpPr>
      <p:sp>
        <p:nvSpPr>
          <p:cNvPr id="93" name="Google Shape;93;p31"/>
          <p:cNvSpPr txBox="1">
            <a:spLocks noGrp="1"/>
          </p:cNvSpPr>
          <p:nvPr>
            <p:ph type="body" idx="1"/>
          </p:nvPr>
        </p:nvSpPr>
        <p:spPr>
          <a:xfrm>
            <a:off x="449580" y="1802869"/>
            <a:ext cx="11292840" cy="4479059"/>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000"/>
              </a:spcBef>
              <a:spcAft>
                <a:spcPts val="0"/>
              </a:spcAft>
              <a:buSzPts val="2000"/>
              <a:buChar char="•"/>
              <a:defRPr>
                <a:solidFill>
                  <a:srgbClr val="262626"/>
                </a:solidFill>
              </a:defRPr>
            </a:lvl1pPr>
            <a:lvl2pPr marL="914400" lvl="1" indent="-342900" algn="l">
              <a:lnSpc>
                <a:spcPct val="100000"/>
              </a:lnSpc>
              <a:spcBef>
                <a:spcPts val="200"/>
              </a:spcBef>
              <a:spcAft>
                <a:spcPts val="0"/>
              </a:spcAft>
              <a:buSzPts val="1800"/>
              <a:buChar char="•"/>
              <a:defRPr>
                <a:solidFill>
                  <a:srgbClr val="262626"/>
                </a:solidFill>
              </a:defRPr>
            </a:lvl2pPr>
            <a:lvl3pPr marL="1371600" lvl="2" indent="-330200" algn="l">
              <a:lnSpc>
                <a:spcPct val="90000"/>
              </a:lnSpc>
              <a:spcBef>
                <a:spcPts val="400"/>
              </a:spcBef>
              <a:spcAft>
                <a:spcPts val="0"/>
              </a:spcAft>
              <a:buSzPts val="1600"/>
              <a:buChar char="•"/>
              <a:defRPr>
                <a:solidFill>
                  <a:srgbClr val="262626"/>
                </a:solidFill>
              </a:defRPr>
            </a:lvl3pPr>
            <a:lvl4pPr marL="1828800" lvl="3" indent="-342900" algn="l">
              <a:lnSpc>
                <a:spcPct val="90000"/>
              </a:lnSpc>
              <a:spcBef>
                <a:spcPts val="400"/>
              </a:spcBef>
              <a:spcAft>
                <a:spcPts val="0"/>
              </a:spcAft>
              <a:buSzPts val="1800"/>
              <a:buChar char="•"/>
              <a:defRPr/>
            </a:lvl4pPr>
            <a:lvl5pPr marL="2286000" lvl="4" indent="-304800" algn="l">
              <a:lnSpc>
                <a:spcPct val="90000"/>
              </a:lnSpc>
              <a:spcBef>
                <a:spcPts val="400"/>
              </a:spcBef>
              <a:spcAft>
                <a:spcPts val="0"/>
              </a:spcAft>
              <a:buSzPts val="1200"/>
              <a:buChar char="•"/>
              <a:defRPr>
                <a:solidFill>
                  <a:srgbClr val="262626"/>
                </a:solidFill>
              </a:defRPr>
            </a:lvl5pPr>
            <a:lvl6pPr marL="2743200" lvl="5" indent="-342900" algn="l">
              <a:lnSpc>
                <a:spcPct val="90000"/>
              </a:lnSpc>
              <a:spcBef>
                <a:spcPts val="600"/>
              </a:spcBef>
              <a:spcAft>
                <a:spcPts val="0"/>
              </a:spcAft>
              <a:buClr>
                <a:srgbClr val="262626"/>
              </a:buClr>
              <a:buSzPts val="1800"/>
              <a:buChar char="​"/>
              <a:defRPr/>
            </a:lvl6pPr>
            <a:lvl7pPr marL="3200400" lvl="6" indent="-342900" algn="l">
              <a:lnSpc>
                <a:spcPct val="90000"/>
              </a:lnSpc>
              <a:spcBef>
                <a:spcPts val="600"/>
              </a:spcBef>
              <a:spcAft>
                <a:spcPts val="0"/>
              </a:spcAft>
              <a:buClr>
                <a:srgbClr val="262626"/>
              </a:buClr>
              <a:buSzPts val="1800"/>
              <a:buChar char="​"/>
              <a:defRPr/>
            </a:lvl7pPr>
            <a:lvl8pPr marL="3657600" lvl="7" indent="-342900" algn="l">
              <a:lnSpc>
                <a:spcPct val="90000"/>
              </a:lnSpc>
              <a:spcBef>
                <a:spcPts val="600"/>
              </a:spcBef>
              <a:spcAft>
                <a:spcPts val="0"/>
              </a:spcAft>
              <a:buClr>
                <a:srgbClr val="262626"/>
              </a:buClr>
              <a:buSzPts val="1800"/>
              <a:buChar char="​"/>
              <a:defRPr/>
            </a:lvl8pPr>
            <a:lvl9pPr marL="4114800" lvl="8" indent="-342900" algn="l">
              <a:lnSpc>
                <a:spcPct val="90000"/>
              </a:lnSpc>
              <a:spcBef>
                <a:spcPts val="600"/>
              </a:spcBef>
              <a:spcAft>
                <a:spcPts val="600"/>
              </a:spcAft>
              <a:buClr>
                <a:srgbClr val="262626"/>
              </a:buClr>
              <a:buSzPts val="1800"/>
              <a:buChar char="​"/>
              <a:defRPr/>
            </a:lvl9pPr>
          </a:lstStyle>
          <a:p>
            <a:endParaRPr/>
          </a:p>
        </p:txBody>
      </p:sp>
      <p:sp>
        <p:nvSpPr>
          <p:cNvPr id="94" name="Google Shape;94;p31"/>
          <p:cNvSpPr txBox="1">
            <a:spLocks noGrp="1"/>
          </p:cNvSpPr>
          <p:nvPr>
            <p:ph type="body" idx="2"/>
          </p:nvPr>
        </p:nvSpPr>
        <p:spPr>
          <a:xfrm>
            <a:off x="449201" y="920555"/>
            <a:ext cx="7453790" cy="393954"/>
          </a:xfrm>
          <a:prstGeom prst="rect">
            <a:avLst/>
          </a:prstGeom>
          <a:gradFill>
            <a:gsLst>
              <a:gs pos="0">
                <a:schemeClr val="accent1"/>
              </a:gs>
              <a:gs pos="100000">
                <a:srgbClr val="740014"/>
              </a:gs>
            </a:gsLst>
            <a:lin ang="5400000" scaled="0"/>
          </a:gradFill>
          <a:ln>
            <a:noFill/>
          </a:ln>
        </p:spPr>
        <p:txBody>
          <a:bodyPr spcFirstLastPara="1" wrap="square" lIns="137150" tIns="73150" rIns="137150" bIns="73150" anchor="ctr" anchorCtr="0">
            <a:spAutoFit/>
          </a:bodyPr>
          <a:lstStyle>
            <a:lvl1pPr marL="457200" lvl="0" indent="-228600" algn="l">
              <a:lnSpc>
                <a:spcPct val="100000"/>
              </a:lnSpc>
              <a:spcBef>
                <a:spcPts val="1000"/>
              </a:spcBef>
              <a:spcAft>
                <a:spcPts val="0"/>
              </a:spcAft>
              <a:buSzPts val="1600"/>
              <a:buNone/>
              <a:defRPr sz="1600" b="1" cap="none">
                <a:solidFill>
                  <a:schemeClr val="lt1"/>
                </a:solidFill>
                <a:latin typeface="Arial"/>
                <a:ea typeface="Arial"/>
                <a:cs typeface="Arial"/>
                <a:sym typeface="Arial"/>
              </a:defRPr>
            </a:lvl1pPr>
            <a:lvl2pPr marL="914400" lvl="1" indent="-342900" algn="l">
              <a:lnSpc>
                <a:spcPct val="10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600"/>
              </a:spcBef>
              <a:spcAft>
                <a:spcPts val="0"/>
              </a:spcAft>
              <a:buClr>
                <a:srgbClr val="262626"/>
              </a:buClr>
              <a:buSzPts val="1800"/>
              <a:buChar char="​"/>
              <a:defRPr/>
            </a:lvl6pPr>
            <a:lvl7pPr marL="3200400" lvl="6" indent="-342900" algn="l">
              <a:lnSpc>
                <a:spcPct val="90000"/>
              </a:lnSpc>
              <a:spcBef>
                <a:spcPts val="600"/>
              </a:spcBef>
              <a:spcAft>
                <a:spcPts val="0"/>
              </a:spcAft>
              <a:buClr>
                <a:srgbClr val="262626"/>
              </a:buClr>
              <a:buSzPts val="1800"/>
              <a:buChar char="​"/>
              <a:defRPr/>
            </a:lvl7pPr>
            <a:lvl8pPr marL="3657600" lvl="7" indent="-342900" algn="l">
              <a:lnSpc>
                <a:spcPct val="90000"/>
              </a:lnSpc>
              <a:spcBef>
                <a:spcPts val="600"/>
              </a:spcBef>
              <a:spcAft>
                <a:spcPts val="0"/>
              </a:spcAft>
              <a:buClr>
                <a:srgbClr val="262626"/>
              </a:buClr>
              <a:buSzPts val="1800"/>
              <a:buChar char="​"/>
              <a:defRPr/>
            </a:lvl8pPr>
            <a:lvl9pPr marL="4114800" lvl="8" indent="-342900" algn="l">
              <a:lnSpc>
                <a:spcPct val="90000"/>
              </a:lnSpc>
              <a:spcBef>
                <a:spcPts val="600"/>
              </a:spcBef>
              <a:spcAft>
                <a:spcPts val="600"/>
              </a:spcAft>
              <a:buClr>
                <a:srgbClr val="262626"/>
              </a:buClr>
              <a:buSzPts val="1800"/>
              <a:buChar char="​"/>
              <a:defRPr/>
            </a:lvl9pPr>
          </a:lstStyle>
          <a:p>
            <a:endParaRPr/>
          </a:p>
        </p:txBody>
      </p:sp>
      <p:sp>
        <p:nvSpPr>
          <p:cNvPr id="95" name="Google Shape;95;p31"/>
          <p:cNvSpPr txBox="1">
            <a:spLocks noGrp="1"/>
          </p:cNvSpPr>
          <p:nvPr>
            <p:ph type="ftr" idx="11"/>
          </p:nvPr>
        </p:nvSpPr>
        <p:spPr>
          <a:xfrm>
            <a:off x="4038600" y="6447297"/>
            <a:ext cx="4114800" cy="153888"/>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31"/>
          <p:cNvSpPr txBox="1">
            <a:spLocks noGrp="1"/>
          </p:cNvSpPr>
          <p:nvPr>
            <p:ph type="title"/>
          </p:nvPr>
        </p:nvSpPr>
        <p:spPr>
          <a:xfrm>
            <a:off x="449202" y="372339"/>
            <a:ext cx="11293597" cy="4924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6424287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wo Column">
  <p:cSld name="1_Two Column">
    <p:spTree>
      <p:nvGrpSpPr>
        <p:cNvPr id="1" name="Shape 125"/>
        <p:cNvGrpSpPr/>
        <p:nvPr/>
      </p:nvGrpSpPr>
      <p:grpSpPr>
        <a:xfrm>
          <a:off x="0" y="0"/>
          <a:ext cx="0" cy="0"/>
          <a:chOff x="0" y="0"/>
          <a:chExt cx="0" cy="0"/>
        </a:xfrm>
      </p:grpSpPr>
      <p:sp>
        <p:nvSpPr>
          <p:cNvPr id="126" name="Google Shape;126;p36"/>
          <p:cNvSpPr txBox="1">
            <a:spLocks noGrp="1"/>
          </p:cNvSpPr>
          <p:nvPr>
            <p:ph type="body" idx="1"/>
          </p:nvPr>
        </p:nvSpPr>
        <p:spPr>
          <a:xfrm>
            <a:off x="6208776" y="1802869"/>
            <a:ext cx="5532120" cy="4479059"/>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000"/>
              </a:spcBef>
              <a:spcAft>
                <a:spcPts val="0"/>
              </a:spcAft>
              <a:buSzPts val="2000"/>
              <a:buChar char="•"/>
              <a:defRPr>
                <a:solidFill>
                  <a:srgbClr val="262626"/>
                </a:solidFill>
              </a:defRPr>
            </a:lvl1pPr>
            <a:lvl2pPr marL="914400" lvl="1" indent="-342900" algn="l">
              <a:lnSpc>
                <a:spcPct val="100000"/>
              </a:lnSpc>
              <a:spcBef>
                <a:spcPts val="200"/>
              </a:spcBef>
              <a:spcAft>
                <a:spcPts val="0"/>
              </a:spcAft>
              <a:buSzPts val="1800"/>
              <a:buChar char="•"/>
              <a:defRPr>
                <a:solidFill>
                  <a:srgbClr val="262626"/>
                </a:solidFill>
              </a:defRPr>
            </a:lvl2pPr>
            <a:lvl3pPr marL="1371600" lvl="2" indent="-330200" algn="l">
              <a:lnSpc>
                <a:spcPct val="90000"/>
              </a:lnSpc>
              <a:spcBef>
                <a:spcPts val="400"/>
              </a:spcBef>
              <a:spcAft>
                <a:spcPts val="0"/>
              </a:spcAft>
              <a:buSzPts val="1600"/>
              <a:buChar char="•"/>
              <a:defRPr>
                <a:solidFill>
                  <a:srgbClr val="262626"/>
                </a:solidFill>
              </a:defRPr>
            </a:lvl3pPr>
            <a:lvl4pPr marL="1828800" lvl="3" indent="-342900" algn="l">
              <a:lnSpc>
                <a:spcPct val="90000"/>
              </a:lnSpc>
              <a:spcBef>
                <a:spcPts val="400"/>
              </a:spcBef>
              <a:spcAft>
                <a:spcPts val="0"/>
              </a:spcAft>
              <a:buSzPts val="1800"/>
              <a:buChar char="•"/>
              <a:defRPr/>
            </a:lvl4pPr>
            <a:lvl5pPr marL="2286000" lvl="4" indent="-304800" algn="l">
              <a:lnSpc>
                <a:spcPct val="90000"/>
              </a:lnSpc>
              <a:spcBef>
                <a:spcPts val="400"/>
              </a:spcBef>
              <a:spcAft>
                <a:spcPts val="0"/>
              </a:spcAft>
              <a:buSzPts val="1200"/>
              <a:buChar char="•"/>
              <a:defRPr>
                <a:solidFill>
                  <a:srgbClr val="3F3F3F"/>
                </a:solidFill>
              </a:defRPr>
            </a:lvl5pPr>
            <a:lvl6pPr marL="2743200" lvl="5" indent="-342900" algn="l">
              <a:lnSpc>
                <a:spcPct val="90000"/>
              </a:lnSpc>
              <a:spcBef>
                <a:spcPts val="600"/>
              </a:spcBef>
              <a:spcAft>
                <a:spcPts val="0"/>
              </a:spcAft>
              <a:buClr>
                <a:srgbClr val="262626"/>
              </a:buClr>
              <a:buSzPts val="1800"/>
              <a:buChar char="​"/>
              <a:defRPr/>
            </a:lvl6pPr>
            <a:lvl7pPr marL="3200400" lvl="6" indent="-342900" algn="l">
              <a:lnSpc>
                <a:spcPct val="90000"/>
              </a:lnSpc>
              <a:spcBef>
                <a:spcPts val="600"/>
              </a:spcBef>
              <a:spcAft>
                <a:spcPts val="0"/>
              </a:spcAft>
              <a:buClr>
                <a:srgbClr val="262626"/>
              </a:buClr>
              <a:buSzPts val="1800"/>
              <a:buChar char="​"/>
              <a:defRPr/>
            </a:lvl7pPr>
            <a:lvl8pPr marL="3657600" lvl="7" indent="-342900" algn="l">
              <a:lnSpc>
                <a:spcPct val="90000"/>
              </a:lnSpc>
              <a:spcBef>
                <a:spcPts val="600"/>
              </a:spcBef>
              <a:spcAft>
                <a:spcPts val="0"/>
              </a:spcAft>
              <a:buClr>
                <a:srgbClr val="262626"/>
              </a:buClr>
              <a:buSzPts val="1800"/>
              <a:buChar char="​"/>
              <a:defRPr/>
            </a:lvl8pPr>
            <a:lvl9pPr marL="4114800" lvl="8" indent="-342900" algn="l">
              <a:lnSpc>
                <a:spcPct val="90000"/>
              </a:lnSpc>
              <a:spcBef>
                <a:spcPts val="600"/>
              </a:spcBef>
              <a:spcAft>
                <a:spcPts val="600"/>
              </a:spcAft>
              <a:buClr>
                <a:srgbClr val="262626"/>
              </a:buClr>
              <a:buSzPts val="1800"/>
              <a:buChar char="​"/>
              <a:defRPr/>
            </a:lvl9pPr>
          </a:lstStyle>
          <a:p>
            <a:endParaRPr/>
          </a:p>
        </p:txBody>
      </p:sp>
      <p:sp>
        <p:nvSpPr>
          <p:cNvPr id="127" name="Google Shape;127;p36"/>
          <p:cNvSpPr txBox="1">
            <a:spLocks noGrp="1"/>
          </p:cNvSpPr>
          <p:nvPr>
            <p:ph type="body" idx="2"/>
          </p:nvPr>
        </p:nvSpPr>
        <p:spPr>
          <a:xfrm>
            <a:off x="449580" y="1802869"/>
            <a:ext cx="5532120" cy="4479059"/>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1000"/>
              </a:spcBef>
              <a:spcAft>
                <a:spcPts val="0"/>
              </a:spcAft>
              <a:buSzPts val="2000"/>
              <a:buChar char="•"/>
              <a:defRPr>
                <a:solidFill>
                  <a:srgbClr val="262626"/>
                </a:solidFill>
              </a:defRPr>
            </a:lvl1pPr>
            <a:lvl2pPr marL="914400" lvl="1" indent="-342900" algn="l">
              <a:lnSpc>
                <a:spcPct val="100000"/>
              </a:lnSpc>
              <a:spcBef>
                <a:spcPts val="200"/>
              </a:spcBef>
              <a:spcAft>
                <a:spcPts val="0"/>
              </a:spcAft>
              <a:buSzPts val="1800"/>
              <a:buChar char="•"/>
              <a:defRPr>
                <a:solidFill>
                  <a:srgbClr val="262626"/>
                </a:solidFill>
              </a:defRPr>
            </a:lvl2pPr>
            <a:lvl3pPr marL="1371600" lvl="2" indent="-330200" algn="l">
              <a:lnSpc>
                <a:spcPct val="90000"/>
              </a:lnSpc>
              <a:spcBef>
                <a:spcPts val="400"/>
              </a:spcBef>
              <a:spcAft>
                <a:spcPts val="0"/>
              </a:spcAft>
              <a:buSzPts val="1600"/>
              <a:buChar char="•"/>
              <a:defRPr>
                <a:solidFill>
                  <a:srgbClr val="262626"/>
                </a:solidFill>
              </a:defRPr>
            </a:lvl3pPr>
            <a:lvl4pPr marL="1828800" lvl="3" indent="-342900" algn="l">
              <a:lnSpc>
                <a:spcPct val="90000"/>
              </a:lnSpc>
              <a:spcBef>
                <a:spcPts val="400"/>
              </a:spcBef>
              <a:spcAft>
                <a:spcPts val="0"/>
              </a:spcAft>
              <a:buSzPts val="1800"/>
              <a:buChar char="•"/>
              <a:defRPr/>
            </a:lvl4pPr>
            <a:lvl5pPr marL="2286000" lvl="4" indent="-304800" algn="l">
              <a:lnSpc>
                <a:spcPct val="90000"/>
              </a:lnSpc>
              <a:spcBef>
                <a:spcPts val="400"/>
              </a:spcBef>
              <a:spcAft>
                <a:spcPts val="0"/>
              </a:spcAft>
              <a:buSzPts val="1200"/>
              <a:buChar char="•"/>
              <a:defRPr>
                <a:solidFill>
                  <a:srgbClr val="262626"/>
                </a:solidFill>
              </a:defRPr>
            </a:lvl5pPr>
            <a:lvl6pPr marL="2743200" lvl="5" indent="-342900" algn="l">
              <a:lnSpc>
                <a:spcPct val="90000"/>
              </a:lnSpc>
              <a:spcBef>
                <a:spcPts val="600"/>
              </a:spcBef>
              <a:spcAft>
                <a:spcPts val="0"/>
              </a:spcAft>
              <a:buClr>
                <a:srgbClr val="262626"/>
              </a:buClr>
              <a:buSzPts val="1800"/>
              <a:buChar char="​"/>
              <a:defRPr/>
            </a:lvl6pPr>
            <a:lvl7pPr marL="3200400" lvl="6" indent="-342900" algn="l">
              <a:lnSpc>
                <a:spcPct val="90000"/>
              </a:lnSpc>
              <a:spcBef>
                <a:spcPts val="600"/>
              </a:spcBef>
              <a:spcAft>
                <a:spcPts val="0"/>
              </a:spcAft>
              <a:buClr>
                <a:srgbClr val="262626"/>
              </a:buClr>
              <a:buSzPts val="1800"/>
              <a:buChar char="​"/>
              <a:defRPr/>
            </a:lvl7pPr>
            <a:lvl8pPr marL="3657600" lvl="7" indent="-342900" algn="l">
              <a:lnSpc>
                <a:spcPct val="90000"/>
              </a:lnSpc>
              <a:spcBef>
                <a:spcPts val="600"/>
              </a:spcBef>
              <a:spcAft>
                <a:spcPts val="0"/>
              </a:spcAft>
              <a:buClr>
                <a:srgbClr val="262626"/>
              </a:buClr>
              <a:buSzPts val="1800"/>
              <a:buChar char="​"/>
              <a:defRPr/>
            </a:lvl8pPr>
            <a:lvl9pPr marL="4114800" lvl="8" indent="-342900" algn="l">
              <a:lnSpc>
                <a:spcPct val="90000"/>
              </a:lnSpc>
              <a:spcBef>
                <a:spcPts val="600"/>
              </a:spcBef>
              <a:spcAft>
                <a:spcPts val="600"/>
              </a:spcAft>
              <a:buClr>
                <a:srgbClr val="262626"/>
              </a:buClr>
              <a:buSzPts val="1800"/>
              <a:buChar char="​"/>
              <a:defRPr/>
            </a:lvl9pPr>
          </a:lstStyle>
          <a:p>
            <a:endParaRPr/>
          </a:p>
        </p:txBody>
      </p:sp>
      <p:sp>
        <p:nvSpPr>
          <p:cNvPr id="128" name="Google Shape;128;p36"/>
          <p:cNvSpPr txBox="1">
            <a:spLocks noGrp="1"/>
          </p:cNvSpPr>
          <p:nvPr>
            <p:ph type="body" idx="3"/>
          </p:nvPr>
        </p:nvSpPr>
        <p:spPr>
          <a:xfrm>
            <a:off x="449201" y="920555"/>
            <a:ext cx="7453790" cy="393954"/>
          </a:xfrm>
          <a:prstGeom prst="rect">
            <a:avLst/>
          </a:prstGeom>
          <a:gradFill>
            <a:gsLst>
              <a:gs pos="0">
                <a:schemeClr val="accent1"/>
              </a:gs>
              <a:gs pos="100000">
                <a:srgbClr val="740014"/>
              </a:gs>
            </a:gsLst>
            <a:lin ang="5400000" scaled="0"/>
          </a:gradFill>
          <a:ln>
            <a:noFill/>
          </a:ln>
        </p:spPr>
        <p:txBody>
          <a:bodyPr spcFirstLastPara="1" wrap="square" lIns="137150" tIns="73150" rIns="137150" bIns="73150" anchor="ctr" anchorCtr="0">
            <a:spAutoFit/>
          </a:bodyPr>
          <a:lstStyle>
            <a:lvl1pPr marL="457200" lvl="0" indent="-228600" algn="l">
              <a:lnSpc>
                <a:spcPct val="100000"/>
              </a:lnSpc>
              <a:spcBef>
                <a:spcPts val="1000"/>
              </a:spcBef>
              <a:spcAft>
                <a:spcPts val="0"/>
              </a:spcAft>
              <a:buSzPts val="1600"/>
              <a:buNone/>
              <a:defRPr sz="1600" b="1" cap="none">
                <a:solidFill>
                  <a:schemeClr val="lt1"/>
                </a:solidFill>
                <a:latin typeface="Arial"/>
                <a:ea typeface="Arial"/>
                <a:cs typeface="Arial"/>
                <a:sym typeface="Arial"/>
              </a:defRPr>
            </a:lvl1pPr>
            <a:lvl2pPr marL="914400" lvl="1" indent="-342900" algn="l">
              <a:lnSpc>
                <a:spcPct val="10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600"/>
              </a:spcBef>
              <a:spcAft>
                <a:spcPts val="0"/>
              </a:spcAft>
              <a:buClr>
                <a:srgbClr val="262626"/>
              </a:buClr>
              <a:buSzPts val="1800"/>
              <a:buChar char="​"/>
              <a:defRPr/>
            </a:lvl6pPr>
            <a:lvl7pPr marL="3200400" lvl="6" indent="-342900" algn="l">
              <a:lnSpc>
                <a:spcPct val="90000"/>
              </a:lnSpc>
              <a:spcBef>
                <a:spcPts val="600"/>
              </a:spcBef>
              <a:spcAft>
                <a:spcPts val="0"/>
              </a:spcAft>
              <a:buClr>
                <a:srgbClr val="262626"/>
              </a:buClr>
              <a:buSzPts val="1800"/>
              <a:buChar char="​"/>
              <a:defRPr/>
            </a:lvl7pPr>
            <a:lvl8pPr marL="3657600" lvl="7" indent="-342900" algn="l">
              <a:lnSpc>
                <a:spcPct val="90000"/>
              </a:lnSpc>
              <a:spcBef>
                <a:spcPts val="600"/>
              </a:spcBef>
              <a:spcAft>
                <a:spcPts val="0"/>
              </a:spcAft>
              <a:buClr>
                <a:srgbClr val="262626"/>
              </a:buClr>
              <a:buSzPts val="1800"/>
              <a:buChar char="​"/>
              <a:defRPr/>
            </a:lvl8pPr>
            <a:lvl9pPr marL="4114800" lvl="8" indent="-342900" algn="l">
              <a:lnSpc>
                <a:spcPct val="90000"/>
              </a:lnSpc>
              <a:spcBef>
                <a:spcPts val="600"/>
              </a:spcBef>
              <a:spcAft>
                <a:spcPts val="600"/>
              </a:spcAft>
              <a:buClr>
                <a:srgbClr val="262626"/>
              </a:buClr>
              <a:buSzPts val="1800"/>
              <a:buChar char="​"/>
              <a:defRPr/>
            </a:lvl9pPr>
          </a:lstStyle>
          <a:p>
            <a:endParaRPr/>
          </a:p>
        </p:txBody>
      </p:sp>
      <p:sp>
        <p:nvSpPr>
          <p:cNvPr id="129" name="Google Shape;129;p36"/>
          <p:cNvSpPr txBox="1">
            <a:spLocks noGrp="1"/>
          </p:cNvSpPr>
          <p:nvPr>
            <p:ph type="ftr" idx="11"/>
          </p:nvPr>
        </p:nvSpPr>
        <p:spPr>
          <a:xfrm>
            <a:off x="4038600" y="6447297"/>
            <a:ext cx="4114800" cy="153888"/>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36"/>
          <p:cNvSpPr txBox="1">
            <a:spLocks noGrp="1"/>
          </p:cNvSpPr>
          <p:nvPr>
            <p:ph type="title"/>
          </p:nvPr>
        </p:nvSpPr>
        <p:spPr>
          <a:xfrm>
            <a:off x="449202" y="372339"/>
            <a:ext cx="11293597" cy="4924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865831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37B5A-0270-484B-979D-3F2C92F0DE9F}"/>
              </a:ext>
            </a:extLst>
          </p:cNvPr>
          <p:cNvSpPr>
            <a:spLocks noGrp="1"/>
          </p:cNvSpPr>
          <p:nvPr>
            <p:ph type="title"/>
          </p:nvPr>
        </p:nvSpPr>
        <p:spPr>
          <a:xfrm>
            <a:off x="-1" y="60356"/>
            <a:ext cx="12191999" cy="6704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831CFD9-472C-4427-BB8E-22F026ECDEB8}"/>
              </a:ext>
            </a:extLst>
          </p:cNvPr>
          <p:cNvSpPr>
            <a:spLocks noGrp="1"/>
          </p:cNvSpPr>
          <p:nvPr>
            <p:ph type="body" idx="1"/>
          </p:nvPr>
        </p:nvSpPr>
        <p:spPr>
          <a:xfrm>
            <a:off x="838200" y="1089091"/>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5">
            <a:extLst>
              <a:ext uri="{FF2B5EF4-FFF2-40B4-BE49-F238E27FC236}">
                <a16:creationId xmlns:a16="http://schemas.microsoft.com/office/drawing/2014/main" id="{E28825F6-308B-4930-A4DE-F34D10DC93A6}"/>
              </a:ext>
            </a:extLst>
          </p:cNvPr>
          <p:cNvSpPr>
            <a:spLocks noGrp="1"/>
          </p:cNvSpPr>
          <p:nvPr>
            <p:ph type="sldNum" sz="quarter" idx="4"/>
          </p:nvPr>
        </p:nvSpPr>
        <p:spPr>
          <a:xfrm>
            <a:off x="11492916" y="5809333"/>
            <a:ext cx="699083" cy="365125"/>
          </a:xfrm>
          <a:prstGeom prst="rect">
            <a:avLst/>
          </a:prstGeom>
        </p:spPr>
        <p:txBody>
          <a:bodyPr/>
          <a:lstStyle/>
          <a:p>
            <a:fld id="{028CE896-619B-44F9-BE7F-139D1400166E}" type="slidenum">
              <a:rPr lang="en-US" smtClean="0"/>
              <a:t>‹#›</a:t>
            </a:fld>
            <a:endParaRPr lang="en-US"/>
          </a:p>
        </p:txBody>
      </p:sp>
      <p:pic>
        <p:nvPicPr>
          <p:cNvPr id="11" name="Picture 2" descr="Image result for be boulder">
            <a:extLst>
              <a:ext uri="{FF2B5EF4-FFF2-40B4-BE49-F238E27FC236}">
                <a16:creationId xmlns:a16="http://schemas.microsoft.com/office/drawing/2014/main" id="{A02850F8-1625-4B68-9F8B-37BD7C1C26D2}"/>
              </a:ext>
            </a:extLst>
          </p:cNvPr>
          <p:cNvPicPr>
            <a:picLocks noChangeAspect="1" noChangeArrowheads="1"/>
          </p:cNvPicPr>
          <p:nvPr userDrawn="1"/>
        </p:nvPicPr>
        <p:blipFill rotWithShape="1">
          <a:blip r:embed="rId26">
            <a:extLst>
              <a:ext uri="{28A0092B-C50C-407E-A947-70E740481C1C}">
                <a14:useLocalDpi xmlns:a14="http://schemas.microsoft.com/office/drawing/2010/main" val="0"/>
              </a:ext>
            </a:extLst>
          </a:blip>
          <a:srcRect t="49597"/>
          <a:stretch/>
        </p:blipFill>
        <p:spPr bwMode="auto">
          <a:xfrm>
            <a:off x="95089" y="6150307"/>
            <a:ext cx="4741069" cy="70438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F319C620-D3D4-48E6-AE76-7413987BE33D}"/>
              </a:ext>
            </a:extLst>
          </p:cNvPr>
          <p:cNvSpPr/>
          <p:nvPr userDrawn="1"/>
        </p:nvSpPr>
        <p:spPr>
          <a:xfrm>
            <a:off x="0" y="6106396"/>
            <a:ext cx="12192000" cy="54864"/>
          </a:xfrm>
          <a:prstGeom prst="rect">
            <a:avLst/>
          </a:prstGeom>
          <a:solidFill>
            <a:srgbClr val="C1AC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Box 13">
            <a:extLst>
              <a:ext uri="{FF2B5EF4-FFF2-40B4-BE49-F238E27FC236}">
                <a16:creationId xmlns:a16="http://schemas.microsoft.com/office/drawing/2014/main" id="{37031A8B-7B11-4E3F-B8BA-A8FEF324A355}"/>
              </a:ext>
            </a:extLst>
          </p:cNvPr>
          <p:cNvSpPr txBox="1"/>
          <p:nvPr userDrawn="1"/>
        </p:nvSpPr>
        <p:spPr>
          <a:xfrm>
            <a:off x="5829047" y="6317834"/>
            <a:ext cx="3801041" cy="369332"/>
          </a:xfrm>
          <a:prstGeom prst="rect">
            <a:avLst/>
          </a:prstGeom>
          <a:noFill/>
        </p:spPr>
        <p:txBody>
          <a:bodyPr wrap="none" rtlCol="0">
            <a:spAutoFit/>
          </a:bodyPr>
          <a:lstStyle/>
          <a:p>
            <a:r>
              <a:rPr lang="en-US" dirty="0">
                <a:solidFill>
                  <a:schemeClr val="tx1"/>
                </a:solidFill>
                <a:latin typeface="Times New Roman" panose="02020603050405020304" pitchFamily="18" charset="0"/>
                <a:cs typeface="Times New Roman" panose="02020603050405020304" pitchFamily="18" charset="0"/>
              </a:rPr>
              <a:t>High Speed Digital Engineering Group</a:t>
            </a:r>
          </a:p>
        </p:txBody>
      </p:sp>
      <p:sp>
        <p:nvSpPr>
          <p:cNvPr id="19" name="Rectangle 18">
            <a:extLst>
              <a:ext uri="{FF2B5EF4-FFF2-40B4-BE49-F238E27FC236}">
                <a16:creationId xmlns:a16="http://schemas.microsoft.com/office/drawing/2014/main" id="{FC8BF474-C26E-4532-962B-1653046D6EE3}"/>
              </a:ext>
            </a:extLst>
          </p:cNvPr>
          <p:cNvSpPr/>
          <p:nvPr userDrawn="1"/>
        </p:nvSpPr>
        <p:spPr>
          <a:xfrm>
            <a:off x="0" y="754181"/>
            <a:ext cx="12192000" cy="54864"/>
          </a:xfrm>
          <a:prstGeom prst="rect">
            <a:avLst/>
          </a:prstGeom>
          <a:solidFill>
            <a:srgbClr val="C1AC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descr="Logo&#10;&#10;Description automatically generated">
            <a:extLst>
              <a:ext uri="{FF2B5EF4-FFF2-40B4-BE49-F238E27FC236}">
                <a16:creationId xmlns:a16="http://schemas.microsoft.com/office/drawing/2014/main" id="{AC5E1B51-CDCF-51C9-FC72-ED78939CD5A1}"/>
              </a:ext>
            </a:extLst>
          </p:cNvPr>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10755910" y="6203252"/>
            <a:ext cx="1383661" cy="639152"/>
          </a:xfrm>
          <a:prstGeom prst="rect">
            <a:avLst/>
          </a:prstGeom>
        </p:spPr>
      </p:pic>
      <p:sp>
        <p:nvSpPr>
          <p:cNvPr id="5" name="TextBox 4">
            <a:extLst>
              <a:ext uri="{FF2B5EF4-FFF2-40B4-BE49-F238E27FC236}">
                <a16:creationId xmlns:a16="http://schemas.microsoft.com/office/drawing/2014/main" id="{15F2EB41-8CCF-637E-2314-7BA34E761EAC}"/>
              </a:ext>
            </a:extLst>
          </p:cNvPr>
          <p:cNvSpPr txBox="1"/>
          <p:nvPr userDrawn="1"/>
        </p:nvSpPr>
        <p:spPr>
          <a:xfrm>
            <a:off x="838200" y="6338162"/>
            <a:ext cx="3243196" cy="369332"/>
          </a:xfrm>
          <a:prstGeom prst="rect">
            <a:avLst/>
          </a:prstGeom>
          <a:noFill/>
        </p:spPr>
        <p:txBody>
          <a:bodyPr wrap="none" rtlCol="0">
            <a:spAutoFit/>
          </a:bodyPr>
          <a:lstStyle/>
          <a:p>
            <a:r>
              <a:rPr lang="en-US" dirty="0">
                <a:solidFill>
                  <a:schemeClr val="tx1"/>
                </a:solidFill>
                <a:latin typeface="Times New Roman" panose="02020603050405020304" pitchFamily="18" charset="0"/>
                <a:cs typeface="Times New Roman" panose="02020603050405020304" pitchFamily="18" charset="0"/>
              </a:rPr>
              <a:t>University of Colorado, Boulder</a:t>
            </a:r>
          </a:p>
        </p:txBody>
      </p:sp>
    </p:spTree>
    <p:extLst>
      <p:ext uri="{BB962C8B-B14F-4D97-AF65-F5344CB8AC3E}">
        <p14:creationId xmlns:p14="http://schemas.microsoft.com/office/powerpoint/2010/main" val="218301217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690" r:id="rId3"/>
    <p:sldLayoutId id="2147483691" r:id="rId4"/>
    <p:sldLayoutId id="2147483692" r:id="rId5"/>
    <p:sldLayoutId id="2147483693" r:id="rId6"/>
    <p:sldLayoutId id="2147483694" r:id="rId7"/>
    <p:sldLayoutId id="2147483695" r:id="rId8"/>
    <p:sldLayoutId id="2147483696" r:id="rId9"/>
    <p:sldLayoutId id="2147483705" r:id="rId10"/>
    <p:sldLayoutId id="2147483704" r:id="rId11"/>
    <p:sldLayoutId id="2147483697" r:id="rId12"/>
    <p:sldLayoutId id="2147483698" r:id="rId13"/>
    <p:sldLayoutId id="2147483699" r:id="rId14"/>
    <p:sldLayoutId id="2147483700" r:id="rId15"/>
    <p:sldLayoutId id="2147483706" r:id="rId16"/>
    <p:sldLayoutId id="2147483708" r:id="rId17"/>
    <p:sldLayoutId id="2147483709" r:id="rId18"/>
    <p:sldLayoutId id="2147483710" r:id="rId19"/>
    <p:sldLayoutId id="2147483711" r:id="rId20"/>
    <p:sldLayoutId id="2147483712" r:id="rId21"/>
    <p:sldLayoutId id="2147483713" r:id="rId22"/>
    <p:sldLayoutId id="2147483715" r:id="rId23"/>
    <p:sldLayoutId id="2147483716" r:id="rId24"/>
  </p:sldLayoutIdLst>
  <p:hf hdr="0" ftr="0" dt="0"/>
  <p:txStyles>
    <p:titleStyle>
      <a:lvl1pPr algn="ctr" defTabSz="914400" rtl="0" eaLnBrk="1" latinLnBrk="0" hangingPunct="1">
        <a:lnSpc>
          <a:spcPct val="90000"/>
        </a:lnSpc>
        <a:spcBef>
          <a:spcPct val="0"/>
        </a:spcBef>
        <a:buNone/>
        <a:defRPr sz="3600" b="1" i="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spcAft>
          <a:spcPts val="300"/>
        </a:spcAft>
        <a:buFont typeface="Wingdings" panose="05000000000000000000" pitchFamily="2" charset="2"/>
        <a:buChar char="ü"/>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spcAft>
          <a:spcPts val="300"/>
        </a:spcAft>
        <a:buFont typeface="Wingdings" panose="05000000000000000000" pitchFamily="2" charset="2"/>
        <a:buChar char="Ø"/>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spcAft>
          <a:spcPts val="300"/>
        </a:spcAft>
        <a:buFont typeface="Wingdings" panose="05000000000000000000" pitchFamily="2" charset="2"/>
        <a:buChar char="Ø"/>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spcAft>
          <a:spcPts val="300"/>
        </a:spcAft>
        <a:buFont typeface="Wingdings" panose="05000000000000000000" pitchFamily="2" charset="2"/>
        <a:buChar char="Ø"/>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 name="Slide Number">
            <a:extLst>
              <a:ext uri="{FF2B5EF4-FFF2-40B4-BE49-F238E27FC236}">
                <a16:creationId xmlns:a16="http://schemas.microsoft.com/office/drawing/2014/main" id="{9773789E-1482-4DF2-AC34-ED595BC86F6F}"/>
              </a:ext>
            </a:extLst>
          </p:cNvPr>
          <p:cNvSpPr txBox="1">
            <a:spLocks/>
          </p:cNvSpPr>
          <p:nvPr userDrawn="1"/>
        </p:nvSpPr>
        <p:spPr bwMode="gray">
          <a:xfrm>
            <a:off x="11006977" y="6447297"/>
            <a:ext cx="735822" cy="153888"/>
          </a:xfrm>
          <a:prstGeom prst="rect">
            <a:avLst/>
          </a:prstGeom>
        </p:spPr>
        <p:txBody>
          <a:bodyPr vert="horz" wrap="square" lIns="0" tIns="0" rIns="0" bIns="0" rtlCol="0" anchor="ctr">
            <a:noAutofit/>
          </a:bodyPr>
          <a:lstStyle>
            <a:defPPr>
              <a:defRPr lang="en-US"/>
            </a:defPPr>
            <a:lvl1pPr marL="0" algn="r" defTabSz="457200" rtl="0" eaLnBrk="1" latinLnBrk="0" hangingPunct="1">
              <a:defRPr sz="1000" kern="1200">
                <a:solidFill>
                  <a:schemeClr val="bg1">
                    <a:lumMod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862D98-B5C3-4BE4-8A34-4F5B36AB20BC}" type="slidenum">
              <a:rPr lang="en-US" smtClean="0">
                <a:solidFill>
                  <a:schemeClr val="bg1">
                    <a:lumMod val="65000"/>
                  </a:schemeClr>
                </a:solidFill>
              </a:rPr>
              <a:pPr/>
              <a:t>‹#›</a:t>
            </a:fld>
            <a:endParaRPr lang="en-US">
              <a:solidFill>
                <a:schemeClr val="bg1">
                  <a:lumMod val="65000"/>
                </a:schemeClr>
              </a:solidFill>
            </a:endParaRPr>
          </a:p>
        </p:txBody>
      </p:sp>
      <p:sp>
        <p:nvSpPr>
          <p:cNvPr id="71" name="Text Placeholder 70">
            <a:extLst>
              <a:ext uri="{FF2B5EF4-FFF2-40B4-BE49-F238E27FC236}">
                <a16:creationId xmlns:a16="http://schemas.microsoft.com/office/drawing/2014/main" id="{14A8E363-B738-48A5-915F-96EF63027B46}"/>
              </a:ext>
            </a:extLst>
          </p:cNvPr>
          <p:cNvSpPr>
            <a:spLocks noGrp="1"/>
          </p:cNvSpPr>
          <p:nvPr>
            <p:ph type="body" idx="1"/>
          </p:nvPr>
        </p:nvSpPr>
        <p:spPr>
          <a:xfrm>
            <a:off x="449201" y="1802870"/>
            <a:ext cx="11293597" cy="4475704"/>
          </a:xfrm>
          <a:prstGeom prst="rect">
            <a:avLst/>
          </a:prstGeom>
        </p:spPr>
        <p:txBody>
          <a:bodyPr vert="horz" lIns="0" tIns="0" rIns="0" bIns="0" rtlCol="0">
            <a:noAutofit/>
          </a:bodyPr>
          <a:lstStyle/>
          <a:p>
            <a:pPr lvl="0"/>
            <a:r>
              <a:rPr lang="en-US"/>
              <a:t>First level: Bullet, 20pt</a:t>
            </a:r>
          </a:p>
          <a:p>
            <a:pPr lvl="1"/>
            <a:r>
              <a:rPr lang="en-US"/>
              <a:t>Second level: Sub-bullet 1, 18pt</a:t>
            </a:r>
          </a:p>
          <a:p>
            <a:pPr lvl="2"/>
            <a:r>
              <a:rPr lang="en-US"/>
              <a:t>Third level: Sub-bullet 2, 16pt</a:t>
            </a:r>
          </a:p>
          <a:p>
            <a:pPr lvl="3"/>
            <a:r>
              <a:rPr lang="en-US"/>
              <a:t>Fourth level: Sub-bullet 3, 14pt</a:t>
            </a:r>
          </a:p>
          <a:p>
            <a:pPr lvl="4"/>
            <a:r>
              <a:rPr lang="en-US"/>
              <a:t>Fifth level: Sub-bullet 4, 12pt</a:t>
            </a:r>
          </a:p>
        </p:txBody>
      </p:sp>
      <p:sp>
        <p:nvSpPr>
          <p:cNvPr id="2" name="Title"/>
          <p:cNvSpPr>
            <a:spLocks noGrp="1"/>
          </p:cNvSpPr>
          <p:nvPr>
            <p:ph type="title"/>
          </p:nvPr>
        </p:nvSpPr>
        <p:spPr>
          <a:xfrm>
            <a:off x="449202" y="372339"/>
            <a:ext cx="11293597" cy="492443"/>
          </a:xfrm>
          <a:prstGeom prst="rect">
            <a:avLst/>
          </a:prstGeom>
        </p:spPr>
        <p:txBody>
          <a:bodyPr vert="horz" lIns="0" tIns="0" rIns="0" bIns="0" rtlCol="0" anchor="t">
            <a:noAutofit/>
          </a:bodyPr>
          <a:lstStyle/>
          <a:p>
            <a:r>
              <a:rPr lang="en-US"/>
              <a:t>Title, 32pt</a:t>
            </a:r>
          </a:p>
        </p:txBody>
      </p:sp>
      <p:grpSp>
        <p:nvGrpSpPr>
          <p:cNvPr id="8" name="Logo">
            <a:extLst>
              <a:ext uri="{FF2B5EF4-FFF2-40B4-BE49-F238E27FC236}">
                <a16:creationId xmlns:a16="http://schemas.microsoft.com/office/drawing/2014/main" id="{CBB5A743-284E-4F77-9C07-20F6113DB3BD}"/>
              </a:ext>
            </a:extLst>
          </p:cNvPr>
          <p:cNvGrpSpPr>
            <a:grpSpLocks noChangeAspect="1"/>
          </p:cNvGrpSpPr>
          <p:nvPr userDrawn="1"/>
        </p:nvGrpSpPr>
        <p:grpSpPr bwMode="black">
          <a:xfrm>
            <a:off x="428653" y="6447297"/>
            <a:ext cx="914400" cy="214552"/>
            <a:chOff x="1231901" y="5359401"/>
            <a:chExt cx="11210925" cy="2630487"/>
          </a:xfrm>
        </p:grpSpPr>
        <p:sp>
          <p:nvSpPr>
            <p:cNvPr id="9" name="Freeform 5">
              <a:extLst>
                <a:ext uri="{FF2B5EF4-FFF2-40B4-BE49-F238E27FC236}">
                  <a16:creationId xmlns:a16="http://schemas.microsoft.com/office/drawing/2014/main" id="{BB597971-37D3-4BC0-93F4-2E4A0C596B82}"/>
                </a:ext>
              </a:extLst>
            </p:cNvPr>
            <p:cNvSpPr>
              <a:spLocks noEditPoints="1"/>
            </p:cNvSpPr>
            <p:nvPr userDrawn="1"/>
          </p:nvSpPr>
          <p:spPr bwMode="black">
            <a:xfrm>
              <a:off x="5105401" y="5586413"/>
              <a:ext cx="7337425" cy="2147887"/>
            </a:xfrm>
            <a:custGeom>
              <a:avLst/>
              <a:gdLst>
                <a:gd name="T0" fmla="*/ 0 w 3931"/>
                <a:gd name="T1" fmla="*/ 803 h 1148"/>
                <a:gd name="T2" fmla="*/ 552 w 3931"/>
                <a:gd name="T3" fmla="*/ 1142 h 1148"/>
                <a:gd name="T4" fmla="*/ 388 w 3931"/>
                <a:gd name="T5" fmla="*/ 853 h 1148"/>
                <a:gd name="T6" fmla="*/ 388 w 3931"/>
                <a:gd name="T7" fmla="*/ 1092 h 1148"/>
                <a:gd name="T8" fmla="*/ 620 w 3931"/>
                <a:gd name="T9" fmla="*/ 974 h 1148"/>
                <a:gd name="T10" fmla="*/ 887 w 3931"/>
                <a:gd name="T11" fmla="*/ 900 h 1148"/>
                <a:gd name="T12" fmla="*/ 701 w 3931"/>
                <a:gd name="T13" fmla="*/ 877 h 1148"/>
                <a:gd name="T14" fmla="*/ 828 w 3931"/>
                <a:gd name="T15" fmla="*/ 1048 h 1148"/>
                <a:gd name="T16" fmla="*/ 762 w 3931"/>
                <a:gd name="T17" fmla="*/ 1148 h 1148"/>
                <a:gd name="T18" fmla="*/ 1018 w 3931"/>
                <a:gd name="T19" fmla="*/ 1142 h 1148"/>
                <a:gd name="T20" fmla="*/ 1169 w 3931"/>
                <a:gd name="T21" fmla="*/ 943 h 1148"/>
                <a:gd name="T22" fmla="*/ 1533 w 3931"/>
                <a:gd name="T23" fmla="*/ 1142 h 1148"/>
                <a:gd name="T24" fmla="*/ 1327 w 3931"/>
                <a:gd name="T25" fmla="*/ 803 h 1148"/>
                <a:gd name="T26" fmla="*/ 1596 w 3931"/>
                <a:gd name="T27" fmla="*/ 1142 h 1148"/>
                <a:gd name="T28" fmla="*/ 1719 w 3931"/>
                <a:gd name="T29" fmla="*/ 844 h 1148"/>
                <a:gd name="T30" fmla="*/ 1834 w 3931"/>
                <a:gd name="T31" fmla="*/ 1148 h 1148"/>
                <a:gd name="T32" fmla="*/ 1833 w 3931"/>
                <a:gd name="T33" fmla="*/ 1099 h 1148"/>
                <a:gd name="T34" fmla="*/ 2274 w 3931"/>
                <a:gd name="T35" fmla="*/ 1142 h 1148"/>
                <a:gd name="T36" fmla="*/ 2274 w 3931"/>
                <a:gd name="T37" fmla="*/ 1092 h 1148"/>
                <a:gd name="T38" fmla="*/ 2360 w 3931"/>
                <a:gd name="T39" fmla="*/ 844 h 1148"/>
                <a:gd name="T40" fmla="*/ 2475 w 3931"/>
                <a:gd name="T41" fmla="*/ 1148 h 1148"/>
                <a:gd name="T42" fmla="*/ 2475 w 3931"/>
                <a:gd name="T43" fmla="*/ 1099 h 1148"/>
                <a:gd name="T44" fmla="*/ 2862 w 3931"/>
                <a:gd name="T45" fmla="*/ 1148 h 1148"/>
                <a:gd name="T46" fmla="*/ 2949 w 3931"/>
                <a:gd name="T47" fmla="*/ 822 h 1148"/>
                <a:gd name="T48" fmla="*/ 2905 w 3931"/>
                <a:gd name="T49" fmla="*/ 856 h 1148"/>
                <a:gd name="T50" fmla="*/ 2864 w 3931"/>
                <a:gd name="T51" fmla="*/ 1101 h 1148"/>
                <a:gd name="T52" fmla="*/ 2857 w 3931"/>
                <a:gd name="T53" fmla="*/ 955 h 1148"/>
                <a:gd name="T54" fmla="*/ 2862 w 3931"/>
                <a:gd name="T55" fmla="*/ 1148 h 1148"/>
                <a:gd name="T56" fmla="*/ 3139 w 3931"/>
                <a:gd name="T57" fmla="*/ 1142 h 1148"/>
                <a:gd name="T58" fmla="*/ 3458 w 3931"/>
                <a:gd name="T59" fmla="*/ 853 h 1148"/>
                <a:gd name="T60" fmla="*/ 3298 w 3931"/>
                <a:gd name="T61" fmla="*/ 991 h 1148"/>
                <a:gd name="T62" fmla="*/ 3562 w 3931"/>
                <a:gd name="T63" fmla="*/ 1123 h 1148"/>
                <a:gd name="T64" fmla="*/ 3606 w 3931"/>
                <a:gd name="T65" fmla="*/ 1084 h 1148"/>
                <a:gd name="T66" fmla="*/ 3647 w 3931"/>
                <a:gd name="T67" fmla="*/ 991 h 1148"/>
                <a:gd name="T68" fmla="*/ 3569 w 3931"/>
                <a:gd name="T69" fmla="*/ 824 h 1148"/>
                <a:gd name="T70" fmla="*/ 3724 w 3931"/>
                <a:gd name="T71" fmla="*/ 895 h 1148"/>
                <a:gd name="T72" fmla="*/ 3591 w 3931"/>
                <a:gd name="T73" fmla="*/ 893 h 1148"/>
                <a:gd name="T74" fmla="*/ 3754 w 3931"/>
                <a:gd name="T75" fmla="*/ 1120 h 1148"/>
                <a:gd name="T76" fmla="*/ 152 w 3931"/>
                <a:gd name="T77" fmla="*/ 268 h 1148"/>
                <a:gd name="T78" fmla="*/ 361 w 3931"/>
                <a:gd name="T79" fmla="*/ 605 h 1148"/>
                <a:gd name="T80" fmla="*/ 553 w 3931"/>
                <a:gd name="T81" fmla="*/ 11 h 1148"/>
                <a:gd name="T82" fmla="*/ 931 w 3931"/>
                <a:gd name="T83" fmla="*/ 249 h 1148"/>
                <a:gd name="T84" fmla="*/ 957 w 3931"/>
                <a:gd name="T85" fmla="*/ 605 h 1148"/>
                <a:gd name="T86" fmla="*/ 1123 w 3931"/>
                <a:gd name="T87" fmla="*/ 11 h 1148"/>
                <a:gd name="T88" fmla="*/ 1317 w 3931"/>
                <a:gd name="T89" fmla="*/ 605 h 1148"/>
                <a:gd name="T90" fmla="*/ 1746 w 3931"/>
                <a:gd name="T91" fmla="*/ 531 h 1148"/>
                <a:gd name="T92" fmla="*/ 1687 w 3931"/>
                <a:gd name="T93" fmla="*/ 337 h 1148"/>
                <a:gd name="T94" fmla="*/ 1749 w 3931"/>
                <a:gd name="T95" fmla="*/ 0 h 1148"/>
                <a:gd name="T96" fmla="*/ 1813 w 3931"/>
                <a:gd name="T97" fmla="*/ 106 h 1148"/>
                <a:gd name="T98" fmla="*/ 1797 w 3931"/>
                <a:gd name="T99" fmla="*/ 262 h 1148"/>
                <a:gd name="T100" fmla="*/ 1563 w 3931"/>
                <a:gd name="T101" fmla="*/ 567 h 1148"/>
                <a:gd name="T102" fmla="*/ 2188 w 3931"/>
                <a:gd name="T103" fmla="*/ 605 h 1148"/>
                <a:gd name="T104" fmla="*/ 2711 w 3931"/>
                <a:gd name="T105" fmla="*/ 603 h 1148"/>
                <a:gd name="T106" fmla="*/ 2582 w 3931"/>
                <a:gd name="T107" fmla="*/ 1 h 1148"/>
                <a:gd name="T108" fmla="*/ 2664 w 3931"/>
                <a:gd name="T109" fmla="*/ 111 h 1148"/>
                <a:gd name="T110" fmla="*/ 2595 w 3931"/>
                <a:gd name="T111" fmla="*/ 525 h 1148"/>
                <a:gd name="T112" fmla="*/ 2579 w 3931"/>
                <a:gd name="T113" fmla="*/ 288 h 1148"/>
                <a:gd name="T114" fmla="*/ 3048 w 3931"/>
                <a:gd name="T115" fmla="*/ 248 h 1148"/>
                <a:gd name="T116" fmla="*/ 3273 w 3931"/>
                <a:gd name="T117" fmla="*/ 605 h 1148"/>
                <a:gd name="T118" fmla="*/ 3628 w 3931"/>
                <a:gd name="T119" fmla="*/ 605 h 1148"/>
                <a:gd name="T120" fmla="*/ 3931 w 3931"/>
                <a:gd name="T121" fmla="*/ 107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1" h="1148">
                  <a:moveTo>
                    <a:pt x="163" y="1142"/>
                  </a:moveTo>
                  <a:cubicBezTo>
                    <a:pt x="109" y="1142"/>
                    <a:pt x="109" y="1142"/>
                    <a:pt x="109" y="1142"/>
                  </a:cubicBezTo>
                  <a:cubicBezTo>
                    <a:pt x="109" y="853"/>
                    <a:pt x="109" y="853"/>
                    <a:pt x="109" y="853"/>
                  </a:cubicBezTo>
                  <a:cubicBezTo>
                    <a:pt x="0" y="853"/>
                    <a:pt x="0" y="853"/>
                    <a:pt x="0" y="853"/>
                  </a:cubicBezTo>
                  <a:cubicBezTo>
                    <a:pt x="0" y="803"/>
                    <a:pt x="0" y="803"/>
                    <a:pt x="0" y="803"/>
                  </a:cubicBezTo>
                  <a:cubicBezTo>
                    <a:pt x="273" y="803"/>
                    <a:pt x="273" y="803"/>
                    <a:pt x="273" y="803"/>
                  </a:cubicBezTo>
                  <a:cubicBezTo>
                    <a:pt x="273" y="853"/>
                    <a:pt x="273" y="853"/>
                    <a:pt x="273" y="853"/>
                  </a:cubicBezTo>
                  <a:cubicBezTo>
                    <a:pt x="163" y="853"/>
                    <a:pt x="163" y="853"/>
                    <a:pt x="163" y="853"/>
                  </a:cubicBezTo>
                  <a:lnTo>
                    <a:pt x="163" y="1142"/>
                  </a:lnTo>
                  <a:close/>
                  <a:moveTo>
                    <a:pt x="552" y="1142"/>
                  </a:moveTo>
                  <a:cubicBezTo>
                    <a:pt x="334" y="1142"/>
                    <a:pt x="334" y="1142"/>
                    <a:pt x="334" y="1142"/>
                  </a:cubicBezTo>
                  <a:cubicBezTo>
                    <a:pt x="334" y="803"/>
                    <a:pt x="334" y="803"/>
                    <a:pt x="334" y="803"/>
                  </a:cubicBezTo>
                  <a:cubicBezTo>
                    <a:pt x="548" y="803"/>
                    <a:pt x="548" y="803"/>
                    <a:pt x="548" y="803"/>
                  </a:cubicBezTo>
                  <a:cubicBezTo>
                    <a:pt x="548" y="853"/>
                    <a:pt x="548" y="853"/>
                    <a:pt x="548" y="853"/>
                  </a:cubicBezTo>
                  <a:cubicBezTo>
                    <a:pt x="388" y="853"/>
                    <a:pt x="388" y="853"/>
                    <a:pt x="388" y="853"/>
                  </a:cubicBezTo>
                  <a:cubicBezTo>
                    <a:pt x="388" y="942"/>
                    <a:pt x="388" y="942"/>
                    <a:pt x="388" y="942"/>
                  </a:cubicBezTo>
                  <a:cubicBezTo>
                    <a:pt x="541" y="942"/>
                    <a:pt x="541" y="942"/>
                    <a:pt x="541" y="942"/>
                  </a:cubicBezTo>
                  <a:cubicBezTo>
                    <a:pt x="541" y="991"/>
                    <a:pt x="541" y="991"/>
                    <a:pt x="541" y="991"/>
                  </a:cubicBezTo>
                  <a:cubicBezTo>
                    <a:pt x="388" y="991"/>
                    <a:pt x="388" y="991"/>
                    <a:pt x="388" y="991"/>
                  </a:cubicBezTo>
                  <a:cubicBezTo>
                    <a:pt x="388" y="1092"/>
                    <a:pt x="388" y="1092"/>
                    <a:pt x="388" y="1092"/>
                  </a:cubicBezTo>
                  <a:cubicBezTo>
                    <a:pt x="552" y="1092"/>
                    <a:pt x="552" y="1092"/>
                    <a:pt x="552" y="1092"/>
                  </a:cubicBezTo>
                  <a:lnTo>
                    <a:pt x="552" y="1142"/>
                  </a:lnTo>
                  <a:close/>
                  <a:moveTo>
                    <a:pt x="762" y="1148"/>
                  </a:moveTo>
                  <a:cubicBezTo>
                    <a:pt x="716" y="1148"/>
                    <a:pt x="681" y="1133"/>
                    <a:pt x="656" y="1103"/>
                  </a:cubicBezTo>
                  <a:cubicBezTo>
                    <a:pt x="632" y="1073"/>
                    <a:pt x="620" y="1030"/>
                    <a:pt x="620" y="974"/>
                  </a:cubicBezTo>
                  <a:cubicBezTo>
                    <a:pt x="620" y="919"/>
                    <a:pt x="633" y="875"/>
                    <a:pt x="658" y="845"/>
                  </a:cubicBezTo>
                  <a:cubicBezTo>
                    <a:pt x="683" y="814"/>
                    <a:pt x="719" y="798"/>
                    <a:pt x="766" y="798"/>
                  </a:cubicBezTo>
                  <a:cubicBezTo>
                    <a:pt x="802" y="798"/>
                    <a:pt x="831" y="807"/>
                    <a:pt x="853" y="824"/>
                  </a:cubicBezTo>
                  <a:cubicBezTo>
                    <a:pt x="874" y="841"/>
                    <a:pt x="886" y="865"/>
                    <a:pt x="887" y="894"/>
                  </a:cubicBezTo>
                  <a:cubicBezTo>
                    <a:pt x="887" y="900"/>
                    <a:pt x="887" y="900"/>
                    <a:pt x="887" y="900"/>
                  </a:cubicBezTo>
                  <a:cubicBezTo>
                    <a:pt x="830" y="900"/>
                    <a:pt x="830" y="900"/>
                    <a:pt x="830" y="900"/>
                  </a:cubicBezTo>
                  <a:cubicBezTo>
                    <a:pt x="829" y="895"/>
                    <a:pt x="829" y="895"/>
                    <a:pt x="829" y="895"/>
                  </a:cubicBezTo>
                  <a:cubicBezTo>
                    <a:pt x="828" y="880"/>
                    <a:pt x="822" y="868"/>
                    <a:pt x="810" y="858"/>
                  </a:cubicBezTo>
                  <a:cubicBezTo>
                    <a:pt x="797" y="848"/>
                    <a:pt x="782" y="844"/>
                    <a:pt x="764" y="844"/>
                  </a:cubicBezTo>
                  <a:cubicBezTo>
                    <a:pt x="737" y="844"/>
                    <a:pt x="716" y="854"/>
                    <a:pt x="701" y="877"/>
                  </a:cubicBezTo>
                  <a:cubicBezTo>
                    <a:pt x="686" y="899"/>
                    <a:pt x="678" y="932"/>
                    <a:pt x="678" y="973"/>
                  </a:cubicBezTo>
                  <a:cubicBezTo>
                    <a:pt x="678" y="1014"/>
                    <a:pt x="685" y="1045"/>
                    <a:pt x="700" y="1067"/>
                  </a:cubicBezTo>
                  <a:cubicBezTo>
                    <a:pt x="715" y="1089"/>
                    <a:pt x="735" y="1099"/>
                    <a:pt x="762" y="1099"/>
                  </a:cubicBezTo>
                  <a:cubicBezTo>
                    <a:pt x="782" y="1099"/>
                    <a:pt x="797" y="1095"/>
                    <a:pt x="809" y="1086"/>
                  </a:cubicBezTo>
                  <a:cubicBezTo>
                    <a:pt x="820" y="1076"/>
                    <a:pt x="827" y="1064"/>
                    <a:pt x="828" y="1048"/>
                  </a:cubicBezTo>
                  <a:cubicBezTo>
                    <a:pt x="829" y="1043"/>
                    <a:pt x="829" y="1043"/>
                    <a:pt x="829" y="1043"/>
                  </a:cubicBezTo>
                  <a:cubicBezTo>
                    <a:pt x="888" y="1043"/>
                    <a:pt x="888" y="1043"/>
                    <a:pt x="888" y="1043"/>
                  </a:cubicBezTo>
                  <a:cubicBezTo>
                    <a:pt x="888" y="1049"/>
                    <a:pt x="888" y="1049"/>
                    <a:pt x="888" y="1049"/>
                  </a:cubicBezTo>
                  <a:cubicBezTo>
                    <a:pt x="887" y="1079"/>
                    <a:pt x="875" y="1103"/>
                    <a:pt x="852" y="1121"/>
                  </a:cubicBezTo>
                  <a:cubicBezTo>
                    <a:pt x="830" y="1139"/>
                    <a:pt x="800" y="1148"/>
                    <a:pt x="762" y="1148"/>
                  </a:cubicBezTo>
                  <a:moveTo>
                    <a:pt x="1223" y="1142"/>
                  </a:moveTo>
                  <a:cubicBezTo>
                    <a:pt x="1169" y="1142"/>
                    <a:pt x="1169" y="1142"/>
                    <a:pt x="1169" y="1142"/>
                  </a:cubicBezTo>
                  <a:cubicBezTo>
                    <a:pt x="1169" y="993"/>
                    <a:pt x="1169" y="993"/>
                    <a:pt x="1169" y="993"/>
                  </a:cubicBezTo>
                  <a:cubicBezTo>
                    <a:pt x="1018" y="993"/>
                    <a:pt x="1018" y="993"/>
                    <a:pt x="1018" y="993"/>
                  </a:cubicBezTo>
                  <a:cubicBezTo>
                    <a:pt x="1018" y="1142"/>
                    <a:pt x="1018" y="1142"/>
                    <a:pt x="1018" y="1142"/>
                  </a:cubicBezTo>
                  <a:cubicBezTo>
                    <a:pt x="963" y="1142"/>
                    <a:pt x="963" y="1142"/>
                    <a:pt x="963" y="1142"/>
                  </a:cubicBezTo>
                  <a:cubicBezTo>
                    <a:pt x="963" y="803"/>
                    <a:pt x="963" y="803"/>
                    <a:pt x="963" y="803"/>
                  </a:cubicBezTo>
                  <a:cubicBezTo>
                    <a:pt x="1018" y="803"/>
                    <a:pt x="1018" y="803"/>
                    <a:pt x="1018" y="803"/>
                  </a:cubicBezTo>
                  <a:cubicBezTo>
                    <a:pt x="1018" y="943"/>
                    <a:pt x="1018" y="943"/>
                    <a:pt x="1018" y="943"/>
                  </a:cubicBezTo>
                  <a:cubicBezTo>
                    <a:pt x="1169" y="943"/>
                    <a:pt x="1169" y="943"/>
                    <a:pt x="1169" y="943"/>
                  </a:cubicBezTo>
                  <a:cubicBezTo>
                    <a:pt x="1169" y="803"/>
                    <a:pt x="1169" y="803"/>
                    <a:pt x="1169" y="803"/>
                  </a:cubicBezTo>
                  <a:cubicBezTo>
                    <a:pt x="1223" y="803"/>
                    <a:pt x="1223" y="803"/>
                    <a:pt x="1223" y="803"/>
                  </a:cubicBezTo>
                  <a:lnTo>
                    <a:pt x="1223" y="1142"/>
                  </a:lnTo>
                  <a:close/>
                  <a:moveTo>
                    <a:pt x="1595" y="1142"/>
                  </a:moveTo>
                  <a:cubicBezTo>
                    <a:pt x="1533" y="1142"/>
                    <a:pt x="1533" y="1142"/>
                    <a:pt x="1533" y="1142"/>
                  </a:cubicBezTo>
                  <a:cubicBezTo>
                    <a:pt x="1532" y="1140"/>
                    <a:pt x="1532" y="1140"/>
                    <a:pt x="1532" y="1140"/>
                  </a:cubicBezTo>
                  <a:cubicBezTo>
                    <a:pt x="1378" y="878"/>
                    <a:pt x="1378" y="878"/>
                    <a:pt x="1378" y="878"/>
                  </a:cubicBezTo>
                  <a:cubicBezTo>
                    <a:pt x="1378" y="1142"/>
                    <a:pt x="1378" y="1142"/>
                    <a:pt x="1378" y="1142"/>
                  </a:cubicBezTo>
                  <a:cubicBezTo>
                    <a:pt x="1327" y="1142"/>
                    <a:pt x="1327" y="1142"/>
                    <a:pt x="1327" y="1142"/>
                  </a:cubicBezTo>
                  <a:cubicBezTo>
                    <a:pt x="1327" y="803"/>
                    <a:pt x="1327" y="803"/>
                    <a:pt x="1327" y="803"/>
                  </a:cubicBezTo>
                  <a:cubicBezTo>
                    <a:pt x="1398" y="803"/>
                    <a:pt x="1398" y="803"/>
                    <a:pt x="1398" y="803"/>
                  </a:cubicBezTo>
                  <a:cubicBezTo>
                    <a:pt x="1545" y="1056"/>
                    <a:pt x="1545" y="1056"/>
                    <a:pt x="1545" y="1056"/>
                  </a:cubicBezTo>
                  <a:cubicBezTo>
                    <a:pt x="1545" y="803"/>
                    <a:pt x="1545" y="803"/>
                    <a:pt x="1545" y="803"/>
                  </a:cubicBezTo>
                  <a:cubicBezTo>
                    <a:pt x="1596" y="803"/>
                    <a:pt x="1596" y="803"/>
                    <a:pt x="1596" y="803"/>
                  </a:cubicBezTo>
                  <a:cubicBezTo>
                    <a:pt x="1596" y="1142"/>
                    <a:pt x="1596" y="1142"/>
                    <a:pt x="1596" y="1142"/>
                  </a:cubicBezTo>
                  <a:lnTo>
                    <a:pt x="1595" y="1142"/>
                  </a:lnTo>
                  <a:close/>
                  <a:moveTo>
                    <a:pt x="1834" y="1148"/>
                  </a:moveTo>
                  <a:cubicBezTo>
                    <a:pt x="1785" y="1148"/>
                    <a:pt x="1746" y="1132"/>
                    <a:pt x="1719" y="1102"/>
                  </a:cubicBezTo>
                  <a:cubicBezTo>
                    <a:pt x="1692" y="1071"/>
                    <a:pt x="1678" y="1028"/>
                    <a:pt x="1678" y="974"/>
                  </a:cubicBezTo>
                  <a:cubicBezTo>
                    <a:pt x="1678" y="918"/>
                    <a:pt x="1692" y="875"/>
                    <a:pt x="1719" y="844"/>
                  </a:cubicBezTo>
                  <a:cubicBezTo>
                    <a:pt x="1746" y="814"/>
                    <a:pt x="1785" y="798"/>
                    <a:pt x="1834" y="798"/>
                  </a:cubicBezTo>
                  <a:cubicBezTo>
                    <a:pt x="1883" y="798"/>
                    <a:pt x="1922" y="814"/>
                    <a:pt x="1949" y="844"/>
                  </a:cubicBezTo>
                  <a:cubicBezTo>
                    <a:pt x="1975" y="874"/>
                    <a:pt x="1989" y="918"/>
                    <a:pt x="1989" y="974"/>
                  </a:cubicBezTo>
                  <a:cubicBezTo>
                    <a:pt x="1989" y="1029"/>
                    <a:pt x="1975" y="1072"/>
                    <a:pt x="1948" y="1102"/>
                  </a:cubicBezTo>
                  <a:cubicBezTo>
                    <a:pt x="1921" y="1132"/>
                    <a:pt x="1883" y="1148"/>
                    <a:pt x="1834" y="1148"/>
                  </a:cubicBezTo>
                  <a:moveTo>
                    <a:pt x="1833" y="845"/>
                  </a:moveTo>
                  <a:cubicBezTo>
                    <a:pt x="1802" y="845"/>
                    <a:pt x="1778" y="855"/>
                    <a:pt x="1761" y="877"/>
                  </a:cubicBezTo>
                  <a:cubicBezTo>
                    <a:pt x="1745" y="899"/>
                    <a:pt x="1736" y="930"/>
                    <a:pt x="1736" y="971"/>
                  </a:cubicBezTo>
                  <a:cubicBezTo>
                    <a:pt x="1736" y="1013"/>
                    <a:pt x="1745" y="1045"/>
                    <a:pt x="1762" y="1067"/>
                  </a:cubicBezTo>
                  <a:cubicBezTo>
                    <a:pt x="1778" y="1089"/>
                    <a:pt x="1802" y="1099"/>
                    <a:pt x="1833" y="1099"/>
                  </a:cubicBezTo>
                  <a:cubicBezTo>
                    <a:pt x="1865" y="1099"/>
                    <a:pt x="1889" y="1089"/>
                    <a:pt x="1905" y="1067"/>
                  </a:cubicBezTo>
                  <a:cubicBezTo>
                    <a:pt x="1922" y="1046"/>
                    <a:pt x="1931" y="1014"/>
                    <a:pt x="1931" y="972"/>
                  </a:cubicBezTo>
                  <a:cubicBezTo>
                    <a:pt x="1931" y="931"/>
                    <a:pt x="1922" y="899"/>
                    <a:pt x="1905" y="877"/>
                  </a:cubicBezTo>
                  <a:cubicBezTo>
                    <a:pt x="1888" y="855"/>
                    <a:pt x="1865" y="845"/>
                    <a:pt x="1833" y="845"/>
                  </a:cubicBezTo>
                  <a:moveTo>
                    <a:pt x="2274" y="1142"/>
                  </a:moveTo>
                  <a:cubicBezTo>
                    <a:pt x="2070" y="1142"/>
                    <a:pt x="2070" y="1142"/>
                    <a:pt x="2070" y="1142"/>
                  </a:cubicBezTo>
                  <a:cubicBezTo>
                    <a:pt x="2070" y="803"/>
                    <a:pt x="2070" y="803"/>
                    <a:pt x="2070" y="803"/>
                  </a:cubicBezTo>
                  <a:cubicBezTo>
                    <a:pt x="2125" y="803"/>
                    <a:pt x="2125" y="803"/>
                    <a:pt x="2125" y="803"/>
                  </a:cubicBezTo>
                  <a:cubicBezTo>
                    <a:pt x="2125" y="1092"/>
                    <a:pt x="2125" y="1092"/>
                    <a:pt x="2125" y="1092"/>
                  </a:cubicBezTo>
                  <a:cubicBezTo>
                    <a:pt x="2274" y="1092"/>
                    <a:pt x="2274" y="1092"/>
                    <a:pt x="2274" y="1092"/>
                  </a:cubicBezTo>
                  <a:cubicBezTo>
                    <a:pt x="2274" y="1142"/>
                    <a:pt x="2274" y="1142"/>
                    <a:pt x="2274" y="1142"/>
                  </a:cubicBezTo>
                  <a:close/>
                  <a:moveTo>
                    <a:pt x="2475" y="1148"/>
                  </a:moveTo>
                  <a:cubicBezTo>
                    <a:pt x="2427" y="1148"/>
                    <a:pt x="2388" y="1132"/>
                    <a:pt x="2361" y="1102"/>
                  </a:cubicBezTo>
                  <a:cubicBezTo>
                    <a:pt x="2334" y="1071"/>
                    <a:pt x="2320" y="1028"/>
                    <a:pt x="2320" y="974"/>
                  </a:cubicBezTo>
                  <a:cubicBezTo>
                    <a:pt x="2320" y="918"/>
                    <a:pt x="2334" y="875"/>
                    <a:pt x="2360" y="844"/>
                  </a:cubicBezTo>
                  <a:cubicBezTo>
                    <a:pt x="2387" y="814"/>
                    <a:pt x="2426" y="798"/>
                    <a:pt x="2475" y="798"/>
                  </a:cubicBezTo>
                  <a:cubicBezTo>
                    <a:pt x="2525" y="798"/>
                    <a:pt x="2563" y="814"/>
                    <a:pt x="2590" y="844"/>
                  </a:cubicBezTo>
                  <a:cubicBezTo>
                    <a:pt x="2617" y="874"/>
                    <a:pt x="2630" y="918"/>
                    <a:pt x="2630" y="974"/>
                  </a:cubicBezTo>
                  <a:cubicBezTo>
                    <a:pt x="2630" y="1029"/>
                    <a:pt x="2617" y="1072"/>
                    <a:pt x="2590" y="1102"/>
                  </a:cubicBezTo>
                  <a:cubicBezTo>
                    <a:pt x="2563" y="1132"/>
                    <a:pt x="2525" y="1148"/>
                    <a:pt x="2475" y="1148"/>
                  </a:cubicBezTo>
                  <a:moveTo>
                    <a:pt x="2475" y="845"/>
                  </a:moveTo>
                  <a:cubicBezTo>
                    <a:pt x="2443" y="845"/>
                    <a:pt x="2420" y="855"/>
                    <a:pt x="2403" y="877"/>
                  </a:cubicBezTo>
                  <a:cubicBezTo>
                    <a:pt x="2386" y="899"/>
                    <a:pt x="2378" y="930"/>
                    <a:pt x="2378" y="971"/>
                  </a:cubicBezTo>
                  <a:cubicBezTo>
                    <a:pt x="2378" y="1013"/>
                    <a:pt x="2386" y="1045"/>
                    <a:pt x="2403" y="1067"/>
                  </a:cubicBezTo>
                  <a:cubicBezTo>
                    <a:pt x="2420" y="1089"/>
                    <a:pt x="2443" y="1099"/>
                    <a:pt x="2475" y="1099"/>
                  </a:cubicBezTo>
                  <a:cubicBezTo>
                    <a:pt x="2507" y="1099"/>
                    <a:pt x="2530" y="1089"/>
                    <a:pt x="2547" y="1067"/>
                  </a:cubicBezTo>
                  <a:cubicBezTo>
                    <a:pt x="2564" y="1046"/>
                    <a:pt x="2572" y="1014"/>
                    <a:pt x="2572" y="972"/>
                  </a:cubicBezTo>
                  <a:cubicBezTo>
                    <a:pt x="2572" y="931"/>
                    <a:pt x="2564" y="899"/>
                    <a:pt x="2547" y="877"/>
                  </a:cubicBezTo>
                  <a:cubicBezTo>
                    <a:pt x="2530" y="855"/>
                    <a:pt x="2507" y="845"/>
                    <a:pt x="2475" y="845"/>
                  </a:cubicBezTo>
                  <a:moveTo>
                    <a:pt x="2862" y="1148"/>
                  </a:moveTo>
                  <a:cubicBezTo>
                    <a:pt x="2811" y="1148"/>
                    <a:pt x="2770" y="1133"/>
                    <a:pt x="2741" y="1103"/>
                  </a:cubicBezTo>
                  <a:cubicBezTo>
                    <a:pt x="2711" y="1073"/>
                    <a:pt x="2696" y="1031"/>
                    <a:pt x="2696" y="980"/>
                  </a:cubicBezTo>
                  <a:cubicBezTo>
                    <a:pt x="2696" y="923"/>
                    <a:pt x="2711" y="878"/>
                    <a:pt x="2740" y="846"/>
                  </a:cubicBezTo>
                  <a:cubicBezTo>
                    <a:pt x="2769" y="814"/>
                    <a:pt x="2810" y="798"/>
                    <a:pt x="2862" y="798"/>
                  </a:cubicBezTo>
                  <a:cubicBezTo>
                    <a:pt x="2898" y="798"/>
                    <a:pt x="2927" y="806"/>
                    <a:pt x="2949" y="822"/>
                  </a:cubicBezTo>
                  <a:cubicBezTo>
                    <a:pt x="2970" y="839"/>
                    <a:pt x="2982" y="861"/>
                    <a:pt x="2983" y="890"/>
                  </a:cubicBezTo>
                  <a:cubicBezTo>
                    <a:pt x="2983" y="895"/>
                    <a:pt x="2983" y="895"/>
                    <a:pt x="2983" y="895"/>
                  </a:cubicBezTo>
                  <a:cubicBezTo>
                    <a:pt x="2924" y="895"/>
                    <a:pt x="2924" y="895"/>
                    <a:pt x="2924" y="895"/>
                  </a:cubicBezTo>
                  <a:cubicBezTo>
                    <a:pt x="2924" y="890"/>
                    <a:pt x="2924" y="890"/>
                    <a:pt x="2924" y="890"/>
                  </a:cubicBezTo>
                  <a:cubicBezTo>
                    <a:pt x="2924" y="877"/>
                    <a:pt x="2917" y="866"/>
                    <a:pt x="2905" y="856"/>
                  </a:cubicBezTo>
                  <a:cubicBezTo>
                    <a:pt x="2892" y="847"/>
                    <a:pt x="2876" y="842"/>
                    <a:pt x="2856" y="842"/>
                  </a:cubicBezTo>
                  <a:cubicBezTo>
                    <a:pt x="2824" y="842"/>
                    <a:pt x="2799" y="854"/>
                    <a:pt x="2781" y="877"/>
                  </a:cubicBezTo>
                  <a:cubicBezTo>
                    <a:pt x="2762" y="900"/>
                    <a:pt x="2753" y="933"/>
                    <a:pt x="2753" y="974"/>
                  </a:cubicBezTo>
                  <a:cubicBezTo>
                    <a:pt x="2753" y="1015"/>
                    <a:pt x="2763" y="1046"/>
                    <a:pt x="2782" y="1068"/>
                  </a:cubicBezTo>
                  <a:cubicBezTo>
                    <a:pt x="2801" y="1090"/>
                    <a:pt x="2829" y="1101"/>
                    <a:pt x="2864" y="1101"/>
                  </a:cubicBezTo>
                  <a:cubicBezTo>
                    <a:pt x="2873" y="1101"/>
                    <a:pt x="2883" y="1100"/>
                    <a:pt x="2893" y="1098"/>
                  </a:cubicBezTo>
                  <a:cubicBezTo>
                    <a:pt x="2902" y="1096"/>
                    <a:pt x="2913" y="1094"/>
                    <a:pt x="2926" y="1091"/>
                  </a:cubicBezTo>
                  <a:cubicBezTo>
                    <a:pt x="2926" y="1002"/>
                    <a:pt x="2926" y="1002"/>
                    <a:pt x="2926" y="1002"/>
                  </a:cubicBezTo>
                  <a:cubicBezTo>
                    <a:pt x="2857" y="1002"/>
                    <a:pt x="2857" y="1002"/>
                    <a:pt x="2857" y="1002"/>
                  </a:cubicBezTo>
                  <a:cubicBezTo>
                    <a:pt x="2857" y="955"/>
                    <a:pt x="2857" y="955"/>
                    <a:pt x="2857" y="955"/>
                  </a:cubicBezTo>
                  <a:cubicBezTo>
                    <a:pt x="2983" y="955"/>
                    <a:pt x="2983" y="955"/>
                    <a:pt x="2983" y="955"/>
                  </a:cubicBezTo>
                  <a:cubicBezTo>
                    <a:pt x="2983" y="1125"/>
                    <a:pt x="2983" y="1125"/>
                    <a:pt x="2983" y="1125"/>
                  </a:cubicBezTo>
                  <a:cubicBezTo>
                    <a:pt x="2979" y="1127"/>
                    <a:pt x="2979" y="1127"/>
                    <a:pt x="2979" y="1127"/>
                  </a:cubicBezTo>
                  <a:cubicBezTo>
                    <a:pt x="2957" y="1134"/>
                    <a:pt x="2937" y="1139"/>
                    <a:pt x="2918" y="1143"/>
                  </a:cubicBezTo>
                  <a:cubicBezTo>
                    <a:pt x="2899" y="1146"/>
                    <a:pt x="2880" y="1148"/>
                    <a:pt x="2862" y="1148"/>
                  </a:cubicBezTo>
                  <a:moveTo>
                    <a:pt x="3139" y="1142"/>
                  </a:moveTo>
                  <a:cubicBezTo>
                    <a:pt x="3084" y="1142"/>
                    <a:pt x="3084" y="1142"/>
                    <a:pt x="3084" y="1142"/>
                  </a:cubicBezTo>
                  <a:cubicBezTo>
                    <a:pt x="3084" y="803"/>
                    <a:pt x="3084" y="803"/>
                    <a:pt x="3084" y="803"/>
                  </a:cubicBezTo>
                  <a:cubicBezTo>
                    <a:pt x="3139" y="803"/>
                    <a:pt x="3139" y="803"/>
                    <a:pt x="3139" y="803"/>
                  </a:cubicBezTo>
                  <a:lnTo>
                    <a:pt x="3139" y="1142"/>
                  </a:lnTo>
                  <a:close/>
                  <a:moveTo>
                    <a:pt x="3461" y="1142"/>
                  </a:moveTo>
                  <a:cubicBezTo>
                    <a:pt x="3243" y="1142"/>
                    <a:pt x="3243" y="1142"/>
                    <a:pt x="3243" y="1142"/>
                  </a:cubicBezTo>
                  <a:cubicBezTo>
                    <a:pt x="3243" y="803"/>
                    <a:pt x="3243" y="803"/>
                    <a:pt x="3243" y="803"/>
                  </a:cubicBezTo>
                  <a:cubicBezTo>
                    <a:pt x="3458" y="803"/>
                    <a:pt x="3458" y="803"/>
                    <a:pt x="3458" y="803"/>
                  </a:cubicBezTo>
                  <a:cubicBezTo>
                    <a:pt x="3458" y="853"/>
                    <a:pt x="3458" y="853"/>
                    <a:pt x="3458" y="853"/>
                  </a:cubicBezTo>
                  <a:cubicBezTo>
                    <a:pt x="3298" y="853"/>
                    <a:pt x="3298" y="853"/>
                    <a:pt x="3298" y="853"/>
                  </a:cubicBezTo>
                  <a:cubicBezTo>
                    <a:pt x="3298" y="942"/>
                    <a:pt x="3298" y="942"/>
                    <a:pt x="3298" y="942"/>
                  </a:cubicBezTo>
                  <a:cubicBezTo>
                    <a:pt x="3451" y="942"/>
                    <a:pt x="3451" y="942"/>
                    <a:pt x="3451" y="942"/>
                  </a:cubicBezTo>
                  <a:cubicBezTo>
                    <a:pt x="3451" y="991"/>
                    <a:pt x="3451" y="991"/>
                    <a:pt x="3451" y="991"/>
                  </a:cubicBezTo>
                  <a:cubicBezTo>
                    <a:pt x="3298" y="991"/>
                    <a:pt x="3298" y="991"/>
                    <a:pt x="3298" y="991"/>
                  </a:cubicBezTo>
                  <a:cubicBezTo>
                    <a:pt x="3298" y="1092"/>
                    <a:pt x="3298" y="1092"/>
                    <a:pt x="3298" y="1092"/>
                  </a:cubicBezTo>
                  <a:cubicBezTo>
                    <a:pt x="3461" y="1092"/>
                    <a:pt x="3461" y="1092"/>
                    <a:pt x="3461" y="1092"/>
                  </a:cubicBezTo>
                  <a:lnTo>
                    <a:pt x="3461" y="1142"/>
                  </a:lnTo>
                  <a:close/>
                  <a:moveTo>
                    <a:pt x="3656" y="1148"/>
                  </a:moveTo>
                  <a:cubicBezTo>
                    <a:pt x="3615" y="1148"/>
                    <a:pt x="3583" y="1139"/>
                    <a:pt x="3562" y="1123"/>
                  </a:cubicBezTo>
                  <a:cubicBezTo>
                    <a:pt x="3541" y="1105"/>
                    <a:pt x="3530" y="1080"/>
                    <a:pt x="3530" y="1046"/>
                  </a:cubicBezTo>
                  <a:cubicBezTo>
                    <a:pt x="3530" y="1035"/>
                    <a:pt x="3530" y="1035"/>
                    <a:pt x="3530" y="1035"/>
                  </a:cubicBezTo>
                  <a:cubicBezTo>
                    <a:pt x="3588" y="1035"/>
                    <a:pt x="3588" y="1035"/>
                    <a:pt x="3588" y="1035"/>
                  </a:cubicBezTo>
                  <a:cubicBezTo>
                    <a:pt x="3588" y="1040"/>
                    <a:pt x="3588" y="1040"/>
                    <a:pt x="3588" y="1040"/>
                  </a:cubicBezTo>
                  <a:cubicBezTo>
                    <a:pt x="3589" y="1060"/>
                    <a:pt x="3595" y="1075"/>
                    <a:pt x="3606" y="1084"/>
                  </a:cubicBezTo>
                  <a:cubicBezTo>
                    <a:pt x="3617" y="1093"/>
                    <a:pt x="3635" y="1098"/>
                    <a:pt x="3658" y="1098"/>
                  </a:cubicBezTo>
                  <a:cubicBezTo>
                    <a:pt x="3682" y="1098"/>
                    <a:pt x="3700" y="1093"/>
                    <a:pt x="3714" y="1084"/>
                  </a:cubicBezTo>
                  <a:cubicBezTo>
                    <a:pt x="3727" y="1075"/>
                    <a:pt x="3733" y="1062"/>
                    <a:pt x="3733" y="1046"/>
                  </a:cubicBezTo>
                  <a:cubicBezTo>
                    <a:pt x="3733" y="1024"/>
                    <a:pt x="3709" y="1007"/>
                    <a:pt x="3660" y="995"/>
                  </a:cubicBezTo>
                  <a:cubicBezTo>
                    <a:pt x="3655" y="993"/>
                    <a:pt x="3651" y="992"/>
                    <a:pt x="3647" y="991"/>
                  </a:cubicBezTo>
                  <a:cubicBezTo>
                    <a:pt x="3644" y="991"/>
                    <a:pt x="3639" y="989"/>
                    <a:pt x="3632" y="988"/>
                  </a:cubicBezTo>
                  <a:cubicBezTo>
                    <a:pt x="3604" y="981"/>
                    <a:pt x="3584" y="974"/>
                    <a:pt x="3572" y="967"/>
                  </a:cubicBezTo>
                  <a:cubicBezTo>
                    <a:pt x="3560" y="959"/>
                    <a:pt x="3551" y="949"/>
                    <a:pt x="3544" y="937"/>
                  </a:cubicBezTo>
                  <a:cubicBezTo>
                    <a:pt x="3537" y="925"/>
                    <a:pt x="3534" y="911"/>
                    <a:pt x="3534" y="896"/>
                  </a:cubicBezTo>
                  <a:cubicBezTo>
                    <a:pt x="3534" y="866"/>
                    <a:pt x="3546" y="841"/>
                    <a:pt x="3569" y="824"/>
                  </a:cubicBezTo>
                  <a:cubicBezTo>
                    <a:pt x="3592" y="807"/>
                    <a:pt x="3624" y="798"/>
                    <a:pt x="3663" y="798"/>
                  </a:cubicBezTo>
                  <a:cubicBezTo>
                    <a:pt x="3698" y="798"/>
                    <a:pt x="3726" y="806"/>
                    <a:pt x="3747" y="821"/>
                  </a:cubicBezTo>
                  <a:cubicBezTo>
                    <a:pt x="3768" y="837"/>
                    <a:pt x="3778" y="858"/>
                    <a:pt x="3778" y="885"/>
                  </a:cubicBezTo>
                  <a:cubicBezTo>
                    <a:pt x="3778" y="895"/>
                    <a:pt x="3778" y="895"/>
                    <a:pt x="3778" y="895"/>
                  </a:cubicBezTo>
                  <a:cubicBezTo>
                    <a:pt x="3724" y="895"/>
                    <a:pt x="3724" y="895"/>
                    <a:pt x="3724" y="895"/>
                  </a:cubicBezTo>
                  <a:cubicBezTo>
                    <a:pt x="3723" y="890"/>
                    <a:pt x="3723" y="890"/>
                    <a:pt x="3723" y="890"/>
                  </a:cubicBezTo>
                  <a:cubicBezTo>
                    <a:pt x="3723" y="875"/>
                    <a:pt x="3717" y="865"/>
                    <a:pt x="3707" y="857"/>
                  </a:cubicBezTo>
                  <a:cubicBezTo>
                    <a:pt x="3696" y="849"/>
                    <a:pt x="3680" y="845"/>
                    <a:pt x="3659" y="845"/>
                  </a:cubicBezTo>
                  <a:cubicBezTo>
                    <a:pt x="3638" y="845"/>
                    <a:pt x="3621" y="850"/>
                    <a:pt x="3609" y="859"/>
                  </a:cubicBezTo>
                  <a:cubicBezTo>
                    <a:pt x="3597" y="867"/>
                    <a:pt x="3591" y="879"/>
                    <a:pt x="3591" y="893"/>
                  </a:cubicBezTo>
                  <a:cubicBezTo>
                    <a:pt x="3591" y="912"/>
                    <a:pt x="3613" y="927"/>
                    <a:pt x="3657" y="938"/>
                  </a:cubicBezTo>
                  <a:cubicBezTo>
                    <a:pt x="3666" y="940"/>
                    <a:pt x="3666" y="940"/>
                    <a:pt x="3666" y="940"/>
                  </a:cubicBezTo>
                  <a:cubicBezTo>
                    <a:pt x="3719" y="954"/>
                    <a:pt x="3751" y="967"/>
                    <a:pt x="3766" y="981"/>
                  </a:cubicBezTo>
                  <a:cubicBezTo>
                    <a:pt x="3781" y="995"/>
                    <a:pt x="3789" y="1015"/>
                    <a:pt x="3789" y="1040"/>
                  </a:cubicBezTo>
                  <a:cubicBezTo>
                    <a:pt x="3789" y="1075"/>
                    <a:pt x="3777" y="1102"/>
                    <a:pt x="3754" y="1120"/>
                  </a:cubicBezTo>
                  <a:cubicBezTo>
                    <a:pt x="3731" y="1138"/>
                    <a:pt x="3698" y="1148"/>
                    <a:pt x="3656" y="1148"/>
                  </a:cubicBezTo>
                  <a:moveTo>
                    <a:pt x="25" y="605"/>
                  </a:moveTo>
                  <a:cubicBezTo>
                    <a:pt x="25" y="11"/>
                    <a:pt x="25" y="11"/>
                    <a:pt x="25" y="11"/>
                  </a:cubicBezTo>
                  <a:cubicBezTo>
                    <a:pt x="152" y="11"/>
                    <a:pt x="152" y="11"/>
                    <a:pt x="152" y="11"/>
                  </a:cubicBezTo>
                  <a:cubicBezTo>
                    <a:pt x="152" y="268"/>
                    <a:pt x="152" y="268"/>
                    <a:pt x="152" y="268"/>
                  </a:cubicBezTo>
                  <a:cubicBezTo>
                    <a:pt x="346" y="11"/>
                    <a:pt x="346" y="11"/>
                    <a:pt x="346" y="11"/>
                  </a:cubicBezTo>
                  <a:cubicBezTo>
                    <a:pt x="488" y="11"/>
                    <a:pt x="488" y="11"/>
                    <a:pt x="488" y="11"/>
                  </a:cubicBezTo>
                  <a:cubicBezTo>
                    <a:pt x="279" y="277"/>
                    <a:pt x="279" y="277"/>
                    <a:pt x="279" y="277"/>
                  </a:cubicBezTo>
                  <a:cubicBezTo>
                    <a:pt x="509" y="605"/>
                    <a:pt x="509" y="605"/>
                    <a:pt x="509" y="605"/>
                  </a:cubicBezTo>
                  <a:cubicBezTo>
                    <a:pt x="361" y="605"/>
                    <a:pt x="361" y="605"/>
                    <a:pt x="361" y="605"/>
                  </a:cubicBezTo>
                  <a:cubicBezTo>
                    <a:pt x="152" y="297"/>
                    <a:pt x="152" y="297"/>
                    <a:pt x="152" y="297"/>
                  </a:cubicBezTo>
                  <a:cubicBezTo>
                    <a:pt x="152" y="605"/>
                    <a:pt x="152" y="605"/>
                    <a:pt x="152" y="605"/>
                  </a:cubicBezTo>
                  <a:cubicBezTo>
                    <a:pt x="25" y="605"/>
                    <a:pt x="25" y="605"/>
                    <a:pt x="25" y="605"/>
                  </a:cubicBezTo>
                  <a:close/>
                  <a:moveTo>
                    <a:pt x="553" y="605"/>
                  </a:moveTo>
                  <a:cubicBezTo>
                    <a:pt x="553" y="11"/>
                    <a:pt x="553" y="11"/>
                    <a:pt x="553" y="11"/>
                  </a:cubicBezTo>
                  <a:cubicBezTo>
                    <a:pt x="947" y="11"/>
                    <a:pt x="947" y="11"/>
                    <a:pt x="947" y="11"/>
                  </a:cubicBezTo>
                  <a:cubicBezTo>
                    <a:pt x="947" y="109"/>
                    <a:pt x="947" y="109"/>
                    <a:pt x="947" y="109"/>
                  </a:cubicBezTo>
                  <a:cubicBezTo>
                    <a:pt x="682" y="109"/>
                    <a:pt x="682" y="109"/>
                    <a:pt x="682" y="109"/>
                  </a:cubicBezTo>
                  <a:cubicBezTo>
                    <a:pt x="682" y="249"/>
                    <a:pt x="682" y="249"/>
                    <a:pt x="682" y="249"/>
                  </a:cubicBezTo>
                  <a:cubicBezTo>
                    <a:pt x="931" y="249"/>
                    <a:pt x="931" y="249"/>
                    <a:pt x="931" y="249"/>
                  </a:cubicBezTo>
                  <a:cubicBezTo>
                    <a:pt x="931" y="346"/>
                    <a:pt x="931" y="346"/>
                    <a:pt x="931" y="346"/>
                  </a:cubicBezTo>
                  <a:cubicBezTo>
                    <a:pt x="682" y="346"/>
                    <a:pt x="682" y="346"/>
                    <a:pt x="682" y="346"/>
                  </a:cubicBezTo>
                  <a:cubicBezTo>
                    <a:pt x="682" y="506"/>
                    <a:pt x="682" y="506"/>
                    <a:pt x="682" y="506"/>
                  </a:cubicBezTo>
                  <a:cubicBezTo>
                    <a:pt x="957" y="506"/>
                    <a:pt x="957" y="506"/>
                    <a:pt x="957" y="506"/>
                  </a:cubicBezTo>
                  <a:cubicBezTo>
                    <a:pt x="957" y="605"/>
                    <a:pt x="957" y="605"/>
                    <a:pt x="957" y="605"/>
                  </a:cubicBezTo>
                  <a:lnTo>
                    <a:pt x="553" y="605"/>
                  </a:lnTo>
                  <a:close/>
                  <a:moveTo>
                    <a:pt x="1190" y="605"/>
                  </a:moveTo>
                  <a:cubicBezTo>
                    <a:pt x="1190" y="386"/>
                    <a:pt x="1190" y="386"/>
                    <a:pt x="1190" y="386"/>
                  </a:cubicBezTo>
                  <a:cubicBezTo>
                    <a:pt x="989" y="11"/>
                    <a:pt x="989" y="11"/>
                    <a:pt x="989" y="11"/>
                  </a:cubicBezTo>
                  <a:cubicBezTo>
                    <a:pt x="1123" y="11"/>
                    <a:pt x="1123" y="11"/>
                    <a:pt x="1123" y="11"/>
                  </a:cubicBezTo>
                  <a:cubicBezTo>
                    <a:pt x="1259" y="265"/>
                    <a:pt x="1259" y="265"/>
                    <a:pt x="1259" y="265"/>
                  </a:cubicBezTo>
                  <a:cubicBezTo>
                    <a:pt x="1382" y="11"/>
                    <a:pt x="1382" y="11"/>
                    <a:pt x="1382" y="11"/>
                  </a:cubicBezTo>
                  <a:cubicBezTo>
                    <a:pt x="1515" y="11"/>
                    <a:pt x="1515" y="11"/>
                    <a:pt x="1515" y="11"/>
                  </a:cubicBezTo>
                  <a:cubicBezTo>
                    <a:pt x="1317" y="386"/>
                    <a:pt x="1317" y="386"/>
                    <a:pt x="1317" y="386"/>
                  </a:cubicBezTo>
                  <a:cubicBezTo>
                    <a:pt x="1317" y="605"/>
                    <a:pt x="1317" y="605"/>
                    <a:pt x="1317" y="605"/>
                  </a:cubicBezTo>
                  <a:lnTo>
                    <a:pt x="1190" y="605"/>
                  </a:lnTo>
                  <a:close/>
                  <a:moveTo>
                    <a:pt x="1504" y="412"/>
                  </a:moveTo>
                  <a:cubicBezTo>
                    <a:pt x="1629" y="412"/>
                    <a:pt x="1629" y="412"/>
                    <a:pt x="1629" y="412"/>
                  </a:cubicBezTo>
                  <a:cubicBezTo>
                    <a:pt x="1629" y="452"/>
                    <a:pt x="1638" y="481"/>
                    <a:pt x="1658" y="501"/>
                  </a:cubicBezTo>
                  <a:cubicBezTo>
                    <a:pt x="1678" y="521"/>
                    <a:pt x="1707" y="531"/>
                    <a:pt x="1746" y="531"/>
                  </a:cubicBezTo>
                  <a:cubicBezTo>
                    <a:pt x="1778" y="531"/>
                    <a:pt x="1803" y="524"/>
                    <a:pt x="1823" y="508"/>
                  </a:cubicBezTo>
                  <a:cubicBezTo>
                    <a:pt x="1843" y="493"/>
                    <a:pt x="1853" y="473"/>
                    <a:pt x="1853" y="449"/>
                  </a:cubicBezTo>
                  <a:cubicBezTo>
                    <a:pt x="1853" y="412"/>
                    <a:pt x="1806" y="377"/>
                    <a:pt x="1713" y="346"/>
                  </a:cubicBezTo>
                  <a:cubicBezTo>
                    <a:pt x="1699" y="341"/>
                    <a:pt x="1699" y="341"/>
                    <a:pt x="1699" y="341"/>
                  </a:cubicBezTo>
                  <a:cubicBezTo>
                    <a:pt x="1696" y="340"/>
                    <a:pt x="1692" y="339"/>
                    <a:pt x="1687" y="337"/>
                  </a:cubicBezTo>
                  <a:cubicBezTo>
                    <a:pt x="1635" y="320"/>
                    <a:pt x="1597" y="303"/>
                    <a:pt x="1574" y="286"/>
                  </a:cubicBezTo>
                  <a:cubicBezTo>
                    <a:pt x="1558" y="273"/>
                    <a:pt x="1545" y="257"/>
                    <a:pt x="1536" y="238"/>
                  </a:cubicBezTo>
                  <a:cubicBezTo>
                    <a:pt x="1527" y="219"/>
                    <a:pt x="1522" y="198"/>
                    <a:pt x="1522" y="174"/>
                  </a:cubicBezTo>
                  <a:cubicBezTo>
                    <a:pt x="1522" y="121"/>
                    <a:pt x="1542" y="78"/>
                    <a:pt x="1583" y="47"/>
                  </a:cubicBezTo>
                  <a:cubicBezTo>
                    <a:pt x="1623" y="16"/>
                    <a:pt x="1679" y="0"/>
                    <a:pt x="1749" y="0"/>
                  </a:cubicBezTo>
                  <a:cubicBezTo>
                    <a:pt x="1814" y="0"/>
                    <a:pt x="1864" y="15"/>
                    <a:pt x="1900" y="46"/>
                  </a:cubicBezTo>
                  <a:cubicBezTo>
                    <a:pt x="1936" y="76"/>
                    <a:pt x="1954" y="119"/>
                    <a:pt x="1954" y="173"/>
                  </a:cubicBezTo>
                  <a:cubicBezTo>
                    <a:pt x="1954" y="177"/>
                    <a:pt x="1954" y="177"/>
                    <a:pt x="1954" y="177"/>
                  </a:cubicBezTo>
                  <a:cubicBezTo>
                    <a:pt x="1844" y="177"/>
                    <a:pt x="1844" y="177"/>
                    <a:pt x="1844" y="177"/>
                  </a:cubicBezTo>
                  <a:cubicBezTo>
                    <a:pt x="1841" y="146"/>
                    <a:pt x="1831" y="122"/>
                    <a:pt x="1813" y="106"/>
                  </a:cubicBezTo>
                  <a:cubicBezTo>
                    <a:pt x="1796" y="90"/>
                    <a:pt x="1771" y="82"/>
                    <a:pt x="1741" y="82"/>
                  </a:cubicBezTo>
                  <a:cubicBezTo>
                    <a:pt x="1711" y="82"/>
                    <a:pt x="1687" y="89"/>
                    <a:pt x="1669" y="102"/>
                  </a:cubicBezTo>
                  <a:cubicBezTo>
                    <a:pt x="1652" y="116"/>
                    <a:pt x="1643" y="135"/>
                    <a:pt x="1643" y="158"/>
                  </a:cubicBezTo>
                  <a:cubicBezTo>
                    <a:pt x="1643" y="194"/>
                    <a:pt x="1692" y="228"/>
                    <a:pt x="1790" y="259"/>
                  </a:cubicBezTo>
                  <a:cubicBezTo>
                    <a:pt x="1797" y="262"/>
                    <a:pt x="1797" y="262"/>
                    <a:pt x="1797" y="262"/>
                  </a:cubicBezTo>
                  <a:cubicBezTo>
                    <a:pt x="1872" y="287"/>
                    <a:pt x="1921" y="311"/>
                    <a:pt x="1945" y="336"/>
                  </a:cubicBezTo>
                  <a:cubicBezTo>
                    <a:pt x="1968" y="361"/>
                    <a:pt x="1980" y="395"/>
                    <a:pt x="1980" y="439"/>
                  </a:cubicBezTo>
                  <a:cubicBezTo>
                    <a:pt x="1980" y="494"/>
                    <a:pt x="1959" y="537"/>
                    <a:pt x="1917" y="569"/>
                  </a:cubicBezTo>
                  <a:cubicBezTo>
                    <a:pt x="1874" y="600"/>
                    <a:pt x="1815" y="616"/>
                    <a:pt x="1740" y="616"/>
                  </a:cubicBezTo>
                  <a:cubicBezTo>
                    <a:pt x="1661" y="616"/>
                    <a:pt x="1602" y="599"/>
                    <a:pt x="1563" y="567"/>
                  </a:cubicBezTo>
                  <a:cubicBezTo>
                    <a:pt x="1524" y="534"/>
                    <a:pt x="1504" y="485"/>
                    <a:pt x="1504" y="420"/>
                  </a:cubicBezTo>
                  <a:cubicBezTo>
                    <a:pt x="1504" y="412"/>
                    <a:pt x="1504" y="412"/>
                    <a:pt x="1504" y="412"/>
                  </a:cubicBezTo>
                  <a:close/>
                  <a:moveTo>
                    <a:pt x="2061" y="11"/>
                  </a:moveTo>
                  <a:cubicBezTo>
                    <a:pt x="2188" y="11"/>
                    <a:pt x="2188" y="11"/>
                    <a:pt x="2188" y="11"/>
                  </a:cubicBezTo>
                  <a:cubicBezTo>
                    <a:pt x="2188" y="605"/>
                    <a:pt x="2188" y="605"/>
                    <a:pt x="2188" y="605"/>
                  </a:cubicBezTo>
                  <a:cubicBezTo>
                    <a:pt x="2061" y="605"/>
                    <a:pt x="2061" y="605"/>
                    <a:pt x="2061" y="605"/>
                  </a:cubicBezTo>
                  <a:lnTo>
                    <a:pt x="2061" y="11"/>
                  </a:lnTo>
                  <a:close/>
                  <a:moveTo>
                    <a:pt x="2816" y="288"/>
                  </a:moveTo>
                  <a:cubicBezTo>
                    <a:pt x="2816" y="567"/>
                    <a:pt x="2816" y="567"/>
                    <a:pt x="2816" y="567"/>
                  </a:cubicBezTo>
                  <a:cubicBezTo>
                    <a:pt x="2783" y="583"/>
                    <a:pt x="2748" y="595"/>
                    <a:pt x="2711" y="603"/>
                  </a:cubicBezTo>
                  <a:cubicBezTo>
                    <a:pt x="2673" y="612"/>
                    <a:pt x="2631" y="616"/>
                    <a:pt x="2585" y="616"/>
                  </a:cubicBezTo>
                  <a:cubicBezTo>
                    <a:pt x="2485" y="616"/>
                    <a:pt x="2407" y="590"/>
                    <a:pt x="2352" y="538"/>
                  </a:cubicBezTo>
                  <a:cubicBezTo>
                    <a:pt x="2298" y="486"/>
                    <a:pt x="2270" y="412"/>
                    <a:pt x="2270" y="316"/>
                  </a:cubicBezTo>
                  <a:cubicBezTo>
                    <a:pt x="2270" y="218"/>
                    <a:pt x="2298" y="140"/>
                    <a:pt x="2353" y="85"/>
                  </a:cubicBezTo>
                  <a:cubicBezTo>
                    <a:pt x="2408" y="29"/>
                    <a:pt x="2484" y="1"/>
                    <a:pt x="2582" y="1"/>
                  </a:cubicBezTo>
                  <a:cubicBezTo>
                    <a:pt x="2655" y="1"/>
                    <a:pt x="2712" y="17"/>
                    <a:pt x="2754" y="50"/>
                  </a:cubicBezTo>
                  <a:cubicBezTo>
                    <a:pt x="2797" y="84"/>
                    <a:pt x="2818" y="128"/>
                    <a:pt x="2818" y="183"/>
                  </a:cubicBezTo>
                  <a:cubicBezTo>
                    <a:pt x="2818" y="194"/>
                    <a:pt x="2818" y="194"/>
                    <a:pt x="2818" y="194"/>
                  </a:cubicBezTo>
                  <a:cubicBezTo>
                    <a:pt x="2698" y="194"/>
                    <a:pt x="2698" y="194"/>
                    <a:pt x="2698" y="194"/>
                  </a:cubicBezTo>
                  <a:cubicBezTo>
                    <a:pt x="2696" y="157"/>
                    <a:pt x="2685" y="130"/>
                    <a:pt x="2664" y="111"/>
                  </a:cubicBezTo>
                  <a:cubicBezTo>
                    <a:pt x="2643" y="91"/>
                    <a:pt x="2614" y="82"/>
                    <a:pt x="2575" y="82"/>
                  </a:cubicBezTo>
                  <a:cubicBezTo>
                    <a:pt x="2521" y="82"/>
                    <a:pt x="2478" y="102"/>
                    <a:pt x="2447" y="144"/>
                  </a:cubicBezTo>
                  <a:cubicBezTo>
                    <a:pt x="2416" y="185"/>
                    <a:pt x="2400" y="241"/>
                    <a:pt x="2400" y="312"/>
                  </a:cubicBezTo>
                  <a:cubicBezTo>
                    <a:pt x="2400" y="382"/>
                    <a:pt x="2416" y="435"/>
                    <a:pt x="2449" y="471"/>
                  </a:cubicBezTo>
                  <a:cubicBezTo>
                    <a:pt x="2482" y="507"/>
                    <a:pt x="2531" y="525"/>
                    <a:pt x="2595" y="525"/>
                  </a:cubicBezTo>
                  <a:cubicBezTo>
                    <a:pt x="2611" y="525"/>
                    <a:pt x="2628" y="524"/>
                    <a:pt x="2644" y="522"/>
                  </a:cubicBezTo>
                  <a:cubicBezTo>
                    <a:pt x="2660" y="520"/>
                    <a:pt x="2676" y="517"/>
                    <a:pt x="2692" y="513"/>
                  </a:cubicBezTo>
                  <a:cubicBezTo>
                    <a:pt x="2692" y="383"/>
                    <a:pt x="2692" y="383"/>
                    <a:pt x="2692" y="383"/>
                  </a:cubicBezTo>
                  <a:cubicBezTo>
                    <a:pt x="2579" y="383"/>
                    <a:pt x="2579" y="383"/>
                    <a:pt x="2579" y="383"/>
                  </a:cubicBezTo>
                  <a:cubicBezTo>
                    <a:pt x="2579" y="288"/>
                    <a:pt x="2579" y="288"/>
                    <a:pt x="2579" y="288"/>
                  </a:cubicBezTo>
                  <a:lnTo>
                    <a:pt x="2816" y="288"/>
                  </a:lnTo>
                  <a:close/>
                  <a:moveTo>
                    <a:pt x="2920" y="605"/>
                  </a:moveTo>
                  <a:cubicBezTo>
                    <a:pt x="2920" y="11"/>
                    <a:pt x="2920" y="11"/>
                    <a:pt x="2920" y="11"/>
                  </a:cubicBezTo>
                  <a:cubicBezTo>
                    <a:pt x="3048" y="11"/>
                    <a:pt x="3048" y="11"/>
                    <a:pt x="3048" y="11"/>
                  </a:cubicBezTo>
                  <a:cubicBezTo>
                    <a:pt x="3048" y="248"/>
                    <a:pt x="3048" y="248"/>
                    <a:pt x="3048" y="248"/>
                  </a:cubicBezTo>
                  <a:cubicBezTo>
                    <a:pt x="3273" y="248"/>
                    <a:pt x="3273" y="248"/>
                    <a:pt x="3273" y="248"/>
                  </a:cubicBezTo>
                  <a:cubicBezTo>
                    <a:pt x="3273" y="11"/>
                    <a:pt x="3273" y="11"/>
                    <a:pt x="3273" y="11"/>
                  </a:cubicBezTo>
                  <a:cubicBezTo>
                    <a:pt x="3397" y="11"/>
                    <a:pt x="3397" y="11"/>
                    <a:pt x="3397" y="11"/>
                  </a:cubicBezTo>
                  <a:cubicBezTo>
                    <a:pt x="3397" y="605"/>
                    <a:pt x="3397" y="605"/>
                    <a:pt x="3397" y="605"/>
                  </a:cubicBezTo>
                  <a:cubicBezTo>
                    <a:pt x="3273" y="605"/>
                    <a:pt x="3273" y="605"/>
                    <a:pt x="3273" y="605"/>
                  </a:cubicBezTo>
                  <a:cubicBezTo>
                    <a:pt x="3273" y="345"/>
                    <a:pt x="3273" y="345"/>
                    <a:pt x="3273" y="345"/>
                  </a:cubicBezTo>
                  <a:cubicBezTo>
                    <a:pt x="3048" y="345"/>
                    <a:pt x="3048" y="345"/>
                    <a:pt x="3048" y="345"/>
                  </a:cubicBezTo>
                  <a:cubicBezTo>
                    <a:pt x="3048" y="605"/>
                    <a:pt x="3048" y="605"/>
                    <a:pt x="3048" y="605"/>
                  </a:cubicBezTo>
                  <a:lnTo>
                    <a:pt x="2920" y="605"/>
                  </a:lnTo>
                  <a:close/>
                  <a:moveTo>
                    <a:pt x="3628" y="605"/>
                  </a:moveTo>
                  <a:cubicBezTo>
                    <a:pt x="3628" y="107"/>
                    <a:pt x="3628" y="107"/>
                    <a:pt x="3628" y="107"/>
                  </a:cubicBezTo>
                  <a:cubicBezTo>
                    <a:pt x="3453" y="107"/>
                    <a:pt x="3453" y="107"/>
                    <a:pt x="3453" y="107"/>
                  </a:cubicBezTo>
                  <a:cubicBezTo>
                    <a:pt x="3453" y="11"/>
                    <a:pt x="3453" y="11"/>
                    <a:pt x="3453" y="11"/>
                  </a:cubicBezTo>
                  <a:cubicBezTo>
                    <a:pt x="3931" y="11"/>
                    <a:pt x="3931" y="11"/>
                    <a:pt x="3931" y="11"/>
                  </a:cubicBezTo>
                  <a:cubicBezTo>
                    <a:pt x="3931" y="107"/>
                    <a:pt x="3931" y="107"/>
                    <a:pt x="3931" y="107"/>
                  </a:cubicBezTo>
                  <a:cubicBezTo>
                    <a:pt x="3756" y="107"/>
                    <a:pt x="3756" y="107"/>
                    <a:pt x="3756" y="107"/>
                  </a:cubicBezTo>
                  <a:cubicBezTo>
                    <a:pt x="3756" y="605"/>
                    <a:pt x="3756" y="605"/>
                    <a:pt x="3756" y="605"/>
                  </a:cubicBezTo>
                  <a:lnTo>
                    <a:pt x="3628" y="605"/>
                  </a:lnTo>
                  <a:close/>
                </a:path>
              </a:pathLst>
            </a:custGeom>
            <a:solidFill>
              <a:srgbClr val="55555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a:extLst>
                <a:ext uri="{FF2B5EF4-FFF2-40B4-BE49-F238E27FC236}">
                  <a16:creationId xmlns:a16="http://schemas.microsoft.com/office/drawing/2014/main" id="{710CFBDD-008A-42F6-B152-7F57EF7924FE}"/>
                </a:ext>
              </a:extLst>
            </p:cNvPr>
            <p:cNvSpPr>
              <a:spLocks/>
            </p:cNvSpPr>
            <p:nvPr userDrawn="1"/>
          </p:nvSpPr>
          <p:spPr bwMode="black">
            <a:xfrm>
              <a:off x="1231901" y="5359401"/>
              <a:ext cx="3417888" cy="2630487"/>
            </a:xfrm>
            <a:custGeom>
              <a:avLst/>
              <a:gdLst>
                <a:gd name="T0" fmla="*/ 1831 w 1831"/>
                <a:gd name="T1" fmla="*/ 726 h 1406"/>
                <a:gd name="T2" fmla="*/ 1765 w 1831"/>
                <a:gd name="T3" fmla="*/ 626 h 1406"/>
                <a:gd name="T4" fmla="*/ 1654 w 1831"/>
                <a:gd name="T5" fmla="*/ 379 h 1406"/>
                <a:gd name="T6" fmla="*/ 1533 w 1831"/>
                <a:gd name="T7" fmla="*/ 626 h 1406"/>
                <a:gd name="T8" fmla="*/ 1456 w 1831"/>
                <a:gd name="T9" fmla="*/ 726 h 1406"/>
                <a:gd name="T10" fmla="*/ 1339 w 1831"/>
                <a:gd name="T11" fmla="*/ 505 h 1406"/>
                <a:gd name="T12" fmla="*/ 1119 w 1831"/>
                <a:gd name="T13" fmla="*/ 0 h 1406"/>
                <a:gd name="T14" fmla="*/ 911 w 1831"/>
                <a:gd name="T15" fmla="*/ 506 h 1406"/>
                <a:gd name="T16" fmla="*/ 757 w 1831"/>
                <a:gd name="T17" fmla="*/ 726 h 1406"/>
                <a:gd name="T18" fmla="*/ 626 w 1831"/>
                <a:gd name="T19" fmla="*/ 553 h 1406"/>
                <a:gd name="T20" fmla="*/ 458 w 1831"/>
                <a:gd name="T21" fmla="*/ 218 h 1406"/>
                <a:gd name="T22" fmla="*/ 288 w 1831"/>
                <a:gd name="T23" fmla="*/ 562 h 1406"/>
                <a:gd name="T24" fmla="*/ 153 w 1831"/>
                <a:gd name="T25" fmla="*/ 726 h 1406"/>
                <a:gd name="T26" fmla="*/ 0 w 1831"/>
                <a:gd name="T27" fmla="*/ 726 h 1406"/>
                <a:gd name="T28" fmla="*/ 0 w 1831"/>
                <a:gd name="T29" fmla="*/ 727 h 1406"/>
                <a:gd name="T30" fmla="*/ 70 w 1831"/>
                <a:gd name="T31" fmla="*/ 830 h 1406"/>
                <a:gd name="T32" fmla="*/ 166 w 1831"/>
                <a:gd name="T33" fmla="*/ 1075 h 1406"/>
                <a:gd name="T34" fmla="*/ 268 w 1831"/>
                <a:gd name="T35" fmla="*/ 869 h 1406"/>
                <a:gd name="T36" fmla="*/ 374 w 1831"/>
                <a:gd name="T37" fmla="*/ 727 h 1406"/>
                <a:gd name="T38" fmla="*/ 506 w 1831"/>
                <a:gd name="T39" fmla="*/ 958 h 1406"/>
                <a:gd name="T40" fmla="*/ 707 w 1831"/>
                <a:gd name="T41" fmla="*/ 1406 h 1406"/>
                <a:gd name="T42" fmla="*/ 915 w 1831"/>
                <a:gd name="T43" fmla="*/ 958 h 1406"/>
                <a:gd name="T44" fmla="*/ 1083 w 1831"/>
                <a:gd name="T45" fmla="*/ 727 h 1406"/>
                <a:gd name="T46" fmla="*/ 1234 w 1831"/>
                <a:gd name="T47" fmla="*/ 901 h 1406"/>
                <a:gd name="T48" fmla="*/ 1380 w 1831"/>
                <a:gd name="T49" fmla="*/ 1131 h 1406"/>
                <a:gd name="T50" fmla="*/ 1534 w 1831"/>
                <a:gd name="T51" fmla="*/ 873 h 1406"/>
                <a:gd name="T52" fmla="*/ 1677 w 1831"/>
                <a:gd name="T53" fmla="*/ 727 h 1406"/>
                <a:gd name="T54" fmla="*/ 1831 w 1831"/>
                <a:gd name="T55" fmla="*/ 727 h 1406"/>
                <a:gd name="T56" fmla="*/ 1831 w 1831"/>
                <a:gd name="T57" fmla="*/ 726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31" h="1406">
                  <a:moveTo>
                    <a:pt x="1831" y="726"/>
                  </a:moveTo>
                  <a:cubicBezTo>
                    <a:pt x="1817" y="724"/>
                    <a:pt x="1786" y="709"/>
                    <a:pt x="1765" y="626"/>
                  </a:cubicBezTo>
                  <a:cubicBezTo>
                    <a:pt x="1730" y="493"/>
                    <a:pt x="1713" y="379"/>
                    <a:pt x="1654" y="379"/>
                  </a:cubicBezTo>
                  <a:cubicBezTo>
                    <a:pt x="1595" y="379"/>
                    <a:pt x="1568" y="493"/>
                    <a:pt x="1533" y="626"/>
                  </a:cubicBezTo>
                  <a:cubicBezTo>
                    <a:pt x="1512" y="705"/>
                    <a:pt x="1491" y="726"/>
                    <a:pt x="1456" y="726"/>
                  </a:cubicBezTo>
                  <a:cubicBezTo>
                    <a:pt x="1423" y="726"/>
                    <a:pt x="1389" y="711"/>
                    <a:pt x="1339" y="505"/>
                  </a:cubicBezTo>
                  <a:cubicBezTo>
                    <a:pt x="1295" y="325"/>
                    <a:pt x="1266" y="0"/>
                    <a:pt x="1119" y="0"/>
                  </a:cubicBezTo>
                  <a:cubicBezTo>
                    <a:pt x="973" y="0"/>
                    <a:pt x="930" y="424"/>
                    <a:pt x="911" y="506"/>
                  </a:cubicBezTo>
                  <a:cubicBezTo>
                    <a:pt x="887" y="607"/>
                    <a:pt x="830" y="726"/>
                    <a:pt x="757" y="726"/>
                  </a:cubicBezTo>
                  <a:cubicBezTo>
                    <a:pt x="685" y="726"/>
                    <a:pt x="647" y="643"/>
                    <a:pt x="626" y="553"/>
                  </a:cubicBezTo>
                  <a:cubicBezTo>
                    <a:pt x="592" y="416"/>
                    <a:pt x="555" y="218"/>
                    <a:pt x="458" y="218"/>
                  </a:cubicBezTo>
                  <a:cubicBezTo>
                    <a:pt x="362" y="218"/>
                    <a:pt x="331" y="382"/>
                    <a:pt x="288" y="562"/>
                  </a:cubicBezTo>
                  <a:cubicBezTo>
                    <a:pt x="263" y="668"/>
                    <a:pt x="223" y="726"/>
                    <a:pt x="153" y="726"/>
                  </a:cubicBezTo>
                  <a:cubicBezTo>
                    <a:pt x="0" y="726"/>
                    <a:pt x="0" y="726"/>
                    <a:pt x="0" y="726"/>
                  </a:cubicBezTo>
                  <a:cubicBezTo>
                    <a:pt x="0" y="727"/>
                    <a:pt x="0" y="727"/>
                    <a:pt x="0" y="727"/>
                  </a:cubicBezTo>
                  <a:cubicBezTo>
                    <a:pt x="20" y="733"/>
                    <a:pt x="60" y="766"/>
                    <a:pt x="70" y="830"/>
                  </a:cubicBezTo>
                  <a:cubicBezTo>
                    <a:pt x="94" y="981"/>
                    <a:pt x="113" y="1075"/>
                    <a:pt x="166" y="1075"/>
                  </a:cubicBezTo>
                  <a:cubicBezTo>
                    <a:pt x="218" y="1075"/>
                    <a:pt x="238" y="994"/>
                    <a:pt x="268" y="869"/>
                  </a:cubicBezTo>
                  <a:cubicBezTo>
                    <a:pt x="292" y="770"/>
                    <a:pt x="329" y="727"/>
                    <a:pt x="374" y="727"/>
                  </a:cubicBezTo>
                  <a:cubicBezTo>
                    <a:pt x="439" y="727"/>
                    <a:pt x="470" y="807"/>
                    <a:pt x="506" y="958"/>
                  </a:cubicBezTo>
                  <a:cubicBezTo>
                    <a:pt x="577" y="1260"/>
                    <a:pt x="592" y="1406"/>
                    <a:pt x="707" y="1406"/>
                  </a:cubicBezTo>
                  <a:cubicBezTo>
                    <a:pt x="821" y="1406"/>
                    <a:pt x="839" y="1260"/>
                    <a:pt x="915" y="958"/>
                  </a:cubicBezTo>
                  <a:cubicBezTo>
                    <a:pt x="949" y="827"/>
                    <a:pt x="1011" y="727"/>
                    <a:pt x="1083" y="727"/>
                  </a:cubicBezTo>
                  <a:cubicBezTo>
                    <a:pt x="1156" y="727"/>
                    <a:pt x="1207" y="824"/>
                    <a:pt x="1234" y="901"/>
                  </a:cubicBezTo>
                  <a:cubicBezTo>
                    <a:pt x="1291" y="1068"/>
                    <a:pt x="1317" y="1131"/>
                    <a:pt x="1380" y="1131"/>
                  </a:cubicBezTo>
                  <a:cubicBezTo>
                    <a:pt x="1443" y="1131"/>
                    <a:pt x="1478" y="1055"/>
                    <a:pt x="1534" y="873"/>
                  </a:cubicBezTo>
                  <a:cubicBezTo>
                    <a:pt x="1569" y="758"/>
                    <a:pt x="1574" y="727"/>
                    <a:pt x="1677" y="727"/>
                  </a:cubicBezTo>
                  <a:cubicBezTo>
                    <a:pt x="1831" y="727"/>
                    <a:pt x="1831" y="727"/>
                    <a:pt x="1831" y="727"/>
                  </a:cubicBezTo>
                  <a:cubicBezTo>
                    <a:pt x="1831" y="726"/>
                    <a:pt x="1831" y="726"/>
                    <a:pt x="1831" y="726"/>
                  </a:cubicBezTo>
                  <a:close/>
                </a:path>
              </a:pathLst>
            </a:custGeom>
            <a:solidFill>
              <a:srgbClr val="EB002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23B7BE8C-9254-49C6-B935-75CCECC5C171}"/>
              </a:ext>
            </a:extLst>
          </p:cNvPr>
          <p:cNvSpPr>
            <a:spLocks noGrp="1"/>
          </p:cNvSpPr>
          <p:nvPr>
            <p:ph type="ftr" sz="quarter" idx="3"/>
          </p:nvPr>
        </p:nvSpPr>
        <p:spPr>
          <a:xfrm>
            <a:off x="4038600" y="6447297"/>
            <a:ext cx="4114800" cy="153888"/>
          </a:xfrm>
          <a:prstGeom prst="rect">
            <a:avLst/>
          </a:prstGeom>
        </p:spPr>
        <p:txBody>
          <a:bodyPr vert="horz" lIns="0" tIns="0" rIns="0" bIns="0" rtlCol="0" anchor="ctr">
            <a:spAutoFit/>
          </a:bodyPr>
          <a:lstStyle>
            <a:lvl1pPr algn="ctr">
              <a:defRPr sz="1000">
                <a:solidFill>
                  <a:schemeClr val="bg1">
                    <a:lumMod val="65000"/>
                  </a:schemeClr>
                </a:solidFill>
              </a:defRPr>
            </a:lvl1pPr>
          </a:lstStyle>
          <a:p>
            <a:endParaRPr lang="en-US"/>
          </a:p>
        </p:txBody>
      </p:sp>
    </p:spTree>
    <p:extLst>
      <p:ext uri="{BB962C8B-B14F-4D97-AF65-F5344CB8AC3E}">
        <p14:creationId xmlns:p14="http://schemas.microsoft.com/office/powerpoint/2010/main" val="417241731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2" r:id="rId20"/>
    <p:sldLayoutId id="2147483683" r:id="rId21"/>
    <p:sldLayoutId id="2147483684" r:id="rId22"/>
    <p:sldLayoutId id="2147483685" r:id="rId23"/>
    <p:sldLayoutId id="2147483686" r:id="rId24"/>
    <p:sldLayoutId id="2147483687" r:id="rId25"/>
    <p:sldLayoutId id="2147483688" r:id="rId26"/>
  </p:sldLayoutIdLst>
  <p:hf hdr="0" ftr="0" dt="0"/>
  <p:txStyles>
    <p:titleStyle>
      <a:lvl1pPr algn="l" defTabSz="914400" rtl="0" eaLnBrk="1" latinLnBrk="0" hangingPunct="1">
        <a:lnSpc>
          <a:spcPct val="100000"/>
        </a:lnSpc>
        <a:spcBef>
          <a:spcPct val="0"/>
        </a:spcBef>
        <a:buNone/>
        <a:defRPr sz="3200" b="1" kern="1200">
          <a:gradFill>
            <a:gsLst>
              <a:gs pos="0">
                <a:schemeClr val="accent1"/>
              </a:gs>
              <a:gs pos="100000">
                <a:schemeClr val="accent1">
                  <a:lumMod val="50000"/>
                </a:schemeClr>
              </a:gs>
            </a:gsLst>
            <a:lin ang="5400000" scaled="1"/>
          </a:gradFill>
          <a:latin typeface="+mj-lt"/>
          <a:ea typeface="+mj-ea"/>
          <a:cs typeface="+mj-cs"/>
        </a:defRPr>
      </a:lvl1pPr>
    </p:titleStyle>
    <p:bodyStyle>
      <a:lvl1pPr marL="182880" indent="-182880" algn="l" defTabSz="914400" rtl="0" eaLnBrk="1" latinLnBrk="0" hangingPunct="1">
        <a:lnSpc>
          <a:spcPct val="100000"/>
        </a:lnSpc>
        <a:spcBef>
          <a:spcPts val="1000"/>
        </a:spcBef>
        <a:buClr>
          <a:schemeClr val="accent1"/>
        </a:buClr>
        <a:buFont typeface="Arial" panose="020B0604020202020204" pitchFamily="34" charset="0"/>
        <a:buChar char="•"/>
        <a:defRPr sz="2000" kern="1200">
          <a:solidFill>
            <a:schemeClr val="tx1">
              <a:lumMod val="85000"/>
              <a:lumOff val="15000"/>
            </a:schemeClr>
          </a:solidFill>
          <a:latin typeface="+mn-lt"/>
          <a:ea typeface="+mn-ea"/>
          <a:cs typeface="+mn-cs"/>
        </a:defRPr>
      </a:lvl1pPr>
      <a:lvl2pPr marL="365760" indent="-18288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800" kern="1200">
          <a:solidFill>
            <a:schemeClr val="tx1">
              <a:lumMod val="85000"/>
              <a:lumOff val="15000"/>
            </a:schemeClr>
          </a:solidFill>
          <a:latin typeface="+mn-lt"/>
          <a:ea typeface="+mn-ea"/>
          <a:cs typeface="+mn-cs"/>
        </a:defRPr>
      </a:lvl2pPr>
      <a:lvl3pPr marL="530352" indent="-164592"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spc="0">
          <a:solidFill>
            <a:schemeClr val="tx1">
              <a:lumMod val="85000"/>
              <a:lumOff val="15000"/>
            </a:schemeClr>
          </a:solidFill>
          <a:latin typeface="+mn-lt"/>
          <a:ea typeface="+mn-ea"/>
          <a:cs typeface="+mn-cs"/>
        </a:defRPr>
      </a:lvl3pPr>
      <a:lvl4pPr marL="687388" indent="-17145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b="0" kern="1200" cap="none" spc="0" baseline="0">
          <a:solidFill>
            <a:schemeClr val="tx1">
              <a:lumMod val="85000"/>
              <a:lumOff val="15000"/>
            </a:schemeClr>
          </a:solidFill>
          <a:latin typeface="+mn-lt"/>
          <a:ea typeface="+mn-ea"/>
          <a:cs typeface="+mn-cs"/>
        </a:defRPr>
      </a:lvl4pPr>
      <a:lvl5pPr marL="858837" indent="-171450" algn="l" defTabSz="914400" rtl="0" eaLnBrk="1" latinLnBrk="0" hangingPunct="1">
        <a:lnSpc>
          <a:spcPct val="90000"/>
        </a:lnSpc>
        <a:spcBef>
          <a:spcPts val="200"/>
        </a:spcBef>
        <a:spcAft>
          <a:spcPts val="400"/>
        </a:spcAft>
        <a:buClr>
          <a:srgbClr val="FF0000"/>
        </a:buClr>
        <a:buFont typeface="Arial" panose="020B0604020202020204" pitchFamily="34" charset="0"/>
        <a:buChar char="•"/>
        <a:defRPr lang="en-US" sz="1200" b="0" kern="1200" cap="none" spc="0" baseline="0" dirty="0">
          <a:solidFill>
            <a:schemeClr val="tx1">
              <a:lumMod val="85000"/>
              <a:lumOff val="15000"/>
            </a:schemeClr>
          </a:solidFill>
          <a:latin typeface="+mn-lt"/>
          <a:ea typeface="+mn-ea"/>
          <a:cs typeface="+mn-cs"/>
        </a:defRPr>
      </a:lvl5pPr>
      <a:lvl6pPr marL="0" indent="0" algn="l" defTabSz="914400" rtl="0" eaLnBrk="1" latinLnBrk="0" hangingPunct="1">
        <a:lnSpc>
          <a:spcPct val="90000"/>
        </a:lnSpc>
        <a:spcBef>
          <a:spcPts val="600"/>
        </a:spcBef>
        <a:spcAft>
          <a:spcPts val="600"/>
        </a:spcAft>
        <a:buFont typeface="Arial" panose="020B0604020202020204" pitchFamily="34" charset="0"/>
        <a:buChar char="​"/>
        <a:defRPr lang="en-US" sz="2000" b="0" i="0" kern="1200" cap="none" spc="60" baseline="0" dirty="0" smtClean="0">
          <a:solidFill>
            <a:schemeClr val="tx1">
              <a:lumMod val="85000"/>
              <a:lumOff val="15000"/>
            </a:schemeClr>
          </a:solidFill>
          <a:latin typeface="+mn-lt"/>
          <a:ea typeface="+mn-ea"/>
          <a:cs typeface="+mn-cs"/>
        </a:defRPr>
      </a:lvl6pPr>
      <a:lvl7pPr marL="0" indent="0" algn="l" defTabSz="914400" rtl="0" eaLnBrk="1" latinLnBrk="0" hangingPunct="1">
        <a:lnSpc>
          <a:spcPct val="90000"/>
        </a:lnSpc>
        <a:spcBef>
          <a:spcPts val="600"/>
        </a:spcBef>
        <a:spcAft>
          <a:spcPts val="600"/>
        </a:spcAft>
        <a:buFont typeface="Arial" panose="020B0604020202020204" pitchFamily="34" charset="0"/>
        <a:buChar char="​"/>
        <a:defRPr lang="en-US" sz="2000" b="0" i="0" kern="1200" cap="none" baseline="0" dirty="0" smtClean="0">
          <a:solidFill>
            <a:schemeClr val="tx1">
              <a:lumMod val="85000"/>
              <a:lumOff val="15000"/>
            </a:schemeClr>
          </a:solidFill>
          <a:latin typeface="+mn-lt"/>
          <a:ea typeface="+mn-ea"/>
          <a:cs typeface="+mn-cs"/>
        </a:defRPr>
      </a:lvl7pPr>
      <a:lvl8pPr marL="1588" indent="-1588" algn="l" defTabSz="914400" rtl="0" eaLnBrk="1" latinLnBrk="0" hangingPunct="1">
        <a:lnSpc>
          <a:spcPct val="90000"/>
        </a:lnSpc>
        <a:spcBef>
          <a:spcPts val="600"/>
        </a:spcBef>
        <a:spcAft>
          <a:spcPts val="600"/>
        </a:spcAft>
        <a:buFont typeface="Arial" panose="020B0604020202020204" pitchFamily="34" charset="0"/>
        <a:buChar char="​"/>
        <a:defRPr lang="en-US" sz="2000" b="0" i="0" kern="1200" cap="none" baseline="0" dirty="0" smtClean="0">
          <a:solidFill>
            <a:schemeClr val="tx1">
              <a:lumMod val="85000"/>
              <a:lumOff val="15000"/>
            </a:schemeClr>
          </a:solidFill>
          <a:latin typeface="+mn-lt"/>
          <a:ea typeface="+mn-ea"/>
          <a:cs typeface="+mn-cs"/>
        </a:defRPr>
      </a:lvl8pPr>
      <a:lvl9pPr marL="1588" indent="-1588" algn="l" defTabSz="914400" rtl="0" eaLnBrk="1" latinLnBrk="0" hangingPunct="1">
        <a:lnSpc>
          <a:spcPct val="90000"/>
        </a:lnSpc>
        <a:spcBef>
          <a:spcPts val="600"/>
        </a:spcBef>
        <a:spcAft>
          <a:spcPts val="600"/>
        </a:spcAft>
        <a:buFont typeface="Arial" panose="020B0604020202020204" pitchFamily="34" charset="0"/>
        <a:buChar char="​"/>
        <a:defRPr lang="en-US" sz="2000" b="0" i="0" kern="1200" cap="none" baseline="0" dirty="0" smtClean="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4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2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0.svg"/><Relationship Id="rId5" Type="http://schemas.openxmlformats.org/officeDocument/2006/relationships/image" Target="../media/image79.png"/><Relationship Id="rId4" Type="http://schemas.openxmlformats.org/officeDocument/2006/relationships/image" Target="../media/image78.png"/></Relationships>
</file>

<file path=ppt/slides/_rels/slide3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92.png"/><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71.png"/></Relationships>
</file>

<file path=ppt/slides/_rels/slide4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4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0.svg"/><Relationship Id="rId5" Type="http://schemas.openxmlformats.org/officeDocument/2006/relationships/image" Target="../media/image79.png"/><Relationship Id="rId4" Type="http://schemas.openxmlformats.org/officeDocument/2006/relationships/image" Target="../media/image78.png"/></Relationships>
</file>

<file path=ppt/slides/_rels/slide5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5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5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5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5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84AF408-139A-0567-3405-2AD27B1E5AD8}"/>
              </a:ext>
            </a:extLst>
          </p:cNvPr>
          <p:cNvSpPr>
            <a:spLocks noGrp="1"/>
          </p:cNvSpPr>
          <p:nvPr>
            <p:ph type="ctrTitle"/>
          </p:nvPr>
        </p:nvSpPr>
        <p:spPr>
          <a:xfrm>
            <a:off x="625549" y="986539"/>
            <a:ext cx="10940902" cy="2086271"/>
          </a:xfrm>
        </p:spPr>
        <p:txBody>
          <a:bodyPr>
            <a:normAutofit fontScale="90000"/>
          </a:bodyPr>
          <a:lstStyle/>
          <a:p>
            <a:r>
              <a:rPr lang="en-US" dirty="0"/>
              <a:t>7.3.4 Using power amplifiers as high current buffers in low Z VNA measurements</a:t>
            </a:r>
          </a:p>
        </p:txBody>
      </p:sp>
      <p:sp>
        <p:nvSpPr>
          <p:cNvPr id="6" name="Subtitle 5">
            <a:extLst>
              <a:ext uri="{FF2B5EF4-FFF2-40B4-BE49-F238E27FC236}">
                <a16:creationId xmlns:a16="http://schemas.microsoft.com/office/drawing/2014/main" id="{CAB631E1-BAB8-C79D-60AD-824E5AD7DEE5}"/>
              </a:ext>
            </a:extLst>
          </p:cNvPr>
          <p:cNvSpPr>
            <a:spLocks noGrp="1"/>
          </p:cNvSpPr>
          <p:nvPr>
            <p:ph type="subTitle" idx="1"/>
          </p:nvPr>
        </p:nvSpPr>
        <p:spPr/>
        <p:txBody>
          <a:bodyPr/>
          <a:lstStyle/>
          <a:p>
            <a:r>
              <a:rPr lang="en-US" dirty="0"/>
              <a:t>Presented by:</a:t>
            </a:r>
          </a:p>
          <a:p>
            <a:r>
              <a:rPr lang="en-US" dirty="0"/>
              <a:t>Jithendra H S</a:t>
            </a:r>
          </a:p>
        </p:txBody>
      </p:sp>
      <p:sp>
        <p:nvSpPr>
          <p:cNvPr id="4" name="Slide Number Placeholder 3">
            <a:extLst>
              <a:ext uri="{FF2B5EF4-FFF2-40B4-BE49-F238E27FC236}">
                <a16:creationId xmlns:a16="http://schemas.microsoft.com/office/drawing/2014/main" id="{4FD299AD-C24A-0ABB-EC49-E6E98DBB589B}"/>
              </a:ext>
            </a:extLst>
          </p:cNvPr>
          <p:cNvSpPr>
            <a:spLocks noGrp="1"/>
          </p:cNvSpPr>
          <p:nvPr>
            <p:ph type="sldNum" sz="quarter" idx="12"/>
          </p:nvPr>
        </p:nvSpPr>
        <p:spPr/>
        <p:txBody>
          <a:bodyPr/>
          <a:lstStyle/>
          <a:p>
            <a:fld id="{028CE896-619B-44F9-BE7F-139D1400166E}" type="slidenum">
              <a:rPr lang="en-US" smtClean="0"/>
              <a:t>1</a:t>
            </a:fld>
            <a:endParaRPr lang="en-US"/>
          </a:p>
        </p:txBody>
      </p:sp>
    </p:spTree>
    <p:extLst>
      <p:ext uri="{BB962C8B-B14F-4D97-AF65-F5344CB8AC3E}">
        <p14:creationId xmlns:p14="http://schemas.microsoft.com/office/powerpoint/2010/main" val="812720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F0ED3-9CEA-4233-B8CE-D480F2ECB481}"/>
              </a:ext>
            </a:extLst>
          </p:cNvPr>
          <p:cNvSpPr>
            <a:spLocks noGrp="1"/>
          </p:cNvSpPr>
          <p:nvPr>
            <p:ph type="title"/>
          </p:nvPr>
        </p:nvSpPr>
        <p:spPr/>
        <p:txBody>
          <a:bodyPr>
            <a:normAutofit/>
          </a:bodyPr>
          <a:lstStyle/>
          <a:p>
            <a:r>
              <a:rPr lang="en-US" dirty="0"/>
              <a:t>What?</a:t>
            </a:r>
          </a:p>
        </p:txBody>
      </p:sp>
      <p:sp>
        <p:nvSpPr>
          <p:cNvPr id="5" name="Slide Number Placeholder 4">
            <a:extLst>
              <a:ext uri="{FF2B5EF4-FFF2-40B4-BE49-F238E27FC236}">
                <a16:creationId xmlns:a16="http://schemas.microsoft.com/office/drawing/2014/main" id="{791C9492-6C00-4EA5-B7F0-6154ABD22359}"/>
              </a:ext>
            </a:extLst>
          </p:cNvPr>
          <p:cNvSpPr>
            <a:spLocks noGrp="1"/>
          </p:cNvSpPr>
          <p:nvPr>
            <p:ph type="sldNum" sz="quarter" idx="12"/>
          </p:nvPr>
        </p:nvSpPr>
        <p:spPr/>
        <p:txBody>
          <a:bodyPr/>
          <a:lstStyle/>
          <a:p>
            <a:fld id="{E31375A4-56A4-47D6-9801-1991572033F7}" type="slidenum">
              <a:rPr lang="en-US" smtClean="0"/>
              <a:t>2</a:t>
            </a:fld>
            <a:endParaRPr lang="en-US"/>
          </a:p>
        </p:txBody>
      </p:sp>
      <p:sp>
        <p:nvSpPr>
          <p:cNvPr id="6" name="Content Placeholder 5">
            <a:extLst>
              <a:ext uri="{FF2B5EF4-FFF2-40B4-BE49-F238E27FC236}">
                <a16:creationId xmlns:a16="http://schemas.microsoft.com/office/drawing/2014/main" id="{EE0B5797-E93D-0490-56F1-051DBE0AF120}"/>
              </a:ext>
            </a:extLst>
          </p:cNvPr>
          <p:cNvSpPr>
            <a:spLocks noGrp="1"/>
          </p:cNvSpPr>
          <p:nvPr>
            <p:ph idx="1"/>
          </p:nvPr>
        </p:nvSpPr>
        <p:spPr>
          <a:xfrm>
            <a:off x="265814" y="1063142"/>
            <a:ext cx="4948231" cy="4954886"/>
          </a:xfrm>
        </p:spPr>
        <p:txBody>
          <a:bodyPr>
            <a:normAutofit fontScale="85000" lnSpcReduction="10000"/>
          </a:bodyPr>
          <a:lstStyle/>
          <a:p>
            <a:pPr>
              <a:buFont typeface="Wingdings" panose="05000000000000000000" pitchFamily="2" charset="2"/>
              <a:buChar char="Ø"/>
            </a:pPr>
            <a:r>
              <a:rPr lang="en-US" dirty="0"/>
              <a:t>Low Z(PDN impedance):</a:t>
            </a:r>
          </a:p>
          <a:p>
            <a:pPr lvl="1">
              <a:buFont typeface="Arial" panose="020B0604020202020204" pitchFamily="34" charset="0"/>
              <a:buChar char="•"/>
            </a:pPr>
            <a:r>
              <a:rPr lang="en-US" sz="2600" dirty="0"/>
              <a:t>Impedance in terms m</a:t>
            </a:r>
            <a:r>
              <a:rPr lang="el-GR" sz="2600" dirty="0"/>
              <a:t>Ω</a:t>
            </a:r>
            <a:endParaRPr lang="en-US" sz="2600" dirty="0"/>
          </a:p>
          <a:p>
            <a:pPr lvl="1">
              <a:buFont typeface="Arial" panose="020B0604020202020204" pitchFamily="34" charset="0"/>
              <a:buChar char="•"/>
            </a:pPr>
            <a:r>
              <a:rPr lang="en-US" sz="2600" dirty="0"/>
              <a:t>Package leads</a:t>
            </a:r>
          </a:p>
          <a:p>
            <a:pPr lvl="1">
              <a:buFont typeface="Arial" panose="020B0604020202020204" pitchFamily="34" charset="0"/>
              <a:buChar char="•"/>
            </a:pPr>
            <a:r>
              <a:rPr lang="en-US" sz="2600" dirty="0"/>
              <a:t>Ceramic capacitors</a:t>
            </a:r>
          </a:p>
          <a:p>
            <a:pPr lvl="1">
              <a:buFont typeface="Arial" panose="020B0604020202020204" pitchFamily="34" charset="0"/>
              <a:buChar char="•"/>
            </a:pPr>
            <a:r>
              <a:rPr lang="en-US" sz="2600" dirty="0"/>
              <a:t>On-chip capacitance</a:t>
            </a:r>
          </a:p>
          <a:p>
            <a:pPr lvl="1">
              <a:buFont typeface="Arial" panose="020B0604020202020204" pitchFamily="34" charset="0"/>
              <a:buChar char="•"/>
            </a:pPr>
            <a:r>
              <a:rPr lang="en-US" sz="2600" dirty="0"/>
              <a:t>Power and ground planes</a:t>
            </a:r>
          </a:p>
          <a:p>
            <a:pPr lvl="1">
              <a:buFont typeface="Arial" panose="020B0604020202020204" pitchFamily="34" charset="0"/>
              <a:buChar char="•"/>
            </a:pPr>
            <a:r>
              <a:rPr lang="en-US" sz="2600" dirty="0"/>
              <a:t>VRM impedance</a:t>
            </a:r>
          </a:p>
          <a:p>
            <a:pPr>
              <a:buFont typeface="Wingdings" panose="05000000000000000000" pitchFamily="2" charset="2"/>
              <a:buChar char="Ø"/>
            </a:pPr>
            <a:r>
              <a:rPr lang="en-US" dirty="0"/>
              <a:t>Impedance measuring methods:</a:t>
            </a:r>
          </a:p>
          <a:p>
            <a:pPr lvl="1">
              <a:buFont typeface="Arial" panose="020B0604020202020204" pitchFamily="34" charset="0"/>
              <a:buChar char="•"/>
            </a:pPr>
            <a:r>
              <a:rPr lang="en-US" sz="2200" dirty="0"/>
              <a:t>Conventional(DMM)</a:t>
            </a:r>
          </a:p>
          <a:p>
            <a:pPr lvl="1">
              <a:buFont typeface="Arial" panose="020B0604020202020204" pitchFamily="34" charset="0"/>
              <a:buChar char="•"/>
            </a:pPr>
            <a:r>
              <a:rPr lang="en-US" sz="2600" dirty="0"/>
              <a:t>4 wire(DMM)</a:t>
            </a:r>
          </a:p>
          <a:p>
            <a:pPr lvl="1">
              <a:buFont typeface="Arial" panose="020B0604020202020204" pitchFamily="34" charset="0"/>
              <a:buChar char="•"/>
            </a:pPr>
            <a:r>
              <a:rPr lang="en-US" sz="2600" dirty="0"/>
              <a:t>1-port(VNA)</a:t>
            </a:r>
          </a:p>
          <a:p>
            <a:pPr lvl="1">
              <a:buFont typeface="Arial" panose="020B0604020202020204" pitchFamily="34" charset="0"/>
              <a:buChar char="•"/>
            </a:pPr>
            <a:r>
              <a:rPr lang="en-US" sz="2600" dirty="0"/>
              <a:t>2-port(VNA)</a:t>
            </a:r>
          </a:p>
        </p:txBody>
      </p:sp>
      <p:pic>
        <p:nvPicPr>
          <p:cNvPr id="4" name="Picture 3">
            <a:extLst>
              <a:ext uri="{FF2B5EF4-FFF2-40B4-BE49-F238E27FC236}">
                <a16:creationId xmlns:a16="http://schemas.microsoft.com/office/drawing/2014/main" id="{F3B16634-0760-02AF-6432-2FB654AE5DE2}"/>
              </a:ext>
            </a:extLst>
          </p:cNvPr>
          <p:cNvPicPr>
            <a:picLocks noChangeAspect="1"/>
          </p:cNvPicPr>
          <p:nvPr/>
        </p:nvPicPr>
        <p:blipFill>
          <a:blip r:embed="rId2"/>
          <a:stretch>
            <a:fillRect/>
          </a:stretch>
        </p:blipFill>
        <p:spPr>
          <a:xfrm>
            <a:off x="4994540" y="3961789"/>
            <a:ext cx="3492540" cy="1286164"/>
          </a:xfrm>
          <a:prstGeom prst="rect">
            <a:avLst/>
          </a:prstGeom>
        </p:spPr>
      </p:pic>
      <p:pic>
        <p:nvPicPr>
          <p:cNvPr id="8" name="Picture 7">
            <a:extLst>
              <a:ext uri="{FF2B5EF4-FFF2-40B4-BE49-F238E27FC236}">
                <a16:creationId xmlns:a16="http://schemas.microsoft.com/office/drawing/2014/main" id="{0AE41D1C-22B6-3DE2-B059-03289972FFDD}"/>
              </a:ext>
            </a:extLst>
          </p:cNvPr>
          <p:cNvPicPr>
            <a:picLocks noChangeAspect="1"/>
          </p:cNvPicPr>
          <p:nvPr/>
        </p:nvPicPr>
        <p:blipFill>
          <a:blip r:embed="rId3"/>
          <a:stretch>
            <a:fillRect/>
          </a:stretch>
        </p:blipFill>
        <p:spPr>
          <a:xfrm>
            <a:off x="8710343" y="4273485"/>
            <a:ext cx="3492541" cy="954147"/>
          </a:xfrm>
          <a:prstGeom prst="rect">
            <a:avLst/>
          </a:prstGeom>
        </p:spPr>
      </p:pic>
      <p:pic>
        <p:nvPicPr>
          <p:cNvPr id="10" name="Picture 9">
            <a:extLst>
              <a:ext uri="{FF2B5EF4-FFF2-40B4-BE49-F238E27FC236}">
                <a16:creationId xmlns:a16="http://schemas.microsoft.com/office/drawing/2014/main" id="{2B39590A-2783-3244-A682-728163E6D921}"/>
              </a:ext>
            </a:extLst>
          </p:cNvPr>
          <p:cNvPicPr>
            <a:picLocks noChangeAspect="1"/>
          </p:cNvPicPr>
          <p:nvPr/>
        </p:nvPicPr>
        <p:blipFill>
          <a:blip r:embed="rId4"/>
          <a:stretch>
            <a:fillRect/>
          </a:stretch>
        </p:blipFill>
        <p:spPr>
          <a:xfrm>
            <a:off x="5264920" y="1610047"/>
            <a:ext cx="3273035" cy="1286164"/>
          </a:xfrm>
          <a:prstGeom prst="rect">
            <a:avLst/>
          </a:prstGeom>
        </p:spPr>
      </p:pic>
      <p:pic>
        <p:nvPicPr>
          <p:cNvPr id="12" name="Picture 11">
            <a:extLst>
              <a:ext uri="{FF2B5EF4-FFF2-40B4-BE49-F238E27FC236}">
                <a16:creationId xmlns:a16="http://schemas.microsoft.com/office/drawing/2014/main" id="{2B29151C-BBEF-ADD0-EF54-5A7DF2FB91FF}"/>
              </a:ext>
            </a:extLst>
          </p:cNvPr>
          <p:cNvPicPr>
            <a:picLocks noChangeAspect="1"/>
          </p:cNvPicPr>
          <p:nvPr/>
        </p:nvPicPr>
        <p:blipFill>
          <a:blip r:embed="rId5"/>
          <a:stretch>
            <a:fillRect/>
          </a:stretch>
        </p:blipFill>
        <p:spPr>
          <a:xfrm>
            <a:off x="8588830" y="1436272"/>
            <a:ext cx="3578938" cy="1833773"/>
          </a:xfrm>
          <a:prstGeom prst="rect">
            <a:avLst/>
          </a:prstGeom>
        </p:spPr>
      </p:pic>
      <p:sp>
        <p:nvSpPr>
          <p:cNvPr id="14" name="TextBox 13">
            <a:extLst>
              <a:ext uri="{FF2B5EF4-FFF2-40B4-BE49-F238E27FC236}">
                <a16:creationId xmlns:a16="http://schemas.microsoft.com/office/drawing/2014/main" id="{760E766F-1F38-B1FC-5236-65D5B3C3297E}"/>
              </a:ext>
            </a:extLst>
          </p:cNvPr>
          <p:cNvSpPr txBox="1"/>
          <p:nvPr/>
        </p:nvSpPr>
        <p:spPr>
          <a:xfrm>
            <a:off x="6198781" y="3157870"/>
            <a:ext cx="1594884" cy="369332"/>
          </a:xfrm>
          <a:prstGeom prst="rect">
            <a:avLst/>
          </a:prstGeom>
          <a:noFill/>
        </p:spPr>
        <p:txBody>
          <a:bodyPr wrap="square" rtlCol="0">
            <a:spAutoFit/>
          </a:bodyPr>
          <a:lstStyle/>
          <a:p>
            <a:r>
              <a:rPr lang="en-US" dirty="0"/>
              <a:t>Conventional</a:t>
            </a:r>
          </a:p>
        </p:txBody>
      </p:sp>
      <p:sp>
        <p:nvSpPr>
          <p:cNvPr id="15" name="TextBox 14">
            <a:extLst>
              <a:ext uri="{FF2B5EF4-FFF2-40B4-BE49-F238E27FC236}">
                <a16:creationId xmlns:a16="http://schemas.microsoft.com/office/drawing/2014/main" id="{EC42A616-5BEA-B1CE-F670-C7A4E72441A1}"/>
              </a:ext>
            </a:extLst>
          </p:cNvPr>
          <p:cNvSpPr txBox="1"/>
          <p:nvPr/>
        </p:nvSpPr>
        <p:spPr>
          <a:xfrm>
            <a:off x="9984895" y="3219633"/>
            <a:ext cx="1594884" cy="369332"/>
          </a:xfrm>
          <a:prstGeom prst="rect">
            <a:avLst/>
          </a:prstGeom>
          <a:noFill/>
        </p:spPr>
        <p:txBody>
          <a:bodyPr wrap="square" rtlCol="0">
            <a:spAutoFit/>
          </a:bodyPr>
          <a:lstStyle/>
          <a:p>
            <a:r>
              <a:rPr lang="en-US" dirty="0"/>
              <a:t>4-Wire</a:t>
            </a:r>
          </a:p>
        </p:txBody>
      </p:sp>
      <p:sp>
        <p:nvSpPr>
          <p:cNvPr id="16" name="TextBox 15">
            <a:extLst>
              <a:ext uri="{FF2B5EF4-FFF2-40B4-BE49-F238E27FC236}">
                <a16:creationId xmlns:a16="http://schemas.microsoft.com/office/drawing/2014/main" id="{0C7E2EC7-C55F-3CDE-742E-665C9B8037B9}"/>
              </a:ext>
            </a:extLst>
          </p:cNvPr>
          <p:cNvSpPr txBox="1"/>
          <p:nvPr/>
        </p:nvSpPr>
        <p:spPr>
          <a:xfrm>
            <a:off x="6553199" y="5263658"/>
            <a:ext cx="1594884" cy="369332"/>
          </a:xfrm>
          <a:prstGeom prst="rect">
            <a:avLst/>
          </a:prstGeom>
          <a:noFill/>
        </p:spPr>
        <p:txBody>
          <a:bodyPr wrap="square" rtlCol="0">
            <a:spAutoFit/>
          </a:bodyPr>
          <a:lstStyle/>
          <a:p>
            <a:r>
              <a:rPr lang="en-US" dirty="0"/>
              <a:t>1-port</a:t>
            </a:r>
          </a:p>
        </p:txBody>
      </p:sp>
      <p:sp>
        <p:nvSpPr>
          <p:cNvPr id="17" name="TextBox 16">
            <a:extLst>
              <a:ext uri="{FF2B5EF4-FFF2-40B4-BE49-F238E27FC236}">
                <a16:creationId xmlns:a16="http://schemas.microsoft.com/office/drawing/2014/main" id="{06BB9651-9514-CBD8-90FA-0E8EA25E2C6E}"/>
              </a:ext>
            </a:extLst>
          </p:cNvPr>
          <p:cNvSpPr txBox="1"/>
          <p:nvPr/>
        </p:nvSpPr>
        <p:spPr>
          <a:xfrm>
            <a:off x="9984895" y="5263658"/>
            <a:ext cx="1594884" cy="369332"/>
          </a:xfrm>
          <a:prstGeom prst="rect">
            <a:avLst/>
          </a:prstGeom>
          <a:noFill/>
        </p:spPr>
        <p:txBody>
          <a:bodyPr wrap="square" rtlCol="0">
            <a:spAutoFit/>
          </a:bodyPr>
          <a:lstStyle/>
          <a:p>
            <a:r>
              <a:rPr lang="en-US" dirty="0"/>
              <a:t>2-port</a:t>
            </a:r>
          </a:p>
        </p:txBody>
      </p:sp>
    </p:spTree>
    <p:extLst>
      <p:ext uri="{BB962C8B-B14F-4D97-AF65-F5344CB8AC3E}">
        <p14:creationId xmlns:p14="http://schemas.microsoft.com/office/powerpoint/2010/main" val="556881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D2A16-A175-D148-48DB-123574725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B5E62-9EE2-2D45-AFCE-10897890ADB9}"/>
              </a:ext>
            </a:extLst>
          </p:cNvPr>
          <p:cNvSpPr>
            <a:spLocks noGrp="1"/>
          </p:cNvSpPr>
          <p:nvPr>
            <p:ph type="title"/>
          </p:nvPr>
        </p:nvSpPr>
        <p:spPr/>
        <p:txBody>
          <a:bodyPr>
            <a:normAutofit/>
          </a:bodyPr>
          <a:lstStyle/>
          <a:p>
            <a:r>
              <a:rPr lang="en-US" dirty="0"/>
              <a:t>Why?</a:t>
            </a:r>
          </a:p>
        </p:txBody>
      </p:sp>
      <p:sp>
        <p:nvSpPr>
          <p:cNvPr id="5" name="Slide Number Placeholder 4">
            <a:extLst>
              <a:ext uri="{FF2B5EF4-FFF2-40B4-BE49-F238E27FC236}">
                <a16:creationId xmlns:a16="http://schemas.microsoft.com/office/drawing/2014/main" id="{536C5B50-1B56-6D35-C21E-54383489EDE3}"/>
              </a:ext>
            </a:extLst>
          </p:cNvPr>
          <p:cNvSpPr>
            <a:spLocks noGrp="1"/>
          </p:cNvSpPr>
          <p:nvPr>
            <p:ph type="sldNum" sz="quarter" idx="12"/>
          </p:nvPr>
        </p:nvSpPr>
        <p:spPr/>
        <p:txBody>
          <a:bodyPr/>
          <a:lstStyle/>
          <a:p>
            <a:fld id="{E31375A4-56A4-47D6-9801-1991572033F7}" type="slidenum">
              <a:rPr lang="en-US" smtClean="0"/>
              <a:t>3</a:t>
            </a:fld>
            <a:endParaRPr lang="en-US"/>
          </a:p>
        </p:txBody>
      </p:sp>
      <p:sp>
        <p:nvSpPr>
          <p:cNvPr id="6" name="Content Placeholder 5">
            <a:extLst>
              <a:ext uri="{FF2B5EF4-FFF2-40B4-BE49-F238E27FC236}">
                <a16:creationId xmlns:a16="http://schemas.microsoft.com/office/drawing/2014/main" id="{5B677054-0A60-580C-A783-6AC499FE6674}"/>
              </a:ext>
            </a:extLst>
          </p:cNvPr>
          <p:cNvSpPr>
            <a:spLocks noGrp="1"/>
          </p:cNvSpPr>
          <p:nvPr>
            <p:ph idx="1"/>
          </p:nvPr>
        </p:nvSpPr>
        <p:spPr>
          <a:xfrm>
            <a:off x="212650" y="808074"/>
            <a:ext cx="11892264" cy="5241852"/>
          </a:xfrm>
        </p:spPr>
        <p:txBody>
          <a:bodyPr>
            <a:normAutofit fontScale="92500"/>
          </a:bodyPr>
          <a:lstStyle/>
          <a:p>
            <a:pPr marL="0" indent="0">
              <a:buNone/>
            </a:pPr>
            <a:r>
              <a:rPr lang="en-US" b="1" dirty="0"/>
              <a:t>2-Port Method:</a:t>
            </a:r>
          </a:p>
          <a:p>
            <a:pPr>
              <a:buFont typeface="Arial" panose="020B0604020202020204" pitchFamily="34" charset="0"/>
              <a:buChar char="•"/>
            </a:pPr>
            <a:r>
              <a:rPr lang="en-US" sz="2100" dirty="0"/>
              <a:t>The current from port 1 is limited by the 50-ohm resistance of the VNA source.</a:t>
            </a:r>
          </a:p>
          <a:p>
            <a:pPr>
              <a:buFont typeface="Arial" panose="020B0604020202020204" pitchFamily="34" charset="0"/>
              <a:buChar char="•"/>
            </a:pPr>
            <a:r>
              <a:rPr lang="en-US" sz="2100" dirty="0"/>
              <a:t>This current flows through the low impedance of the DUT, generating a very small voltage across the DUT.</a:t>
            </a:r>
          </a:p>
          <a:p>
            <a:pPr>
              <a:buFont typeface="Arial" panose="020B0604020202020204" pitchFamily="34" charset="0"/>
              <a:buChar char="•"/>
            </a:pPr>
            <a:r>
              <a:rPr lang="en-US" sz="2100" dirty="0"/>
              <a:t>The voltage across the DUT is launched into port 2, where it is received and measured.</a:t>
            </a:r>
          </a:p>
          <a:p>
            <a:pPr>
              <a:buFont typeface="Arial" panose="020B0604020202020204" pitchFamily="34" charset="0"/>
              <a:buChar char="•"/>
            </a:pPr>
            <a:r>
              <a:rPr lang="en-US" sz="2100" dirty="0"/>
              <a:t>The voltage ratio, S21​ (voltage at port 2 to the source voltage from port 1), provides information about the DUT's small impedance.</a:t>
            </a:r>
          </a:p>
          <a:p>
            <a:pPr marL="0" indent="0">
              <a:buNone/>
            </a:pPr>
            <a:r>
              <a:rPr lang="en-US" sz="2400" b="1" dirty="0"/>
              <a:t>Current-Amplified 2-Port method:</a:t>
            </a:r>
            <a:endParaRPr lang="en-US" sz="2100" dirty="0"/>
          </a:p>
          <a:p>
            <a:pPr>
              <a:buFont typeface="Arial" panose="020B0604020202020204" pitchFamily="34" charset="0"/>
              <a:buChar char="•"/>
            </a:pPr>
            <a:r>
              <a:rPr lang="en-US" sz="2100" dirty="0"/>
              <a:t>When the measured voltage level is near the noise floor of the VNA, it becomes challenging to accurately differentiate the low impedance of the DUT.</a:t>
            </a:r>
          </a:p>
          <a:p>
            <a:pPr>
              <a:buFont typeface="Arial" panose="020B0604020202020204" pitchFamily="34" charset="0"/>
              <a:buChar char="•"/>
            </a:pPr>
            <a:r>
              <a:rPr lang="en-US" sz="2100" dirty="0"/>
              <a:t>To overcome this, an amplifier is introduced to:</a:t>
            </a:r>
          </a:p>
          <a:p>
            <a:pPr marL="742950" lvl="1" indent="-285750">
              <a:buFont typeface="Arial" panose="020B0604020202020204" pitchFamily="34" charset="0"/>
              <a:buChar char="•"/>
            </a:pPr>
            <a:r>
              <a:rPr lang="en-US" sz="2100" dirty="0"/>
              <a:t>Boost the voltage, which increases the current across the DUT.</a:t>
            </a:r>
          </a:p>
          <a:p>
            <a:pPr marL="742950" lvl="1" indent="-285750">
              <a:buFont typeface="Arial" panose="020B0604020202020204" pitchFamily="34" charset="0"/>
              <a:buChar char="•"/>
            </a:pPr>
            <a:r>
              <a:rPr lang="en-US" sz="2100" dirty="0"/>
              <a:t>Create a larger voltage drop across the DUT, making it easier for port 2 to measure the impedance.</a:t>
            </a:r>
          </a:p>
        </p:txBody>
      </p:sp>
      <p:pic>
        <p:nvPicPr>
          <p:cNvPr id="3" name="Picture 2">
            <a:extLst>
              <a:ext uri="{FF2B5EF4-FFF2-40B4-BE49-F238E27FC236}">
                <a16:creationId xmlns:a16="http://schemas.microsoft.com/office/drawing/2014/main" id="{A5D93749-9742-803F-DD37-1EEB9E881452}"/>
              </a:ext>
            </a:extLst>
          </p:cNvPr>
          <p:cNvPicPr>
            <a:picLocks noChangeAspect="1"/>
          </p:cNvPicPr>
          <p:nvPr/>
        </p:nvPicPr>
        <p:blipFill>
          <a:blip r:embed="rId2"/>
          <a:stretch>
            <a:fillRect/>
          </a:stretch>
        </p:blipFill>
        <p:spPr>
          <a:xfrm>
            <a:off x="8883049" y="808074"/>
            <a:ext cx="3221865" cy="954147"/>
          </a:xfrm>
          <a:prstGeom prst="rect">
            <a:avLst/>
          </a:prstGeom>
        </p:spPr>
      </p:pic>
    </p:spTree>
    <p:extLst>
      <p:ext uri="{BB962C8B-B14F-4D97-AF65-F5344CB8AC3E}">
        <p14:creationId xmlns:p14="http://schemas.microsoft.com/office/powerpoint/2010/main" val="4093926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80A1F-9534-2E15-EAC8-7B99B9892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D1F83-00A0-4F59-D5BA-D3F65E7D85D6}"/>
              </a:ext>
            </a:extLst>
          </p:cNvPr>
          <p:cNvSpPr>
            <a:spLocks noGrp="1"/>
          </p:cNvSpPr>
          <p:nvPr>
            <p:ph type="title"/>
          </p:nvPr>
        </p:nvSpPr>
        <p:spPr/>
        <p:txBody>
          <a:bodyPr>
            <a:normAutofit/>
          </a:bodyPr>
          <a:lstStyle/>
          <a:p>
            <a:r>
              <a:rPr lang="en-US" dirty="0"/>
              <a:t>How?</a:t>
            </a:r>
          </a:p>
        </p:txBody>
      </p:sp>
      <p:sp>
        <p:nvSpPr>
          <p:cNvPr id="5" name="Slide Number Placeholder 4">
            <a:extLst>
              <a:ext uri="{FF2B5EF4-FFF2-40B4-BE49-F238E27FC236}">
                <a16:creationId xmlns:a16="http://schemas.microsoft.com/office/drawing/2014/main" id="{49CCB38F-4A78-3875-91DC-25ACC8F24A02}"/>
              </a:ext>
            </a:extLst>
          </p:cNvPr>
          <p:cNvSpPr>
            <a:spLocks noGrp="1"/>
          </p:cNvSpPr>
          <p:nvPr>
            <p:ph type="sldNum" sz="quarter" idx="12"/>
          </p:nvPr>
        </p:nvSpPr>
        <p:spPr/>
        <p:txBody>
          <a:bodyPr/>
          <a:lstStyle/>
          <a:p>
            <a:fld id="{E31375A4-56A4-47D6-9801-1991572033F7}" type="slidenum">
              <a:rPr lang="en-US" smtClean="0"/>
              <a:t>4</a:t>
            </a:fld>
            <a:endParaRPr lang="en-US"/>
          </a:p>
        </p:txBody>
      </p:sp>
      <p:sp>
        <p:nvSpPr>
          <p:cNvPr id="6" name="Content Placeholder 5">
            <a:extLst>
              <a:ext uri="{FF2B5EF4-FFF2-40B4-BE49-F238E27FC236}">
                <a16:creationId xmlns:a16="http://schemas.microsoft.com/office/drawing/2014/main" id="{9BB5151F-BD5F-D50D-0DB2-FE1FAC84556F}"/>
              </a:ext>
            </a:extLst>
          </p:cNvPr>
          <p:cNvSpPr>
            <a:spLocks noGrp="1"/>
          </p:cNvSpPr>
          <p:nvPr>
            <p:ph idx="1"/>
          </p:nvPr>
        </p:nvSpPr>
        <p:spPr>
          <a:xfrm>
            <a:off x="349542" y="833812"/>
            <a:ext cx="7124058" cy="5178187"/>
          </a:xfrm>
        </p:spPr>
        <p:txBody>
          <a:bodyPr>
            <a:normAutofit fontScale="85000" lnSpcReduction="20000"/>
          </a:bodyPr>
          <a:lstStyle/>
          <a:p>
            <a:r>
              <a:rPr lang="en-US" sz="1900" dirty="0"/>
              <a:t>Know the measuring device features and limitations:</a:t>
            </a:r>
          </a:p>
          <a:p>
            <a:pPr marL="800100" lvl="1" indent="-342900">
              <a:buFont typeface="+mj-lt"/>
              <a:buAutoNum type="arabicPeriod"/>
            </a:pPr>
            <a:r>
              <a:rPr lang="en-US" sz="1900" dirty="0"/>
              <a:t>Bandwidth:- Measuring amplitude at selected frequency</a:t>
            </a:r>
          </a:p>
          <a:p>
            <a:pPr marL="800100" lvl="1" indent="-342900">
              <a:buFont typeface="+mj-lt"/>
              <a:buAutoNum type="arabicPeriod"/>
            </a:pPr>
            <a:r>
              <a:rPr lang="en-US" sz="1900" dirty="0"/>
              <a:t>Noise floor:- Measuring S21 by keeping port 2 open</a:t>
            </a:r>
          </a:p>
          <a:p>
            <a:pPr marL="800100" lvl="1" indent="-342900">
              <a:buFont typeface="+mj-lt"/>
              <a:buAutoNum type="arabicPeriod"/>
            </a:pPr>
            <a:r>
              <a:rPr lang="en-US" sz="1900" dirty="0"/>
              <a:t>Power level:- Maximum operating power of ports</a:t>
            </a:r>
          </a:p>
          <a:p>
            <a:r>
              <a:rPr lang="en-US" sz="1900" dirty="0"/>
              <a:t>Settings for measurements:</a:t>
            </a:r>
          </a:p>
          <a:p>
            <a:pPr lvl="1">
              <a:buFont typeface="Arial" panose="020B0604020202020204" pitchFamily="34" charset="0"/>
              <a:buChar char="•"/>
            </a:pPr>
            <a:r>
              <a:rPr lang="en-US" sz="1900" dirty="0"/>
              <a:t>1KHz-1GHz Bandwidth</a:t>
            </a:r>
          </a:p>
          <a:p>
            <a:pPr lvl="1">
              <a:buFont typeface="Arial" panose="020B0604020202020204" pitchFamily="34" charset="0"/>
              <a:buChar char="•"/>
            </a:pPr>
            <a:r>
              <a:rPr lang="en-US" sz="1900" dirty="0"/>
              <a:t>Logarithmic sweep(1000 points)</a:t>
            </a:r>
          </a:p>
          <a:p>
            <a:r>
              <a:rPr lang="en-US" sz="1900" dirty="0"/>
              <a:t>Test known low Z components for correctness:</a:t>
            </a:r>
          </a:p>
          <a:p>
            <a:pPr lvl="1"/>
            <a:r>
              <a:rPr lang="en-US" sz="1900" dirty="0"/>
              <a:t>Characterization: Measurement</a:t>
            </a:r>
          </a:p>
          <a:p>
            <a:pPr lvl="1"/>
            <a:r>
              <a:rPr lang="en-US" sz="1900" dirty="0"/>
              <a:t>Analysis: Simulation</a:t>
            </a:r>
          </a:p>
          <a:p>
            <a:r>
              <a:rPr lang="en-US" sz="1900" dirty="0"/>
              <a:t>Selection of power amplifier </a:t>
            </a:r>
          </a:p>
          <a:p>
            <a:pPr lvl="1"/>
            <a:r>
              <a:rPr lang="en-US" sz="1900" dirty="0"/>
              <a:t>Constant insertion loss within the Bandwidth</a:t>
            </a:r>
          </a:p>
          <a:p>
            <a:pPr lvl="1"/>
            <a:r>
              <a:rPr lang="en-US" sz="1900" dirty="0"/>
              <a:t>Low output impedance</a:t>
            </a:r>
          </a:p>
          <a:p>
            <a:r>
              <a:rPr lang="en-US" sz="1900" dirty="0"/>
              <a:t>Which is better?</a:t>
            </a:r>
          </a:p>
          <a:p>
            <a:pPr lvl="1"/>
            <a:r>
              <a:rPr lang="en-US" sz="1900" dirty="0"/>
              <a:t>Pre-amp</a:t>
            </a:r>
          </a:p>
          <a:p>
            <a:pPr lvl="1"/>
            <a:r>
              <a:rPr lang="en-US" sz="1900" dirty="0"/>
              <a:t>Post amp</a:t>
            </a:r>
          </a:p>
          <a:p>
            <a:endParaRPr lang="en-US" dirty="0"/>
          </a:p>
          <a:p>
            <a:endParaRPr lang="en-US" dirty="0"/>
          </a:p>
        </p:txBody>
      </p:sp>
      <p:pic>
        <p:nvPicPr>
          <p:cNvPr id="4" name="Picture 3">
            <a:extLst>
              <a:ext uri="{FF2B5EF4-FFF2-40B4-BE49-F238E27FC236}">
                <a16:creationId xmlns:a16="http://schemas.microsoft.com/office/drawing/2014/main" id="{62FB5D68-68FC-06DC-EB3A-29885FAFBD58}"/>
              </a:ext>
            </a:extLst>
          </p:cNvPr>
          <p:cNvPicPr>
            <a:picLocks noChangeAspect="1"/>
          </p:cNvPicPr>
          <p:nvPr/>
        </p:nvPicPr>
        <p:blipFill>
          <a:blip r:embed="rId2"/>
          <a:stretch>
            <a:fillRect/>
          </a:stretch>
        </p:blipFill>
        <p:spPr>
          <a:xfrm>
            <a:off x="7704000" y="833812"/>
            <a:ext cx="4418100" cy="2238375"/>
          </a:xfrm>
          <a:prstGeom prst="rect">
            <a:avLst/>
          </a:prstGeom>
        </p:spPr>
      </p:pic>
      <p:pic>
        <p:nvPicPr>
          <p:cNvPr id="11" name="Picture 10">
            <a:extLst>
              <a:ext uri="{FF2B5EF4-FFF2-40B4-BE49-F238E27FC236}">
                <a16:creationId xmlns:a16="http://schemas.microsoft.com/office/drawing/2014/main" id="{6F5AC332-B0BD-717E-8BBE-E3A730E192D3}"/>
              </a:ext>
            </a:extLst>
          </p:cNvPr>
          <p:cNvPicPr>
            <a:picLocks noChangeAspect="1"/>
          </p:cNvPicPr>
          <p:nvPr/>
        </p:nvPicPr>
        <p:blipFill>
          <a:blip r:embed="rId3"/>
          <a:stretch>
            <a:fillRect/>
          </a:stretch>
        </p:blipFill>
        <p:spPr>
          <a:xfrm rot="16200000">
            <a:off x="9013846" y="2302971"/>
            <a:ext cx="1381645" cy="4275578"/>
          </a:xfrm>
          <a:prstGeom prst="rect">
            <a:avLst/>
          </a:prstGeom>
        </p:spPr>
      </p:pic>
    </p:spTree>
    <p:extLst>
      <p:ext uri="{BB962C8B-B14F-4D97-AF65-F5344CB8AC3E}">
        <p14:creationId xmlns:p14="http://schemas.microsoft.com/office/powerpoint/2010/main" val="2299777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2A315-A895-119F-ED58-E3D11A72008F}"/>
              </a:ext>
            </a:extLst>
          </p:cNvPr>
          <p:cNvSpPr>
            <a:spLocks noGrp="1"/>
          </p:cNvSpPr>
          <p:nvPr>
            <p:ph type="title"/>
          </p:nvPr>
        </p:nvSpPr>
        <p:spPr/>
        <p:txBody>
          <a:bodyPr/>
          <a:lstStyle/>
          <a:p>
            <a:r>
              <a:rPr lang="en-US" dirty="0"/>
              <a:t>Timeline</a:t>
            </a:r>
            <a:endParaRPr lang="en-IN" dirty="0"/>
          </a:p>
        </p:txBody>
      </p:sp>
      <p:graphicFrame>
        <p:nvGraphicFramePr>
          <p:cNvPr id="5" name="Content Placeholder 4">
            <a:extLst>
              <a:ext uri="{FF2B5EF4-FFF2-40B4-BE49-F238E27FC236}">
                <a16:creationId xmlns:a16="http://schemas.microsoft.com/office/drawing/2014/main" id="{00D4005E-C2DF-E4E7-9ED6-BB934F42845D}"/>
              </a:ext>
            </a:extLst>
          </p:cNvPr>
          <p:cNvGraphicFramePr>
            <a:graphicFrameLocks noGrp="1"/>
          </p:cNvGraphicFramePr>
          <p:nvPr>
            <p:ph idx="1"/>
            <p:extLst>
              <p:ext uri="{D42A27DB-BD31-4B8C-83A1-F6EECF244321}">
                <p14:modId xmlns:p14="http://schemas.microsoft.com/office/powerpoint/2010/main" val="414856970"/>
              </p:ext>
            </p:extLst>
          </p:nvPr>
        </p:nvGraphicFramePr>
        <p:xfrm>
          <a:off x="1326860" y="834127"/>
          <a:ext cx="10515597" cy="2560320"/>
        </p:xfrm>
        <a:graphic>
          <a:graphicData uri="http://schemas.openxmlformats.org/drawingml/2006/table">
            <a:tbl>
              <a:tblPr firstRow="1" bandRow="1">
                <a:tableStyleId>{5C22544A-7EE6-4342-B048-85BDC9FD1C3A}</a:tableStyleId>
              </a:tblPr>
              <a:tblGrid>
                <a:gridCol w="1012303">
                  <a:extLst>
                    <a:ext uri="{9D8B030D-6E8A-4147-A177-3AD203B41FA5}">
                      <a16:colId xmlns:a16="http://schemas.microsoft.com/office/drawing/2014/main" val="536615308"/>
                    </a:ext>
                  </a:extLst>
                </a:gridCol>
                <a:gridCol w="5998095">
                  <a:extLst>
                    <a:ext uri="{9D8B030D-6E8A-4147-A177-3AD203B41FA5}">
                      <a16:colId xmlns:a16="http://schemas.microsoft.com/office/drawing/2014/main" val="3565821520"/>
                    </a:ext>
                  </a:extLst>
                </a:gridCol>
                <a:gridCol w="3505199">
                  <a:extLst>
                    <a:ext uri="{9D8B030D-6E8A-4147-A177-3AD203B41FA5}">
                      <a16:colId xmlns:a16="http://schemas.microsoft.com/office/drawing/2014/main" val="3566455527"/>
                    </a:ext>
                  </a:extLst>
                </a:gridCol>
              </a:tblGrid>
              <a:tr h="258413">
                <a:tc>
                  <a:txBody>
                    <a:bodyPr/>
                    <a:lstStyle/>
                    <a:p>
                      <a:pPr algn="ctr"/>
                      <a:r>
                        <a:rPr lang="en-US" dirty="0"/>
                        <a:t>Week</a:t>
                      </a:r>
                      <a:endParaRPr lang="en-IN" dirty="0"/>
                    </a:p>
                  </a:txBody>
                  <a:tcPr/>
                </a:tc>
                <a:tc>
                  <a:txBody>
                    <a:bodyPr/>
                    <a:lstStyle/>
                    <a:p>
                      <a:pPr algn="ctr"/>
                      <a:r>
                        <a:rPr lang="en-US" dirty="0"/>
                        <a:t>Tasks</a:t>
                      </a:r>
                      <a:endParaRPr lang="en-IN" dirty="0"/>
                    </a:p>
                  </a:txBody>
                  <a:tcPr/>
                </a:tc>
                <a:tc>
                  <a:txBody>
                    <a:bodyPr/>
                    <a:lstStyle/>
                    <a:p>
                      <a:pPr algn="ctr"/>
                      <a:r>
                        <a:rPr lang="en-US" dirty="0"/>
                        <a:t>Remarks</a:t>
                      </a:r>
                      <a:endParaRPr lang="en-IN" dirty="0"/>
                    </a:p>
                  </a:txBody>
                  <a:tcPr/>
                </a:tc>
                <a:extLst>
                  <a:ext uri="{0D108BD9-81ED-4DB2-BD59-A6C34878D82A}">
                    <a16:rowId xmlns:a16="http://schemas.microsoft.com/office/drawing/2014/main" val="1941450366"/>
                  </a:ext>
                </a:extLst>
              </a:tr>
              <a:tr h="347003">
                <a:tc>
                  <a:txBody>
                    <a:bodyPr/>
                    <a:lstStyle/>
                    <a:p>
                      <a:r>
                        <a:rPr lang="en-US" dirty="0"/>
                        <a:t>1</a:t>
                      </a:r>
                      <a:endParaRPr lang="en-IN" dirty="0"/>
                    </a:p>
                  </a:txBody>
                  <a:tcPr/>
                </a:tc>
                <a:tc>
                  <a:txBody>
                    <a:bodyPr/>
                    <a:lstStyle/>
                    <a:p>
                      <a:r>
                        <a:rPr lang="en-US" dirty="0"/>
                        <a:t>Introduction</a:t>
                      </a:r>
                      <a:endParaRPr lang="en-IN" dirty="0"/>
                    </a:p>
                  </a:txBody>
                  <a:tcPr/>
                </a:tc>
                <a:tc>
                  <a:txBody>
                    <a:bodyPr/>
                    <a:lstStyle/>
                    <a:p>
                      <a:r>
                        <a:rPr lang="en-US"/>
                        <a:t>Completed</a:t>
                      </a:r>
                      <a:endParaRPr lang="en-IN" dirty="0"/>
                    </a:p>
                  </a:txBody>
                  <a:tcPr/>
                </a:tc>
                <a:extLst>
                  <a:ext uri="{0D108BD9-81ED-4DB2-BD59-A6C34878D82A}">
                    <a16:rowId xmlns:a16="http://schemas.microsoft.com/office/drawing/2014/main" val="1394654170"/>
                  </a:ext>
                </a:extLst>
              </a:tr>
              <a:tr h="347003">
                <a:tc>
                  <a:txBody>
                    <a:bodyPr/>
                    <a:lstStyle/>
                    <a:p>
                      <a:r>
                        <a:rPr lang="en-US" dirty="0"/>
                        <a:t>2 &amp; 3</a:t>
                      </a:r>
                      <a:endParaRPr lang="en-IN" dirty="0"/>
                    </a:p>
                  </a:txBody>
                  <a:tcPr/>
                </a:tc>
                <a:tc>
                  <a:txBody>
                    <a:bodyPr/>
                    <a:lstStyle/>
                    <a:p>
                      <a:r>
                        <a:rPr lang="en-US" sz="1800" dirty="0"/>
                        <a:t>Understanding the VNA</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3927895346"/>
                  </a:ext>
                </a:extLst>
              </a:tr>
              <a:tr h="347003">
                <a:tc>
                  <a:txBody>
                    <a:bodyPr/>
                    <a:lstStyle/>
                    <a:p>
                      <a:r>
                        <a:rPr lang="en-US" dirty="0"/>
                        <a:t>4 &amp; 5</a:t>
                      </a:r>
                      <a:endParaRPr lang="en-IN" dirty="0"/>
                    </a:p>
                  </a:txBody>
                  <a:tcPr/>
                </a:tc>
                <a:tc>
                  <a:txBody>
                    <a:bodyPr/>
                    <a:lstStyle/>
                    <a:p>
                      <a:r>
                        <a:rPr lang="en-US" sz="1800" dirty="0"/>
                        <a:t>Selecting the Power amplifier, look for better options</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417206848"/>
                  </a:ext>
                </a:extLst>
              </a:tr>
              <a:tr h="347003">
                <a:tc>
                  <a:txBody>
                    <a:bodyPr/>
                    <a:lstStyle/>
                    <a:p>
                      <a:r>
                        <a:rPr lang="en-US" dirty="0"/>
                        <a:t>6 &amp; 7</a:t>
                      </a:r>
                      <a:endParaRPr lang="en-IN" dirty="0"/>
                    </a:p>
                  </a:txBody>
                  <a:tcPr/>
                </a:tc>
                <a:tc>
                  <a:txBody>
                    <a:bodyPr/>
                    <a:lstStyle/>
                    <a:p>
                      <a:r>
                        <a:rPr lang="en-US" dirty="0"/>
                        <a:t>Results interpretation and Model simulation </a:t>
                      </a:r>
                      <a:endParaRPr lang="en-IN" dirty="0"/>
                    </a:p>
                  </a:txBody>
                  <a:tcPr/>
                </a:tc>
                <a:tc>
                  <a:txBody>
                    <a:bodyPr/>
                    <a:lstStyle/>
                    <a:p>
                      <a:r>
                        <a:rPr lang="en-US" dirty="0"/>
                        <a:t>On-track</a:t>
                      </a:r>
                      <a:endParaRPr lang="en-IN" dirty="0"/>
                    </a:p>
                  </a:txBody>
                  <a:tcPr/>
                </a:tc>
                <a:extLst>
                  <a:ext uri="{0D108BD9-81ED-4DB2-BD59-A6C34878D82A}">
                    <a16:rowId xmlns:a16="http://schemas.microsoft.com/office/drawing/2014/main" val="693529687"/>
                  </a:ext>
                </a:extLst>
              </a:tr>
              <a:tr h="347003">
                <a:tc>
                  <a:txBody>
                    <a:bodyPr/>
                    <a:lstStyle/>
                    <a:p>
                      <a:r>
                        <a:rPr lang="en-US" dirty="0"/>
                        <a:t>8 &amp; 9</a:t>
                      </a:r>
                      <a:endParaRPr lang="en-IN" dirty="0"/>
                    </a:p>
                  </a:txBody>
                  <a:tcPr/>
                </a:tc>
                <a:tc>
                  <a:txBody>
                    <a:bodyPr/>
                    <a:lstStyle/>
                    <a:p>
                      <a:r>
                        <a:rPr lang="en-US" dirty="0"/>
                        <a:t>Report preparation and corrections</a:t>
                      </a:r>
                      <a:endParaRPr lang="en-IN" dirty="0"/>
                    </a:p>
                  </a:txBody>
                  <a:tcPr/>
                </a:tc>
                <a:tc>
                  <a:txBody>
                    <a:bodyPr/>
                    <a:lstStyle/>
                    <a:p>
                      <a:endParaRPr lang="en-IN" dirty="0"/>
                    </a:p>
                  </a:txBody>
                  <a:tcPr/>
                </a:tc>
                <a:extLst>
                  <a:ext uri="{0D108BD9-81ED-4DB2-BD59-A6C34878D82A}">
                    <a16:rowId xmlns:a16="http://schemas.microsoft.com/office/drawing/2014/main" val="4140905472"/>
                  </a:ext>
                </a:extLst>
              </a:tr>
              <a:tr h="347003">
                <a:tc>
                  <a:txBody>
                    <a:bodyPr/>
                    <a:lstStyle/>
                    <a:p>
                      <a:r>
                        <a:rPr lang="en-US" dirty="0"/>
                        <a:t>10</a:t>
                      </a:r>
                      <a:endParaRPr lang="en-IN" dirty="0"/>
                    </a:p>
                  </a:txBody>
                  <a:tcPr/>
                </a:tc>
                <a:tc>
                  <a:txBody>
                    <a:bodyPr/>
                    <a:lstStyle/>
                    <a:p>
                      <a:r>
                        <a:rPr lang="en-US" dirty="0"/>
                        <a:t>Buffer!!!</a:t>
                      </a:r>
                      <a:endParaRPr lang="en-IN" dirty="0"/>
                    </a:p>
                  </a:txBody>
                  <a:tcPr/>
                </a:tc>
                <a:tc>
                  <a:txBody>
                    <a:bodyPr/>
                    <a:lstStyle/>
                    <a:p>
                      <a:endParaRPr lang="en-IN" dirty="0"/>
                    </a:p>
                  </a:txBody>
                  <a:tcPr/>
                </a:tc>
                <a:extLst>
                  <a:ext uri="{0D108BD9-81ED-4DB2-BD59-A6C34878D82A}">
                    <a16:rowId xmlns:a16="http://schemas.microsoft.com/office/drawing/2014/main" val="3677521435"/>
                  </a:ext>
                </a:extLst>
              </a:tr>
            </a:tbl>
          </a:graphicData>
        </a:graphic>
      </p:graphicFrame>
      <p:sp>
        <p:nvSpPr>
          <p:cNvPr id="4" name="Slide Number Placeholder 3">
            <a:extLst>
              <a:ext uri="{FF2B5EF4-FFF2-40B4-BE49-F238E27FC236}">
                <a16:creationId xmlns:a16="http://schemas.microsoft.com/office/drawing/2014/main" id="{CFFA4DAE-2458-0937-5C47-4A7214476EC3}"/>
              </a:ext>
            </a:extLst>
          </p:cNvPr>
          <p:cNvSpPr>
            <a:spLocks noGrp="1"/>
          </p:cNvSpPr>
          <p:nvPr>
            <p:ph type="sldNum" sz="quarter" idx="12"/>
          </p:nvPr>
        </p:nvSpPr>
        <p:spPr/>
        <p:txBody>
          <a:bodyPr/>
          <a:lstStyle/>
          <a:p>
            <a:fld id="{028CE896-619B-44F9-BE7F-139D1400166E}" type="slidenum">
              <a:rPr lang="en-US" smtClean="0"/>
              <a:t>5</a:t>
            </a:fld>
            <a:endParaRPr lang="en-US"/>
          </a:p>
        </p:txBody>
      </p:sp>
      <p:graphicFrame>
        <p:nvGraphicFramePr>
          <p:cNvPr id="6" name="Content Placeholder 4">
            <a:extLst>
              <a:ext uri="{FF2B5EF4-FFF2-40B4-BE49-F238E27FC236}">
                <a16:creationId xmlns:a16="http://schemas.microsoft.com/office/drawing/2014/main" id="{2816AFEB-031C-796B-F5BD-3336B87E46F8}"/>
              </a:ext>
            </a:extLst>
          </p:cNvPr>
          <p:cNvGraphicFramePr>
            <a:graphicFrameLocks/>
          </p:cNvGraphicFramePr>
          <p:nvPr>
            <p:extLst>
              <p:ext uri="{D42A27DB-BD31-4B8C-83A1-F6EECF244321}">
                <p14:modId xmlns:p14="http://schemas.microsoft.com/office/powerpoint/2010/main" val="3421527173"/>
              </p:ext>
            </p:extLst>
          </p:nvPr>
        </p:nvGraphicFramePr>
        <p:xfrm>
          <a:off x="1326860" y="3539880"/>
          <a:ext cx="10515597" cy="2560320"/>
        </p:xfrm>
        <a:graphic>
          <a:graphicData uri="http://schemas.openxmlformats.org/drawingml/2006/table">
            <a:tbl>
              <a:tblPr firstRow="1" bandRow="1">
                <a:tableStyleId>{5C22544A-7EE6-4342-B048-85BDC9FD1C3A}</a:tableStyleId>
              </a:tblPr>
              <a:tblGrid>
                <a:gridCol w="1044200">
                  <a:extLst>
                    <a:ext uri="{9D8B030D-6E8A-4147-A177-3AD203B41FA5}">
                      <a16:colId xmlns:a16="http://schemas.microsoft.com/office/drawing/2014/main" val="536615308"/>
                    </a:ext>
                  </a:extLst>
                </a:gridCol>
                <a:gridCol w="6039293">
                  <a:extLst>
                    <a:ext uri="{9D8B030D-6E8A-4147-A177-3AD203B41FA5}">
                      <a16:colId xmlns:a16="http://schemas.microsoft.com/office/drawing/2014/main" val="3565821520"/>
                    </a:ext>
                  </a:extLst>
                </a:gridCol>
                <a:gridCol w="3432104">
                  <a:extLst>
                    <a:ext uri="{9D8B030D-6E8A-4147-A177-3AD203B41FA5}">
                      <a16:colId xmlns:a16="http://schemas.microsoft.com/office/drawing/2014/main" val="3566455527"/>
                    </a:ext>
                  </a:extLst>
                </a:gridCol>
              </a:tblGrid>
              <a:tr h="258413">
                <a:tc>
                  <a:txBody>
                    <a:bodyPr/>
                    <a:lstStyle/>
                    <a:p>
                      <a:pPr algn="ctr"/>
                      <a:r>
                        <a:rPr lang="en-US" dirty="0"/>
                        <a:t>Week</a:t>
                      </a:r>
                      <a:endParaRPr lang="en-IN" dirty="0"/>
                    </a:p>
                  </a:txBody>
                  <a:tcPr/>
                </a:tc>
                <a:tc>
                  <a:txBody>
                    <a:bodyPr/>
                    <a:lstStyle/>
                    <a:p>
                      <a:pPr algn="ctr"/>
                      <a:r>
                        <a:rPr lang="en-US" dirty="0"/>
                        <a:t>Tasks</a:t>
                      </a:r>
                      <a:endParaRPr lang="en-IN" dirty="0"/>
                    </a:p>
                  </a:txBody>
                  <a:tcPr/>
                </a:tc>
                <a:tc>
                  <a:txBody>
                    <a:bodyPr/>
                    <a:lstStyle/>
                    <a:p>
                      <a:pPr algn="ctr"/>
                      <a:r>
                        <a:rPr lang="en-US" dirty="0"/>
                        <a:t>Remarks</a:t>
                      </a:r>
                      <a:endParaRPr lang="en-IN" dirty="0"/>
                    </a:p>
                  </a:txBody>
                  <a:tcPr/>
                </a:tc>
                <a:extLst>
                  <a:ext uri="{0D108BD9-81ED-4DB2-BD59-A6C34878D82A}">
                    <a16:rowId xmlns:a16="http://schemas.microsoft.com/office/drawing/2014/main" val="1941450366"/>
                  </a:ext>
                </a:extLst>
              </a:tr>
              <a:tr h="347003">
                <a:tc>
                  <a:txBody>
                    <a:bodyPr/>
                    <a:lstStyle/>
                    <a:p>
                      <a:r>
                        <a:rPr lang="en-US" dirty="0"/>
                        <a:t>6 &amp; 7</a:t>
                      </a:r>
                      <a:endParaRPr lang="en-IN" dirty="0"/>
                    </a:p>
                  </a:txBody>
                  <a:tcPr/>
                </a:tc>
                <a:tc>
                  <a:txBody>
                    <a:bodyPr/>
                    <a:lstStyle/>
                    <a:p>
                      <a:r>
                        <a:rPr lang="en-US" dirty="0"/>
                        <a:t>Introduction</a:t>
                      </a:r>
                      <a:endParaRPr lang="en-IN" dirty="0"/>
                    </a:p>
                  </a:txBody>
                  <a:tcPr/>
                </a:tc>
                <a:tc>
                  <a:txBody>
                    <a:bodyPr/>
                    <a:lstStyle/>
                    <a:p>
                      <a:endParaRPr lang="en-IN" dirty="0"/>
                    </a:p>
                  </a:txBody>
                  <a:tcPr/>
                </a:tc>
                <a:extLst>
                  <a:ext uri="{0D108BD9-81ED-4DB2-BD59-A6C34878D82A}">
                    <a16:rowId xmlns:a16="http://schemas.microsoft.com/office/drawing/2014/main" val="1394654170"/>
                  </a:ext>
                </a:extLst>
              </a:tr>
              <a:tr h="347003">
                <a:tc>
                  <a:txBody>
                    <a:bodyPr/>
                    <a:lstStyle/>
                    <a:p>
                      <a:r>
                        <a:rPr lang="en-US" dirty="0"/>
                        <a:t>8 &amp; 9</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Characterize set of existing board, </a:t>
                      </a:r>
                      <a:r>
                        <a:rPr lang="en-US" dirty="0"/>
                        <a:t>Update board design(spin 1)</a:t>
                      </a:r>
                      <a:endParaRPr lang="en-IN" dirty="0"/>
                    </a:p>
                  </a:txBody>
                  <a:tcPr/>
                </a:tc>
                <a:tc>
                  <a:txBody>
                    <a:bodyPr/>
                    <a:lstStyle/>
                    <a:p>
                      <a:endParaRPr lang="en-IN" dirty="0"/>
                    </a:p>
                  </a:txBody>
                  <a:tcPr/>
                </a:tc>
                <a:extLst>
                  <a:ext uri="{0D108BD9-81ED-4DB2-BD59-A6C34878D82A}">
                    <a16:rowId xmlns:a16="http://schemas.microsoft.com/office/drawing/2014/main" val="3927895346"/>
                  </a:ext>
                </a:extLst>
              </a:tr>
              <a:tr h="347003">
                <a:tc>
                  <a:txBody>
                    <a:bodyPr/>
                    <a:lstStyle/>
                    <a:p>
                      <a:r>
                        <a:rPr lang="en-US" dirty="0"/>
                        <a:t>10 &amp; 11</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Characterize spin 1 boards, </a:t>
                      </a:r>
                      <a:r>
                        <a:rPr lang="en-US" dirty="0"/>
                        <a:t>Update board design(spin 2)</a:t>
                      </a:r>
                      <a:endParaRPr lang="en-IN" dirty="0"/>
                    </a:p>
                  </a:txBody>
                  <a:tcPr/>
                </a:tc>
                <a:tc>
                  <a:txBody>
                    <a:bodyPr/>
                    <a:lstStyle/>
                    <a:p>
                      <a:endParaRPr lang="en-IN" dirty="0"/>
                    </a:p>
                  </a:txBody>
                  <a:tcPr/>
                </a:tc>
                <a:extLst>
                  <a:ext uri="{0D108BD9-81ED-4DB2-BD59-A6C34878D82A}">
                    <a16:rowId xmlns:a16="http://schemas.microsoft.com/office/drawing/2014/main" val="417206848"/>
                  </a:ext>
                </a:extLst>
              </a:tr>
              <a:tr h="347003">
                <a:tc>
                  <a:txBody>
                    <a:bodyPr/>
                    <a:lstStyle/>
                    <a:p>
                      <a:r>
                        <a:rPr lang="en-US" dirty="0"/>
                        <a:t>12 &amp; 13</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Results interpretation and Model simulation </a:t>
                      </a:r>
                      <a:endParaRPr lang="en-IN" dirty="0"/>
                    </a:p>
                  </a:txBody>
                  <a:tcPr/>
                </a:tc>
                <a:tc>
                  <a:txBody>
                    <a:bodyPr/>
                    <a:lstStyle/>
                    <a:p>
                      <a:endParaRPr lang="en-IN" dirty="0"/>
                    </a:p>
                  </a:txBody>
                  <a:tcPr/>
                </a:tc>
                <a:extLst>
                  <a:ext uri="{0D108BD9-81ED-4DB2-BD59-A6C34878D82A}">
                    <a16:rowId xmlns:a16="http://schemas.microsoft.com/office/drawing/2014/main" val="693529687"/>
                  </a:ext>
                </a:extLst>
              </a:tr>
              <a:tr h="173391">
                <a:tc>
                  <a:txBody>
                    <a:bodyPr/>
                    <a:lstStyle/>
                    <a:p>
                      <a:r>
                        <a:rPr lang="en-US" dirty="0"/>
                        <a:t>14 &amp; 15</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Report preparation and corrections</a:t>
                      </a:r>
                      <a:endParaRPr lang="en-IN" dirty="0"/>
                    </a:p>
                  </a:txBody>
                  <a:tcPr/>
                </a:tc>
                <a:tc>
                  <a:txBody>
                    <a:bodyPr/>
                    <a:lstStyle/>
                    <a:p>
                      <a:endParaRPr lang="en-IN" dirty="0"/>
                    </a:p>
                  </a:txBody>
                  <a:tcPr/>
                </a:tc>
                <a:extLst>
                  <a:ext uri="{0D108BD9-81ED-4DB2-BD59-A6C34878D82A}">
                    <a16:rowId xmlns:a16="http://schemas.microsoft.com/office/drawing/2014/main" val="4140905472"/>
                  </a:ext>
                </a:extLst>
              </a:tr>
              <a:tr h="347003">
                <a:tc>
                  <a:txBody>
                    <a:bodyPr/>
                    <a:lstStyle/>
                    <a:p>
                      <a:r>
                        <a:rPr lang="en-US" dirty="0"/>
                        <a:t>16</a:t>
                      </a:r>
                      <a:endParaRPr lang="en-IN" dirty="0"/>
                    </a:p>
                  </a:txBody>
                  <a:tcPr/>
                </a:tc>
                <a:tc>
                  <a:txBody>
                    <a:bodyPr/>
                    <a:lstStyle/>
                    <a:p>
                      <a:r>
                        <a:rPr lang="en-US" dirty="0"/>
                        <a:t>Buffer!!!</a:t>
                      </a:r>
                      <a:endParaRPr lang="en-IN" dirty="0"/>
                    </a:p>
                  </a:txBody>
                  <a:tcPr/>
                </a:tc>
                <a:tc>
                  <a:txBody>
                    <a:bodyPr/>
                    <a:lstStyle/>
                    <a:p>
                      <a:endParaRPr lang="en-IN" dirty="0"/>
                    </a:p>
                  </a:txBody>
                  <a:tcPr/>
                </a:tc>
                <a:extLst>
                  <a:ext uri="{0D108BD9-81ED-4DB2-BD59-A6C34878D82A}">
                    <a16:rowId xmlns:a16="http://schemas.microsoft.com/office/drawing/2014/main" val="3677521435"/>
                  </a:ext>
                </a:extLst>
              </a:tr>
            </a:tbl>
          </a:graphicData>
        </a:graphic>
      </p:graphicFrame>
      <p:sp>
        <p:nvSpPr>
          <p:cNvPr id="7" name="TextBox 6">
            <a:extLst>
              <a:ext uri="{FF2B5EF4-FFF2-40B4-BE49-F238E27FC236}">
                <a16:creationId xmlns:a16="http://schemas.microsoft.com/office/drawing/2014/main" id="{99C785FF-7310-E851-767C-BF8D54E8A2A5}"/>
              </a:ext>
            </a:extLst>
          </p:cNvPr>
          <p:cNvSpPr txBox="1"/>
          <p:nvPr/>
        </p:nvSpPr>
        <p:spPr>
          <a:xfrm>
            <a:off x="74428" y="1339702"/>
            <a:ext cx="1252431" cy="830997"/>
          </a:xfrm>
          <a:prstGeom prst="rect">
            <a:avLst/>
          </a:prstGeom>
          <a:noFill/>
        </p:spPr>
        <p:txBody>
          <a:bodyPr wrap="square" rtlCol="0">
            <a:spAutoFit/>
          </a:bodyPr>
          <a:lstStyle/>
          <a:p>
            <a:r>
              <a:rPr lang="en-US" sz="2000" b="1" dirty="0"/>
              <a:t>Project 1:</a:t>
            </a:r>
          </a:p>
          <a:p>
            <a:r>
              <a:rPr lang="en-IN" sz="1400" dirty="0"/>
              <a:t>Low Z measurement</a:t>
            </a:r>
          </a:p>
        </p:txBody>
      </p:sp>
      <p:sp>
        <p:nvSpPr>
          <p:cNvPr id="8" name="TextBox 7">
            <a:extLst>
              <a:ext uri="{FF2B5EF4-FFF2-40B4-BE49-F238E27FC236}">
                <a16:creationId xmlns:a16="http://schemas.microsoft.com/office/drawing/2014/main" id="{33F3CD67-EF7C-46D8-5B33-FC11C2A3B157}"/>
              </a:ext>
            </a:extLst>
          </p:cNvPr>
          <p:cNvSpPr txBox="1"/>
          <p:nvPr/>
        </p:nvSpPr>
        <p:spPr>
          <a:xfrm>
            <a:off x="74427" y="4404541"/>
            <a:ext cx="1252431" cy="830997"/>
          </a:xfrm>
          <a:prstGeom prst="rect">
            <a:avLst/>
          </a:prstGeom>
          <a:noFill/>
        </p:spPr>
        <p:txBody>
          <a:bodyPr wrap="square" rtlCol="0">
            <a:spAutoFit/>
          </a:bodyPr>
          <a:lstStyle/>
          <a:p>
            <a:r>
              <a:rPr lang="en-US" sz="2000" b="1" dirty="0"/>
              <a:t>Project 2:</a:t>
            </a:r>
          </a:p>
          <a:p>
            <a:r>
              <a:rPr lang="en-IN" sz="1400" dirty="0"/>
              <a:t>USB Signal sniff boards</a:t>
            </a:r>
          </a:p>
        </p:txBody>
      </p:sp>
    </p:spTree>
    <p:extLst>
      <p:ext uri="{BB962C8B-B14F-4D97-AF65-F5344CB8AC3E}">
        <p14:creationId xmlns:p14="http://schemas.microsoft.com/office/powerpoint/2010/main" val="1519169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E3F04-2AE2-B9AD-E8A8-0EEF0C962C9A}"/>
              </a:ext>
            </a:extLst>
          </p:cNvPr>
          <p:cNvSpPr>
            <a:spLocks noGrp="1"/>
          </p:cNvSpPr>
          <p:nvPr>
            <p:ph type="title"/>
          </p:nvPr>
        </p:nvSpPr>
        <p:spPr/>
        <p:txBody>
          <a:bodyPr>
            <a:normAutofit/>
          </a:bodyPr>
          <a:lstStyle/>
          <a:p>
            <a:r>
              <a:rPr lang="en-US" dirty="0"/>
              <a:t>Week 3: </a:t>
            </a:r>
            <a:r>
              <a:rPr lang="en-US" sz="3600" dirty="0"/>
              <a:t>Understanding the VNA</a:t>
            </a:r>
            <a:endParaRPr lang="en-IN" dirty="0"/>
          </a:p>
        </p:txBody>
      </p:sp>
      <p:sp>
        <p:nvSpPr>
          <p:cNvPr id="3" name="Content Placeholder 2">
            <a:extLst>
              <a:ext uri="{FF2B5EF4-FFF2-40B4-BE49-F238E27FC236}">
                <a16:creationId xmlns:a16="http://schemas.microsoft.com/office/drawing/2014/main" id="{907354FF-DC45-E6E4-6999-9E1DAE18C459}"/>
              </a:ext>
            </a:extLst>
          </p:cNvPr>
          <p:cNvSpPr>
            <a:spLocks noGrp="1"/>
          </p:cNvSpPr>
          <p:nvPr>
            <p:ph idx="1"/>
          </p:nvPr>
        </p:nvSpPr>
        <p:spPr>
          <a:xfrm>
            <a:off x="138223" y="834363"/>
            <a:ext cx="11887200" cy="1871336"/>
          </a:xfrm>
        </p:spPr>
        <p:txBody>
          <a:bodyPr>
            <a:normAutofit lnSpcReduction="10000"/>
          </a:bodyPr>
          <a:lstStyle/>
          <a:p>
            <a:r>
              <a:rPr lang="en-US" dirty="0"/>
              <a:t>Port 1 output:</a:t>
            </a:r>
            <a:endParaRPr lang="en-IN" dirty="0"/>
          </a:p>
          <a:p>
            <a:pPr lvl="1">
              <a:buFont typeface="Wingdings" panose="05000000000000000000" pitchFamily="2" charset="2"/>
              <a:buChar char="Ø"/>
            </a:pPr>
            <a:r>
              <a:rPr lang="en-IN" dirty="0"/>
              <a:t> Max power output : -10dBm</a:t>
            </a:r>
          </a:p>
          <a:p>
            <a:pPr lvl="1">
              <a:buFont typeface="Wingdings" panose="05000000000000000000" pitchFamily="2" charset="2"/>
              <a:buChar char="Ø"/>
            </a:pPr>
            <a:r>
              <a:rPr lang="en-IN" dirty="0"/>
              <a:t> Low power output: -17dBm</a:t>
            </a:r>
          </a:p>
          <a:p>
            <a:pPr lvl="1">
              <a:buFont typeface="Wingdings" panose="05000000000000000000" pitchFamily="2" charset="2"/>
              <a:buChar char="Ø"/>
            </a:pPr>
            <a:r>
              <a:rPr lang="en-IN" dirty="0"/>
              <a:t> Not ideal sine wave : due to frequency sweep</a:t>
            </a:r>
            <a:endParaRPr lang="en-US" dirty="0"/>
          </a:p>
        </p:txBody>
      </p:sp>
      <p:sp>
        <p:nvSpPr>
          <p:cNvPr id="4" name="Slide Number Placeholder 3">
            <a:extLst>
              <a:ext uri="{FF2B5EF4-FFF2-40B4-BE49-F238E27FC236}">
                <a16:creationId xmlns:a16="http://schemas.microsoft.com/office/drawing/2014/main" id="{53B9A276-8AB2-7D67-043E-602C901D8D66}"/>
              </a:ext>
            </a:extLst>
          </p:cNvPr>
          <p:cNvSpPr>
            <a:spLocks noGrp="1"/>
          </p:cNvSpPr>
          <p:nvPr>
            <p:ph type="sldNum" sz="quarter" idx="12"/>
          </p:nvPr>
        </p:nvSpPr>
        <p:spPr/>
        <p:txBody>
          <a:bodyPr/>
          <a:lstStyle/>
          <a:p>
            <a:fld id="{028CE896-619B-44F9-BE7F-139D1400166E}" type="slidenum">
              <a:rPr lang="en-US" smtClean="0"/>
              <a:t>6</a:t>
            </a:fld>
            <a:endParaRPr lang="en-US"/>
          </a:p>
        </p:txBody>
      </p:sp>
      <p:pic>
        <p:nvPicPr>
          <p:cNvPr id="6" name="Picture 5" descr="A screen shot of a computer&#10;&#10;Description automatically generated">
            <a:extLst>
              <a:ext uri="{FF2B5EF4-FFF2-40B4-BE49-F238E27FC236}">
                <a16:creationId xmlns:a16="http://schemas.microsoft.com/office/drawing/2014/main" id="{F2CE65F9-167A-4551-9072-5579DABF71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29" y="2856520"/>
            <a:ext cx="4038600" cy="3190494"/>
          </a:xfrm>
          <a:prstGeom prst="rect">
            <a:avLst/>
          </a:prstGeom>
        </p:spPr>
      </p:pic>
      <p:pic>
        <p:nvPicPr>
          <p:cNvPr id="8" name="Picture 7" descr="A screen shot of a computer&#10;&#10;Description automatically generated">
            <a:extLst>
              <a:ext uri="{FF2B5EF4-FFF2-40B4-BE49-F238E27FC236}">
                <a16:creationId xmlns:a16="http://schemas.microsoft.com/office/drawing/2014/main" id="{9296A348-8FF9-08A6-C53C-0B399463EA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2209" y="2879897"/>
            <a:ext cx="3979418" cy="3143740"/>
          </a:xfrm>
          <a:prstGeom prst="rect">
            <a:avLst/>
          </a:prstGeom>
        </p:spPr>
      </p:pic>
      <p:pic>
        <p:nvPicPr>
          <p:cNvPr id="10" name="Picture 9" descr="A screen shot of a computer&#10;&#10;Description automatically generated">
            <a:extLst>
              <a:ext uri="{FF2B5EF4-FFF2-40B4-BE49-F238E27FC236}">
                <a16:creationId xmlns:a16="http://schemas.microsoft.com/office/drawing/2014/main" id="{FEE22462-9973-FB1F-7883-B477EA60C1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0808" y="2879897"/>
            <a:ext cx="3979418" cy="3143740"/>
          </a:xfrm>
          <a:prstGeom prst="rect">
            <a:avLst/>
          </a:prstGeom>
        </p:spPr>
      </p:pic>
      <p:sp>
        <p:nvSpPr>
          <p:cNvPr id="5" name="TextBox 4">
            <a:extLst>
              <a:ext uri="{FF2B5EF4-FFF2-40B4-BE49-F238E27FC236}">
                <a16:creationId xmlns:a16="http://schemas.microsoft.com/office/drawing/2014/main" id="{DD7B1582-5873-C226-5BBA-64EAFC81F216}"/>
              </a:ext>
            </a:extLst>
          </p:cNvPr>
          <p:cNvSpPr txBox="1"/>
          <p:nvPr/>
        </p:nvSpPr>
        <p:spPr>
          <a:xfrm>
            <a:off x="1419216" y="3290862"/>
            <a:ext cx="1969065" cy="369332"/>
          </a:xfrm>
          <a:prstGeom prst="rect">
            <a:avLst/>
          </a:prstGeom>
          <a:noFill/>
        </p:spPr>
        <p:txBody>
          <a:bodyPr wrap="none" rtlCol="0">
            <a:spAutoFit/>
          </a:bodyPr>
          <a:lstStyle/>
          <a:p>
            <a:r>
              <a:rPr lang="en-US" dirty="0">
                <a:solidFill>
                  <a:srgbClr val="FFFF00"/>
                </a:solidFill>
              </a:rPr>
              <a:t>200mVpp at High Z</a:t>
            </a:r>
            <a:endParaRPr lang="en-IN" dirty="0">
              <a:solidFill>
                <a:srgbClr val="FFFF00"/>
              </a:solidFill>
            </a:endParaRPr>
          </a:p>
        </p:txBody>
      </p:sp>
      <p:sp>
        <p:nvSpPr>
          <p:cNvPr id="7" name="TextBox 6">
            <a:extLst>
              <a:ext uri="{FF2B5EF4-FFF2-40B4-BE49-F238E27FC236}">
                <a16:creationId xmlns:a16="http://schemas.microsoft.com/office/drawing/2014/main" id="{D1C096E2-4DFE-E995-4272-24A304302081}"/>
              </a:ext>
            </a:extLst>
          </p:cNvPr>
          <p:cNvSpPr txBox="1"/>
          <p:nvPr/>
        </p:nvSpPr>
        <p:spPr>
          <a:xfrm>
            <a:off x="5457816" y="3290862"/>
            <a:ext cx="2042803" cy="369332"/>
          </a:xfrm>
          <a:prstGeom prst="rect">
            <a:avLst/>
          </a:prstGeom>
          <a:noFill/>
        </p:spPr>
        <p:txBody>
          <a:bodyPr wrap="none" rtlCol="0">
            <a:spAutoFit/>
          </a:bodyPr>
          <a:lstStyle/>
          <a:p>
            <a:r>
              <a:rPr lang="en-US" dirty="0">
                <a:solidFill>
                  <a:srgbClr val="FFFF00"/>
                </a:solidFill>
              </a:rPr>
              <a:t>100mVpp at 50ohm</a:t>
            </a:r>
            <a:endParaRPr lang="en-IN" dirty="0">
              <a:solidFill>
                <a:srgbClr val="FFFF00"/>
              </a:solidFill>
            </a:endParaRPr>
          </a:p>
        </p:txBody>
      </p:sp>
      <p:sp>
        <p:nvSpPr>
          <p:cNvPr id="9" name="TextBox 8">
            <a:extLst>
              <a:ext uri="{FF2B5EF4-FFF2-40B4-BE49-F238E27FC236}">
                <a16:creationId xmlns:a16="http://schemas.microsoft.com/office/drawing/2014/main" id="{31AA80E7-A8DD-2DEF-2F1C-0FDBE03677ED}"/>
              </a:ext>
            </a:extLst>
          </p:cNvPr>
          <p:cNvSpPr txBox="1"/>
          <p:nvPr/>
        </p:nvSpPr>
        <p:spPr>
          <a:xfrm>
            <a:off x="8357577" y="3290862"/>
            <a:ext cx="3484880" cy="369332"/>
          </a:xfrm>
          <a:prstGeom prst="rect">
            <a:avLst/>
          </a:prstGeom>
          <a:noFill/>
        </p:spPr>
        <p:txBody>
          <a:bodyPr wrap="square" rtlCol="0">
            <a:spAutoFit/>
          </a:bodyPr>
          <a:lstStyle/>
          <a:p>
            <a:r>
              <a:rPr lang="en-US" dirty="0">
                <a:solidFill>
                  <a:srgbClr val="FFFF00"/>
                </a:solidFill>
              </a:rPr>
              <a:t>50mVpp at 50ohm with a -6dB attn</a:t>
            </a:r>
            <a:endParaRPr lang="en-IN" dirty="0">
              <a:solidFill>
                <a:srgbClr val="FFFF00"/>
              </a:solidFill>
            </a:endParaRPr>
          </a:p>
        </p:txBody>
      </p:sp>
      <p:sp>
        <p:nvSpPr>
          <p:cNvPr id="11" name="TextBox 10">
            <a:extLst>
              <a:ext uri="{FF2B5EF4-FFF2-40B4-BE49-F238E27FC236}">
                <a16:creationId xmlns:a16="http://schemas.microsoft.com/office/drawing/2014/main" id="{A4C15B8B-DEA9-3052-01E9-9DBA3ED21435}"/>
              </a:ext>
            </a:extLst>
          </p:cNvPr>
          <p:cNvSpPr txBox="1"/>
          <p:nvPr/>
        </p:nvSpPr>
        <p:spPr>
          <a:xfrm>
            <a:off x="7332921" y="904956"/>
            <a:ext cx="4720856" cy="2031325"/>
          </a:xfrm>
          <a:prstGeom prst="rect">
            <a:avLst/>
          </a:prstGeom>
          <a:noFill/>
        </p:spPr>
        <p:txBody>
          <a:bodyPr wrap="square" rtlCol="0">
            <a:spAutoFit/>
          </a:bodyPr>
          <a:lstStyle/>
          <a:p>
            <a:r>
              <a:rPr lang="en-US" dirty="0"/>
              <a:t>The voltage reduced to half when the oscilloscope channel was switched from high impedance to 50Ω. According to the voltage divider circuit, half the voltage drop occurs across the load resistance only when it is equal to the internal resistance. Therefore, the internal resistance is equal to 50Ω.</a:t>
            </a:r>
            <a:endParaRPr lang="en-IN" dirty="0"/>
          </a:p>
        </p:txBody>
      </p:sp>
    </p:spTree>
    <p:extLst>
      <p:ext uri="{BB962C8B-B14F-4D97-AF65-F5344CB8AC3E}">
        <p14:creationId xmlns:p14="http://schemas.microsoft.com/office/powerpoint/2010/main" val="3788721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4D84F-F1B3-3A8E-6309-EE92E133FFE7}"/>
              </a:ext>
            </a:extLst>
          </p:cNvPr>
          <p:cNvSpPr>
            <a:spLocks noGrp="1"/>
          </p:cNvSpPr>
          <p:nvPr>
            <p:ph type="title"/>
          </p:nvPr>
        </p:nvSpPr>
        <p:spPr/>
        <p:txBody>
          <a:bodyPr/>
          <a:lstStyle/>
          <a:p>
            <a:r>
              <a:rPr lang="en-US" dirty="0"/>
              <a:t>With High BW scope</a:t>
            </a:r>
            <a:endParaRPr lang="en-IN" dirty="0"/>
          </a:p>
        </p:txBody>
      </p:sp>
      <p:pic>
        <p:nvPicPr>
          <p:cNvPr id="6" name="Content Placeholder 5">
            <a:extLst>
              <a:ext uri="{FF2B5EF4-FFF2-40B4-BE49-F238E27FC236}">
                <a16:creationId xmlns:a16="http://schemas.microsoft.com/office/drawing/2014/main" id="{916FFA92-C195-B358-E5DA-D683AFECD0D8}"/>
              </a:ext>
            </a:extLst>
          </p:cNvPr>
          <p:cNvPicPr>
            <a:picLocks noGrp="1" noChangeAspect="1"/>
          </p:cNvPicPr>
          <p:nvPr>
            <p:ph idx="1"/>
          </p:nvPr>
        </p:nvPicPr>
        <p:blipFill>
          <a:blip r:embed="rId3"/>
          <a:stretch>
            <a:fillRect/>
          </a:stretch>
        </p:blipFill>
        <p:spPr>
          <a:xfrm>
            <a:off x="69136" y="828720"/>
            <a:ext cx="6026862" cy="2329150"/>
          </a:xfrm>
        </p:spPr>
      </p:pic>
      <p:sp>
        <p:nvSpPr>
          <p:cNvPr id="4" name="Slide Number Placeholder 3">
            <a:extLst>
              <a:ext uri="{FF2B5EF4-FFF2-40B4-BE49-F238E27FC236}">
                <a16:creationId xmlns:a16="http://schemas.microsoft.com/office/drawing/2014/main" id="{EDD18524-D16C-774F-6396-5AA3D8E05B8D}"/>
              </a:ext>
            </a:extLst>
          </p:cNvPr>
          <p:cNvSpPr>
            <a:spLocks noGrp="1"/>
          </p:cNvSpPr>
          <p:nvPr>
            <p:ph type="sldNum" sz="quarter" idx="12"/>
          </p:nvPr>
        </p:nvSpPr>
        <p:spPr/>
        <p:txBody>
          <a:bodyPr/>
          <a:lstStyle/>
          <a:p>
            <a:fld id="{028CE896-619B-44F9-BE7F-139D1400166E}" type="slidenum">
              <a:rPr lang="en-US" smtClean="0"/>
              <a:t>7</a:t>
            </a:fld>
            <a:endParaRPr lang="en-US"/>
          </a:p>
        </p:txBody>
      </p:sp>
      <p:pic>
        <p:nvPicPr>
          <p:cNvPr id="8" name="Picture 7">
            <a:extLst>
              <a:ext uri="{FF2B5EF4-FFF2-40B4-BE49-F238E27FC236}">
                <a16:creationId xmlns:a16="http://schemas.microsoft.com/office/drawing/2014/main" id="{6E207B21-1C50-F4C7-975B-8C4523EC1D96}"/>
              </a:ext>
            </a:extLst>
          </p:cNvPr>
          <p:cNvPicPr>
            <a:picLocks noChangeAspect="1"/>
          </p:cNvPicPr>
          <p:nvPr/>
        </p:nvPicPr>
        <p:blipFill>
          <a:blip r:embed="rId4"/>
          <a:stretch>
            <a:fillRect/>
          </a:stretch>
        </p:blipFill>
        <p:spPr>
          <a:xfrm>
            <a:off x="6326986" y="828719"/>
            <a:ext cx="5795878" cy="2329151"/>
          </a:xfrm>
          <a:prstGeom prst="rect">
            <a:avLst/>
          </a:prstGeom>
        </p:spPr>
      </p:pic>
      <p:pic>
        <p:nvPicPr>
          <p:cNvPr id="10" name="Picture 9">
            <a:extLst>
              <a:ext uri="{FF2B5EF4-FFF2-40B4-BE49-F238E27FC236}">
                <a16:creationId xmlns:a16="http://schemas.microsoft.com/office/drawing/2014/main" id="{5D0B6850-1629-A6BC-0428-1C00C3E04D45}"/>
              </a:ext>
            </a:extLst>
          </p:cNvPr>
          <p:cNvPicPr>
            <a:picLocks noChangeAspect="1"/>
          </p:cNvPicPr>
          <p:nvPr/>
        </p:nvPicPr>
        <p:blipFill>
          <a:blip r:embed="rId5"/>
          <a:stretch>
            <a:fillRect/>
          </a:stretch>
        </p:blipFill>
        <p:spPr>
          <a:xfrm>
            <a:off x="69136" y="3382209"/>
            <a:ext cx="6026862" cy="2427124"/>
          </a:xfrm>
          <a:prstGeom prst="rect">
            <a:avLst/>
          </a:prstGeom>
        </p:spPr>
      </p:pic>
      <p:pic>
        <p:nvPicPr>
          <p:cNvPr id="12" name="Picture 11">
            <a:extLst>
              <a:ext uri="{FF2B5EF4-FFF2-40B4-BE49-F238E27FC236}">
                <a16:creationId xmlns:a16="http://schemas.microsoft.com/office/drawing/2014/main" id="{62DC4E66-14A5-5487-4BF3-7FED385DA2E5}"/>
              </a:ext>
            </a:extLst>
          </p:cNvPr>
          <p:cNvPicPr>
            <a:picLocks noChangeAspect="1"/>
          </p:cNvPicPr>
          <p:nvPr/>
        </p:nvPicPr>
        <p:blipFill>
          <a:blip r:embed="rId6"/>
          <a:stretch>
            <a:fillRect/>
          </a:stretch>
        </p:blipFill>
        <p:spPr>
          <a:xfrm>
            <a:off x="6326986" y="3429000"/>
            <a:ext cx="5795878" cy="2345008"/>
          </a:xfrm>
          <a:prstGeom prst="rect">
            <a:avLst/>
          </a:prstGeom>
        </p:spPr>
      </p:pic>
      <p:sp>
        <p:nvSpPr>
          <p:cNvPr id="13" name="TextBox 12">
            <a:extLst>
              <a:ext uri="{FF2B5EF4-FFF2-40B4-BE49-F238E27FC236}">
                <a16:creationId xmlns:a16="http://schemas.microsoft.com/office/drawing/2014/main" id="{6E912728-C3F4-CE5A-1B4F-1AECE9248C19}"/>
              </a:ext>
            </a:extLst>
          </p:cNvPr>
          <p:cNvSpPr txBox="1"/>
          <p:nvPr/>
        </p:nvSpPr>
        <p:spPr>
          <a:xfrm>
            <a:off x="4226255" y="955097"/>
            <a:ext cx="1808829" cy="369332"/>
          </a:xfrm>
          <a:prstGeom prst="rect">
            <a:avLst/>
          </a:prstGeom>
          <a:noFill/>
        </p:spPr>
        <p:txBody>
          <a:bodyPr wrap="none" rtlCol="0">
            <a:spAutoFit/>
          </a:bodyPr>
          <a:lstStyle/>
          <a:p>
            <a:r>
              <a:rPr lang="en-US" dirty="0">
                <a:solidFill>
                  <a:srgbClr val="EE12CF"/>
                </a:solidFill>
              </a:rPr>
              <a:t>1KHz: attenuated</a:t>
            </a:r>
            <a:endParaRPr lang="en-IN" dirty="0">
              <a:solidFill>
                <a:srgbClr val="EE12CF"/>
              </a:solidFill>
            </a:endParaRPr>
          </a:p>
        </p:txBody>
      </p:sp>
      <p:sp>
        <p:nvSpPr>
          <p:cNvPr id="14" name="TextBox 13">
            <a:extLst>
              <a:ext uri="{FF2B5EF4-FFF2-40B4-BE49-F238E27FC236}">
                <a16:creationId xmlns:a16="http://schemas.microsoft.com/office/drawing/2014/main" id="{D3C59706-A0C7-4850-2839-C25FAE9FF3C8}"/>
              </a:ext>
            </a:extLst>
          </p:cNvPr>
          <p:cNvSpPr txBox="1"/>
          <p:nvPr/>
        </p:nvSpPr>
        <p:spPr>
          <a:xfrm>
            <a:off x="10291351" y="880049"/>
            <a:ext cx="1963166" cy="369332"/>
          </a:xfrm>
          <a:prstGeom prst="rect">
            <a:avLst/>
          </a:prstGeom>
          <a:noFill/>
        </p:spPr>
        <p:txBody>
          <a:bodyPr wrap="none" rtlCol="0">
            <a:spAutoFit/>
          </a:bodyPr>
          <a:lstStyle/>
          <a:p>
            <a:r>
              <a:rPr lang="en-US" dirty="0">
                <a:solidFill>
                  <a:srgbClr val="EE12CF"/>
                </a:solidFill>
              </a:rPr>
              <a:t>10KHz: ~100mVpp</a:t>
            </a:r>
            <a:endParaRPr lang="en-IN" dirty="0">
              <a:solidFill>
                <a:srgbClr val="EE12CF"/>
              </a:solidFill>
            </a:endParaRPr>
          </a:p>
        </p:txBody>
      </p:sp>
      <p:sp>
        <p:nvSpPr>
          <p:cNvPr id="15" name="TextBox 14">
            <a:extLst>
              <a:ext uri="{FF2B5EF4-FFF2-40B4-BE49-F238E27FC236}">
                <a16:creationId xmlns:a16="http://schemas.microsoft.com/office/drawing/2014/main" id="{C1590F1B-0A11-C763-8550-4084750DFC1F}"/>
              </a:ext>
            </a:extLst>
          </p:cNvPr>
          <p:cNvSpPr txBox="1"/>
          <p:nvPr/>
        </p:nvSpPr>
        <p:spPr>
          <a:xfrm>
            <a:off x="4032292" y="3429000"/>
            <a:ext cx="2040110" cy="369332"/>
          </a:xfrm>
          <a:prstGeom prst="rect">
            <a:avLst/>
          </a:prstGeom>
          <a:noFill/>
        </p:spPr>
        <p:txBody>
          <a:bodyPr wrap="none" rtlCol="0">
            <a:spAutoFit/>
          </a:bodyPr>
          <a:lstStyle/>
          <a:p>
            <a:r>
              <a:rPr lang="en-US" dirty="0">
                <a:solidFill>
                  <a:srgbClr val="EE12CF"/>
                </a:solidFill>
              </a:rPr>
              <a:t>50MHz: ~100mVpp</a:t>
            </a:r>
            <a:endParaRPr lang="en-IN" dirty="0">
              <a:solidFill>
                <a:srgbClr val="EE12CF"/>
              </a:solidFill>
            </a:endParaRPr>
          </a:p>
        </p:txBody>
      </p:sp>
      <p:sp>
        <p:nvSpPr>
          <p:cNvPr id="16" name="TextBox 15">
            <a:extLst>
              <a:ext uri="{FF2B5EF4-FFF2-40B4-BE49-F238E27FC236}">
                <a16:creationId xmlns:a16="http://schemas.microsoft.com/office/drawing/2014/main" id="{AC27F002-9960-193C-4398-A873DF0DC656}"/>
              </a:ext>
            </a:extLst>
          </p:cNvPr>
          <p:cNvSpPr txBox="1"/>
          <p:nvPr/>
        </p:nvSpPr>
        <p:spPr>
          <a:xfrm>
            <a:off x="8572417" y="3429000"/>
            <a:ext cx="3619581" cy="369332"/>
          </a:xfrm>
          <a:prstGeom prst="rect">
            <a:avLst/>
          </a:prstGeom>
          <a:noFill/>
        </p:spPr>
        <p:txBody>
          <a:bodyPr wrap="none" rtlCol="0">
            <a:spAutoFit/>
          </a:bodyPr>
          <a:lstStyle/>
          <a:p>
            <a:r>
              <a:rPr lang="en-US" dirty="0">
                <a:solidFill>
                  <a:srgbClr val="EE12CF"/>
                </a:solidFill>
              </a:rPr>
              <a:t>1GHz: Not sure of what is happening</a:t>
            </a:r>
            <a:endParaRPr lang="en-IN" dirty="0">
              <a:solidFill>
                <a:srgbClr val="EE12CF"/>
              </a:solidFill>
            </a:endParaRPr>
          </a:p>
        </p:txBody>
      </p:sp>
      <p:sp>
        <p:nvSpPr>
          <p:cNvPr id="3" name="Rectangle 2">
            <a:extLst>
              <a:ext uri="{FF2B5EF4-FFF2-40B4-BE49-F238E27FC236}">
                <a16:creationId xmlns:a16="http://schemas.microsoft.com/office/drawing/2014/main" id="{FA9FEC43-7D9B-3131-D7F9-1B24F4468EB6}"/>
              </a:ext>
            </a:extLst>
          </p:cNvPr>
          <p:cNvSpPr/>
          <p:nvPr/>
        </p:nvSpPr>
        <p:spPr>
          <a:xfrm>
            <a:off x="1503680" y="5384800"/>
            <a:ext cx="396240" cy="16256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5AC6698-D5D1-F36A-C264-4296CCCEAB85}"/>
              </a:ext>
            </a:extLst>
          </p:cNvPr>
          <p:cNvSpPr/>
          <p:nvPr/>
        </p:nvSpPr>
        <p:spPr>
          <a:xfrm>
            <a:off x="7741920" y="2773680"/>
            <a:ext cx="396240" cy="16256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CCC00BEA-3990-6EC5-09DB-7D6E885D0051}"/>
              </a:ext>
            </a:extLst>
          </p:cNvPr>
          <p:cNvSpPr/>
          <p:nvPr/>
        </p:nvSpPr>
        <p:spPr>
          <a:xfrm>
            <a:off x="7741920" y="5313680"/>
            <a:ext cx="396240" cy="16256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52350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480DC-7B67-5C96-F13D-5B4C6F410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5B0D7-0CF7-4469-B555-98F5B7A5A900}"/>
              </a:ext>
            </a:extLst>
          </p:cNvPr>
          <p:cNvSpPr>
            <a:spLocks noGrp="1"/>
          </p:cNvSpPr>
          <p:nvPr>
            <p:ph type="title"/>
          </p:nvPr>
        </p:nvSpPr>
        <p:spPr/>
        <p:txBody>
          <a:bodyPr/>
          <a:lstStyle/>
          <a:p>
            <a:r>
              <a:rPr lang="en-US" dirty="0"/>
              <a:t>Noise floor</a:t>
            </a:r>
            <a:endParaRPr lang="en-IN" dirty="0"/>
          </a:p>
        </p:txBody>
      </p:sp>
      <p:sp>
        <p:nvSpPr>
          <p:cNvPr id="4" name="Slide Number Placeholder 3">
            <a:extLst>
              <a:ext uri="{FF2B5EF4-FFF2-40B4-BE49-F238E27FC236}">
                <a16:creationId xmlns:a16="http://schemas.microsoft.com/office/drawing/2014/main" id="{71F0C0DB-2A83-74F4-5D46-AE1B7D68B2BA}"/>
              </a:ext>
            </a:extLst>
          </p:cNvPr>
          <p:cNvSpPr>
            <a:spLocks noGrp="1"/>
          </p:cNvSpPr>
          <p:nvPr>
            <p:ph type="sldNum" sz="quarter" idx="12"/>
          </p:nvPr>
        </p:nvSpPr>
        <p:spPr/>
        <p:txBody>
          <a:bodyPr/>
          <a:lstStyle/>
          <a:p>
            <a:fld id="{028CE896-619B-44F9-BE7F-139D1400166E}" type="slidenum">
              <a:rPr lang="en-US" smtClean="0"/>
              <a:t>8</a:t>
            </a:fld>
            <a:endParaRPr lang="en-US"/>
          </a:p>
        </p:txBody>
      </p:sp>
      <p:pic>
        <p:nvPicPr>
          <p:cNvPr id="11" name="Content Placeholder 10">
            <a:extLst>
              <a:ext uri="{FF2B5EF4-FFF2-40B4-BE49-F238E27FC236}">
                <a16:creationId xmlns:a16="http://schemas.microsoft.com/office/drawing/2014/main" id="{547AD486-1DB6-D7D2-DFCA-E608628C5BB8}"/>
              </a:ext>
            </a:extLst>
          </p:cNvPr>
          <p:cNvPicPr>
            <a:picLocks noGrp="1" noChangeAspect="1"/>
          </p:cNvPicPr>
          <p:nvPr>
            <p:ph idx="1"/>
          </p:nvPr>
        </p:nvPicPr>
        <p:blipFill>
          <a:blip r:embed="rId2"/>
          <a:stretch>
            <a:fillRect/>
          </a:stretch>
        </p:blipFill>
        <p:spPr>
          <a:xfrm>
            <a:off x="5998025" y="850536"/>
            <a:ext cx="6193973" cy="4115799"/>
          </a:xfrm>
        </p:spPr>
      </p:pic>
      <p:pic>
        <p:nvPicPr>
          <p:cNvPr id="5" name="Picture 4">
            <a:extLst>
              <a:ext uri="{FF2B5EF4-FFF2-40B4-BE49-F238E27FC236}">
                <a16:creationId xmlns:a16="http://schemas.microsoft.com/office/drawing/2014/main" id="{04F10EAA-FFC7-A7F6-713A-FADF57FC0211}"/>
              </a:ext>
            </a:extLst>
          </p:cNvPr>
          <p:cNvPicPr>
            <a:picLocks noChangeAspect="1"/>
          </p:cNvPicPr>
          <p:nvPr/>
        </p:nvPicPr>
        <p:blipFill>
          <a:blip r:embed="rId3"/>
          <a:stretch>
            <a:fillRect/>
          </a:stretch>
        </p:blipFill>
        <p:spPr>
          <a:xfrm>
            <a:off x="101600" y="850536"/>
            <a:ext cx="5896425" cy="2288904"/>
          </a:xfrm>
          <a:prstGeom prst="rect">
            <a:avLst/>
          </a:prstGeom>
        </p:spPr>
      </p:pic>
      <p:sp>
        <p:nvSpPr>
          <p:cNvPr id="6" name="Rectangle 5">
            <a:extLst>
              <a:ext uri="{FF2B5EF4-FFF2-40B4-BE49-F238E27FC236}">
                <a16:creationId xmlns:a16="http://schemas.microsoft.com/office/drawing/2014/main" id="{22E9D7C9-609D-4743-B3C6-1A6A8E267719}"/>
              </a:ext>
            </a:extLst>
          </p:cNvPr>
          <p:cNvSpPr/>
          <p:nvPr/>
        </p:nvSpPr>
        <p:spPr>
          <a:xfrm>
            <a:off x="4358640" y="2672080"/>
            <a:ext cx="833120" cy="1422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BF9C8B2-A9F6-190E-0CF5-9C562B55EF40}"/>
              </a:ext>
            </a:extLst>
          </p:cNvPr>
          <p:cNvSpPr/>
          <p:nvPr/>
        </p:nvSpPr>
        <p:spPr>
          <a:xfrm>
            <a:off x="101600" y="2837315"/>
            <a:ext cx="474612" cy="1294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79EE38DA-B73C-4ABB-4DA9-4C2BEE1698DB}"/>
              </a:ext>
            </a:extLst>
          </p:cNvPr>
          <p:cNvSpPr/>
          <p:nvPr/>
        </p:nvSpPr>
        <p:spPr>
          <a:xfrm>
            <a:off x="5679438" y="2695075"/>
            <a:ext cx="318587" cy="1294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C6984796-C2EC-1A16-A091-EE0A1C28EB88}"/>
              </a:ext>
            </a:extLst>
          </p:cNvPr>
          <p:cNvSpPr/>
          <p:nvPr/>
        </p:nvSpPr>
        <p:spPr>
          <a:xfrm>
            <a:off x="1239520" y="2837315"/>
            <a:ext cx="894080" cy="1294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4A3073B-A252-68EC-19E3-F4FEB937D558}"/>
              </a:ext>
            </a:extLst>
          </p:cNvPr>
          <p:cNvSpPr txBox="1"/>
          <p:nvPr/>
        </p:nvSpPr>
        <p:spPr>
          <a:xfrm>
            <a:off x="243840" y="3429000"/>
            <a:ext cx="6065520" cy="1754326"/>
          </a:xfrm>
          <a:prstGeom prst="rect">
            <a:avLst/>
          </a:prstGeom>
          <a:noFill/>
        </p:spPr>
        <p:txBody>
          <a:bodyPr wrap="square" rtlCol="0">
            <a:spAutoFit/>
          </a:bodyPr>
          <a:lstStyle/>
          <a:p>
            <a:pPr marL="285750" indent="-285750">
              <a:buFont typeface="Arial" panose="020B0604020202020204" pitchFamily="34" charset="0"/>
              <a:buChar char="•"/>
            </a:pPr>
            <a:r>
              <a:rPr lang="en-US" dirty="0"/>
              <a:t>Measured port 2 without any connection after calibration</a:t>
            </a:r>
          </a:p>
          <a:p>
            <a:pPr marL="285750" indent="-285750">
              <a:buFont typeface="Arial" panose="020B0604020202020204" pitchFamily="34" charset="0"/>
              <a:buChar char="•"/>
            </a:pPr>
            <a:r>
              <a:rPr lang="en-US" dirty="0"/>
              <a:t>Noise floor is not constant over the frequency, it varies with frequency as:</a:t>
            </a:r>
          </a:p>
          <a:p>
            <a:pPr marL="742950" lvl="1" indent="-285750">
              <a:buFont typeface="Arial" panose="020B0604020202020204" pitchFamily="34" charset="0"/>
              <a:buChar char="•"/>
            </a:pPr>
            <a:r>
              <a:rPr lang="en-US" dirty="0"/>
              <a:t>-90dB up to 100MHz</a:t>
            </a:r>
          </a:p>
          <a:p>
            <a:pPr marL="742950" lvl="1" indent="-285750">
              <a:buFont typeface="Arial" panose="020B0604020202020204" pitchFamily="34" charset="0"/>
              <a:buChar char="•"/>
            </a:pPr>
            <a:r>
              <a:rPr lang="en-US" dirty="0"/>
              <a:t>-70dB up to 500MHz</a:t>
            </a:r>
          </a:p>
          <a:p>
            <a:pPr marL="742950" lvl="1" indent="-285750">
              <a:buFont typeface="Arial" panose="020B0604020202020204" pitchFamily="34" charset="0"/>
              <a:buChar char="•"/>
            </a:pPr>
            <a:r>
              <a:rPr lang="en-US" dirty="0"/>
              <a:t>-50dB above 500MHz</a:t>
            </a:r>
            <a:endParaRPr lang="en-IN" dirty="0"/>
          </a:p>
        </p:txBody>
      </p:sp>
      <p:cxnSp>
        <p:nvCxnSpPr>
          <p:cNvPr id="14" name="Connector: Elbow 13">
            <a:extLst>
              <a:ext uri="{FF2B5EF4-FFF2-40B4-BE49-F238E27FC236}">
                <a16:creationId xmlns:a16="http://schemas.microsoft.com/office/drawing/2014/main" id="{64F030E3-3233-C105-499C-1016B475A293}"/>
              </a:ext>
            </a:extLst>
          </p:cNvPr>
          <p:cNvCxnSpPr>
            <a:cxnSpLocks/>
          </p:cNvCxnSpPr>
          <p:nvPr/>
        </p:nvCxnSpPr>
        <p:spPr>
          <a:xfrm rot="16200000" flipH="1">
            <a:off x="6654800" y="3495040"/>
            <a:ext cx="944880" cy="538480"/>
          </a:xfrm>
          <a:prstGeom prst="bentConnector3">
            <a:avLst>
              <a:gd name="adj1" fmla="val 538"/>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7DECF0A7-D138-91CA-3A0E-17A1088FD901}"/>
              </a:ext>
            </a:extLst>
          </p:cNvPr>
          <p:cNvCxnSpPr>
            <a:cxnSpLocks/>
          </p:cNvCxnSpPr>
          <p:nvPr/>
        </p:nvCxnSpPr>
        <p:spPr>
          <a:xfrm>
            <a:off x="6858000" y="2672080"/>
            <a:ext cx="2580640" cy="1564640"/>
          </a:xfrm>
          <a:prstGeom prst="bentConnector3">
            <a:avLst>
              <a:gd name="adj1" fmla="val 100787"/>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B75527B4-F1EA-C63B-90EB-DF8DFF48D0BD}"/>
              </a:ext>
            </a:extLst>
          </p:cNvPr>
          <p:cNvCxnSpPr>
            <a:cxnSpLocks/>
          </p:cNvCxnSpPr>
          <p:nvPr/>
        </p:nvCxnSpPr>
        <p:spPr>
          <a:xfrm>
            <a:off x="6858000" y="2040708"/>
            <a:ext cx="5181600" cy="12700"/>
          </a:xfrm>
          <a:prstGeom prst="bentConnector3">
            <a:avLst>
              <a:gd name="adj1"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652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8FA22-1B39-41A5-04E9-13C159E02BFB}"/>
              </a:ext>
            </a:extLst>
          </p:cNvPr>
          <p:cNvSpPr>
            <a:spLocks noGrp="1"/>
          </p:cNvSpPr>
          <p:nvPr>
            <p:ph type="title"/>
          </p:nvPr>
        </p:nvSpPr>
        <p:spPr/>
        <p:txBody>
          <a:bodyPr/>
          <a:lstStyle/>
          <a:p>
            <a:r>
              <a:rPr lang="en-US" dirty="0"/>
              <a:t>Noise floor- Log sweep</a:t>
            </a:r>
            <a:endParaRPr lang="en-IN" dirty="0"/>
          </a:p>
        </p:txBody>
      </p:sp>
      <p:pic>
        <p:nvPicPr>
          <p:cNvPr id="6" name="Content Placeholder 5">
            <a:extLst>
              <a:ext uri="{FF2B5EF4-FFF2-40B4-BE49-F238E27FC236}">
                <a16:creationId xmlns:a16="http://schemas.microsoft.com/office/drawing/2014/main" id="{15D63971-18A0-3A94-B7F0-A7123F2F4CBB}"/>
              </a:ext>
            </a:extLst>
          </p:cNvPr>
          <p:cNvPicPr>
            <a:picLocks noGrp="1" noChangeAspect="1"/>
          </p:cNvPicPr>
          <p:nvPr>
            <p:ph idx="1"/>
          </p:nvPr>
        </p:nvPicPr>
        <p:blipFill>
          <a:blip r:embed="rId2"/>
          <a:stretch>
            <a:fillRect/>
          </a:stretch>
        </p:blipFill>
        <p:spPr>
          <a:xfrm>
            <a:off x="130030" y="838661"/>
            <a:ext cx="6629837" cy="4351338"/>
          </a:xfrm>
        </p:spPr>
      </p:pic>
      <p:sp>
        <p:nvSpPr>
          <p:cNvPr id="4" name="Slide Number Placeholder 3">
            <a:extLst>
              <a:ext uri="{FF2B5EF4-FFF2-40B4-BE49-F238E27FC236}">
                <a16:creationId xmlns:a16="http://schemas.microsoft.com/office/drawing/2014/main" id="{9DAEE539-E004-7879-78C4-A7A652910082}"/>
              </a:ext>
            </a:extLst>
          </p:cNvPr>
          <p:cNvSpPr>
            <a:spLocks noGrp="1"/>
          </p:cNvSpPr>
          <p:nvPr>
            <p:ph type="sldNum" sz="quarter" idx="12"/>
          </p:nvPr>
        </p:nvSpPr>
        <p:spPr/>
        <p:txBody>
          <a:bodyPr/>
          <a:lstStyle/>
          <a:p>
            <a:fld id="{028CE896-619B-44F9-BE7F-139D1400166E}" type="slidenum">
              <a:rPr lang="en-US" smtClean="0"/>
              <a:t>9</a:t>
            </a:fld>
            <a:endParaRPr lang="en-US"/>
          </a:p>
        </p:txBody>
      </p:sp>
      <p:sp>
        <p:nvSpPr>
          <p:cNvPr id="7" name="Left Brace 6">
            <a:extLst>
              <a:ext uri="{FF2B5EF4-FFF2-40B4-BE49-F238E27FC236}">
                <a16:creationId xmlns:a16="http://schemas.microsoft.com/office/drawing/2014/main" id="{F5994B19-6989-24B0-F0C2-881EEE79E716}"/>
              </a:ext>
            </a:extLst>
          </p:cNvPr>
          <p:cNvSpPr/>
          <p:nvPr/>
        </p:nvSpPr>
        <p:spPr>
          <a:xfrm rot="5400000">
            <a:off x="2938792" y="765544"/>
            <a:ext cx="1012312" cy="4497572"/>
          </a:xfrm>
          <a:prstGeom prst="leftBrace">
            <a:avLst>
              <a:gd name="adj1" fmla="val 8333"/>
              <a:gd name="adj2" fmla="val 48818"/>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8" name="TextBox 7">
            <a:extLst>
              <a:ext uri="{FF2B5EF4-FFF2-40B4-BE49-F238E27FC236}">
                <a16:creationId xmlns:a16="http://schemas.microsoft.com/office/drawing/2014/main" id="{C4DB8457-4A36-90A0-8114-7CB9A3897337}"/>
              </a:ext>
            </a:extLst>
          </p:cNvPr>
          <p:cNvSpPr txBox="1"/>
          <p:nvPr/>
        </p:nvSpPr>
        <p:spPr>
          <a:xfrm>
            <a:off x="2998381" y="2138842"/>
            <a:ext cx="1403498" cy="369332"/>
          </a:xfrm>
          <a:prstGeom prst="rect">
            <a:avLst/>
          </a:prstGeom>
          <a:noFill/>
        </p:spPr>
        <p:txBody>
          <a:bodyPr wrap="square" rtlCol="0">
            <a:spAutoFit/>
          </a:bodyPr>
          <a:lstStyle/>
          <a:p>
            <a:r>
              <a:rPr lang="en-US" b="1" dirty="0">
                <a:solidFill>
                  <a:srgbClr val="FF0000"/>
                </a:solidFill>
              </a:rPr>
              <a:t>~-100dB</a:t>
            </a:r>
            <a:endParaRPr lang="en-IN" b="1" dirty="0">
              <a:solidFill>
                <a:srgbClr val="FF0000"/>
              </a:solidFill>
            </a:endParaRPr>
          </a:p>
        </p:txBody>
      </p:sp>
      <p:pic>
        <p:nvPicPr>
          <p:cNvPr id="9" name="Content Placeholder 5">
            <a:extLst>
              <a:ext uri="{FF2B5EF4-FFF2-40B4-BE49-F238E27FC236}">
                <a16:creationId xmlns:a16="http://schemas.microsoft.com/office/drawing/2014/main" id="{9F3CC883-D0D2-5CF8-E080-01A65AB67EE5}"/>
              </a:ext>
            </a:extLst>
          </p:cNvPr>
          <p:cNvPicPr>
            <a:picLocks noChangeAspect="1"/>
          </p:cNvPicPr>
          <p:nvPr/>
        </p:nvPicPr>
        <p:blipFill>
          <a:blip r:embed="rId3"/>
          <a:stretch>
            <a:fillRect/>
          </a:stretch>
        </p:blipFill>
        <p:spPr>
          <a:xfrm>
            <a:off x="7237502" y="926464"/>
            <a:ext cx="4609058" cy="5123462"/>
          </a:xfrm>
          <a:prstGeom prst="rect">
            <a:avLst/>
          </a:prstGeom>
        </p:spPr>
      </p:pic>
      <p:pic>
        <p:nvPicPr>
          <p:cNvPr id="5" name="Picture 4">
            <a:extLst>
              <a:ext uri="{FF2B5EF4-FFF2-40B4-BE49-F238E27FC236}">
                <a16:creationId xmlns:a16="http://schemas.microsoft.com/office/drawing/2014/main" id="{CE7338B6-B279-B982-36B6-EA6EC5B45146}"/>
              </a:ext>
            </a:extLst>
          </p:cNvPr>
          <p:cNvPicPr>
            <a:picLocks noChangeAspect="1"/>
          </p:cNvPicPr>
          <p:nvPr/>
        </p:nvPicPr>
        <p:blipFill>
          <a:blip r:embed="rId4"/>
          <a:stretch>
            <a:fillRect/>
          </a:stretch>
        </p:blipFill>
        <p:spPr>
          <a:xfrm>
            <a:off x="297593" y="5001295"/>
            <a:ext cx="1895475" cy="990600"/>
          </a:xfrm>
          <a:prstGeom prst="rect">
            <a:avLst/>
          </a:prstGeom>
        </p:spPr>
      </p:pic>
      <p:sp>
        <p:nvSpPr>
          <p:cNvPr id="10" name="TextBox 9">
            <a:extLst>
              <a:ext uri="{FF2B5EF4-FFF2-40B4-BE49-F238E27FC236}">
                <a16:creationId xmlns:a16="http://schemas.microsoft.com/office/drawing/2014/main" id="{51C74121-5D59-3831-E451-1A728FA60E9E}"/>
              </a:ext>
            </a:extLst>
          </p:cNvPr>
          <p:cNvSpPr txBox="1"/>
          <p:nvPr/>
        </p:nvSpPr>
        <p:spPr>
          <a:xfrm>
            <a:off x="2551814" y="5189999"/>
            <a:ext cx="4375616" cy="646331"/>
          </a:xfrm>
          <a:prstGeom prst="rect">
            <a:avLst/>
          </a:prstGeom>
          <a:noFill/>
        </p:spPr>
        <p:txBody>
          <a:bodyPr wrap="square" rtlCol="0">
            <a:spAutoFit/>
          </a:bodyPr>
          <a:lstStyle/>
          <a:p>
            <a:r>
              <a:rPr lang="en-US" dirty="0"/>
              <a:t>So, with -100dB noise floor the minimum impedance that VNA can measure is  </a:t>
            </a:r>
            <a:r>
              <a:rPr lang="en-US" dirty="0">
                <a:highlight>
                  <a:srgbClr val="00FF00"/>
                </a:highlight>
              </a:rPr>
              <a:t>250u</a:t>
            </a:r>
            <a:r>
              <a:rPr lang="el-GR" dirty="0">
                <a:highlight>
                  <a:srgbClr val="00FF00"/>
                </a:highlight>
              </a:rPr>
              <a:t>Ω</a:t>
            </a:r>
            <a:endParaRPr lang="en-IN" dirty="0">
              <a:highlight>
                <a:srgbClr val="00FF00"/>
              </a:highlight>
            </a:endParaRPr>
          </a:p>
        </p:txBody>
      </p:sp>
    </p:spTree>
    <p:extLst>
      <p:ext uri="{BB962C8B-B14F-4D97-AF65-F5344CB8AC3E}">
        <p14:creationId xmlns:p14="http://schemas.microsoft.com/office/powerpoint/2010/main" val="2428300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AED99-126E-B3D8-DA6D-3E4B37D55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41421-14EE-11ED-DB11-0569B67582DD}"/>
              </a:ext>
            </a:extLst>
          </p:cNvPr>
          <p:cNvSpPr>
            <a:spLocks noGrp="1"/>
          </p:cNvSpPr>
          <p:nvPr>
            <p:ph type="title"/>
          </p:nvPr>
        </p:nvSpPr>
        <p:spPr/>
        <p:txBody>
          <a:bodyPr/>
          <a:lstStyle/>
          <a:p>
            <a:r>
              <a:rPr lang="en-US" dirty="0"/>
              <a:t>Power level</a:t>
            </a:r>
            <a:endParaRPr lang="en-IN" dirty="0"/>
          </a:p>
        </p:txBody>
      </p:sp>
      <p:sp>
        <p:nvSpPr>
          <p:cNvPr id="3" name="Content Placeholder 2">
            <a:extLst>
              <a:ext uri="{FF2B5EF4-FFF2-40B4-BE49-F238E27FC236}">
                <a16:creationId xmlns:a16="http://schemas.microsoft.com/office/drawing/2014/main" id="{8B055073-81DD-6A2C-BB2D-632DF8BF413B}"/>
              </a:ext>
            </a:extLst>
          </p:cNvPr>
          <p:cNvSpPr>
            <a:spLocks noGrp="1"/>
          </p:cNvSpPr>
          <p:nvPr>
            <p:ph idx="1"/>
          </p:nvPr>
        </p:nvSpPr>
        <p:spPr>
          <a:xfrm>
            <a:off x="684957" y="926531"/>
            <a:ext cx="10515600" cy="4351338"/>
          </a:xfrm>
        </p:spPr>
        <p:txBody>
          <a:bodyPr/>
          <a:lstStyle/>
          <a:p>
            <a:pPr marL="0" indent="0">
              <a:buNone/>
            </a:pPr>
            <a:r>
              <a:rPr lang="en-US" dirty="0"/>
              <a:t>Port 2 safe input level:</a:t>
            </a:r>
            <a:endParaRPr lang="en-IN" dirty="0"/>
          </a:p>
          <a:p>
            <a:pPr marL="0" indent="0">
              <a:buNone/>
            </a:pPr>
            <a:r>
              <a:rPr lang="en-IN" sz="2000" dirty="0"/>
              <a:t>Max input power : 0dBm(225mV)</a:t>
            </a:r>
            <a:endParaRPr lang="en-US" sz="2000" dirty="0"/>
          </a:p>
        </p:txBody>
      </p:sp>
      <p:sp>
        <p:nvSpPr>
          <p:cNvPr id="4" name="Slide Number Placeholder 3">
            <a:extLst>
              <a:ext uri="{FF2B5EF4-FFF2-40B4-BE49-F238E27FC236}">
                <a16:creationId xmlns:a16="http://schemas.microsoft.com/office/drawing/2014/main" id="{9765ACE9-CDBE-2512-86A9-F1D8EF4E0764}"/>
              </a:ext>
            </a:extLst>
          </p:cNvPr>
          <p:cNvSpPr>
            <a:spLocks noGrp="1"/>
          </p:cNvSpPr>
          <p:nvPr>
            <p:ph type="sldNum" sz="quarter" idx="12"/>
          </p:nvPr>
        </p:nvSpPr>
        <p:spPr/>
        <p:txBody>
          <a:bodyPr/>
          <a:lstStyle/>
          <a:p>
            <a:fld id="{028CE896-619B-44F9-BE7F-139D1400166E}" type="slidenum">
              <a:rPr lang="en-US" smtClean="0"/>
              <a:t>10</a:t>
            </a:fld>
            <a:endParaRPr lang="en-US"/>
          </a:p>
        </p:txBody>
      </p:sp>
      <p:pic>
        <p:nvPicPr>
          <p:cNvPr id="7" name="Picture 6">
            <a:extLst>
              <a:ext uri="{FF2B5EF4-FFF2-40B4-BE49-F238E27FC236}">
                <a16:creationId xmlns:a16="http://schemas.microsoft.com/office/drawing/2014/main" id="{81764E36-F30D-8C6B-AE53-762B8B68FA24}"/>
              </a:ext>
            </a:extLst>
          </p:cNvPr>
          <p:cNvPicPr>
            <a:picLocks noChangeAspect="1"/>
          </p:cNvPicPr>
          <p:nvPr/>
        </p:nvPicPr>
        <p:blipFill>
          <a:blip r:embed="rId2"/>
          <a:stretch>
            <a:fillRect/>
          </a:stretch>
        </p:blipFill>
        <p:spPr>
          <a:xfrm>
            <a:off x="238758" y="1995049"/>
            <a:ext cx="5857240" cy="3996846"/>
          </a:xfrm>
          <a:prstGeom prst="rect">
            <a:avLst/>
          </a:prstGeom>
        </p:spPr>
      </p:pic>
      <p:pic>
        <p:nvPicPr>
          <p:cNvPr id="10" name="Picture 9">
            <a:extLst>
              <a:ext uri="{FF2B5EF4-FFF2-40B4-BE49-F238E27FC236}">
                <a16:creationId xmlns:a16="http://schemas.microsoft.com/office/drawing/2014/main" id="{C447F5E7-9B43-AA47-5F6D-6D8D12C80617}"/>
              </a:ext>
            </a:extLst>
          </p:cNvPr>
          <p:cNvPicPr>
            <a:picLocks noChangeAspect="1"/>
          </p:cNvPicPr>
          <p:nvPr/>
        </p:nvPicPr>
        <p:blipFill>
          <a:blip r:embed="rId3"/>
          <a:stretch>
            <a:fillRect/>
          </a:stretch>
        </p:blipFill>
        <p:spPr>
          <a:xfrm>
            <a:off x="6542197" y="1207750"/>
            <a:ext cx="5510848" cy="4865743"/>
          </a:xfrm>
          <a:prstGeom prst="rect">
            <a:avLst/>
          </a:prstGeom>
        </p:spPr>
      </p:pic>
    </p:spTree>
    <p:extLst>
      <p:ext uri="{BB962C8B-B14F-4D97-AF65-F5344CB8AC3E}">
        <p14:creationId xmlns:p14="http://schemas.microsoft.com/office/powerpoint/2010/main" val="3043670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C3B2E-6EFA-7608-309D-EDFBDF478F90}"/>
              </a:ext>
            </a:extLst>
          </p:cNvPr>
          <p:cNvSpPr>
            <a:spLocks noGrp="1"/>
          </p:cNvSpPr>
          <p:nvPr>
            <p:ph type="title"/>
          </p:nvPr>
        </p:nvSpPr>
        <p:spPr/>
        <p:txBody>
          <a:bodyPr/>
          <a:lstStyle/>
          <a:p>
            <a:r>
              <a:rPr lang="en-US"/>
              <a:t>Measured known 10mohm impedance</a:t>
            </a:r>
            <a:endParaRPr lang="en-IN" dirty="0"/>
          </a:p>
        </p:txBody>
      </p:sp>
      <p:sp>
        <p:nvSpPr>
          <p:cNvPr id="4" name="Slide Number Placeholder 3">
            <a:extLst>
              <a:ext uri="{FF2B5EF4-FFF2-40B4-BE49-F238E27FC236}">
                <a16:creationId xmlns:a16="http://schemas.microsoft.com/office/drawing/2014/main" id="{CF2C12A8-C9AC-74C6-37CB-F7E66A54021F}"/>
              </a:ext>
            </a:extLst>
          </p:cNvPr>
          <p:cNvSpPr>
            <a:spLocks noGrp="1"/>
          </p:cNvSpPr>
          <p:nvPr>
            <p:ph type="sldNum" sz="quarter" idx="12"/>
          </p:nvPr>
        </p:nvSpPr>
        <p:spPr/>
        <p:txBody>
          <a:bodyPr/>
          <a:lstStyle/>
          <a:p>
            <a:fld id="{028CE896-619B-44F9-BE7F-139D1400166E}" type="slidenum">
              <a:rPr lang="en-US" smtClean="0"/>
              <a:t>11</a:t>
            </a:fld>
            <a:endParaRPr lang="en-US"/>
          </a:p>
        </p:txBody>
      </p:sp>
      <p:pic>
        <p:nvPicPr>
          <p:cNvPr id="6" name="Picture 5">
            <a:extLst>
              <a:ext uri="{FF2B5EF4-FFF2-40B4-BE49-F238E27FC236}">
                <a16:creationId xmlns:a16="http://schemas.microsoft.com/office/drawing/2014/main" id="{C6681099-8316-7BE9-6584-E29D8D2A537D}"/>
              </a:ext>
            </a:extLst>
          </p:cNvPr>
          <p:cNvPicPr>
            <a:picLocks noChangeAspect="1"/>
          </p:cNvPicPr>
          <p:nvPr/>
        </p:nvPicPr>
        <p:blipFill>
          <a:blip r:embed="rId2"/>
          <a:stretch>
            <a:fillRect/>
          </a:stretch>
        </p:blipFill>
        <p:spPr>
          <a:xfrm>
            <a:off x="127479" y="896614"/>
            <a:ext cx="4798944" cy="5461655"/>
          </a:xfrm>
          <a:prstGeom prst="rect">
            <a:avLst/>
          </a:prstGeom>
        </p:spPr>
      </p:pic>
      <p:pic>
        <p:nvPicPr>
          <p:cNvPr id="8" name="Picture 7">
            <a:extLst>
              <a:ext uri="{FF2B5EF4-FFF2-40B4-BE49-F238E27FC236}">
                <a16:creationId xmlns:a16="http://schemas.microsoft.com/office/drawing/2014/main" id="{17FA00B5-CB0C-F488-1393-4C1329FC1AC4}"/>
              </a:ext>
            </a:extLst>
          </p:cNvPr>
          <p:cNvPicPr>
            <a:picLocks noChangeAspect="1"/>
          </p:cNvPicPr>
          <p:nvPr/>
        </p:nvPicPr>
        <p:blipFill>
          <a:blip r:embed="rId3"/>
          <a:stretch>
            <a:fillRect/>
          </a:stretch>
        </p:blipFill>
        <p:spPr>
          <a:xfrm>
            <a:off x="6840278" y="730758"/>
            <a:ext cx="4781109" cy="3039971"/>
          </a:xfrm>
          <a:prstGeom prst="rect">
            <a:avLst/>
          </a:prstGeom>
        </p:spPr>
      </p:pic>
      <p:pic>
        <p:nvPicPr>
          <p:cNvPr id="10" name="Picture 9">
            <a:extLst>
              <a:ext uri="{FF2B5EF4-FFF2-40B4-BE49-F238E27FC236}">
                <a16:creationId xmlns:a16="http://schemas.microsoft.com/office/drawing/2014/main" id="{CA09373F-9640-9C13-B405-F0B16C88A7E5}"/>
              </a:ext>
            </a:extLst>
          </p:cNvPr>
          <p:cNvPicPr>
            <a:picLocks noChangeAspect="1"/>
          </p:cNvPicPr>
          <p:nvPr/>
        </p:nvPicPr>
        <p:blipFill>
          <a:blip r:embed="rId4"/>
          <a:stretch>
            <a:fillRect/>
          </a:stretch>
        </p:blipFill>
        <p:spPr>
          <a:xfrm>
            <a:off x="7050940" y="3770729"/>
            <a:ext cx="4576744" cy="2936801"/>
          </a:xfrm>
          <a:prstGeom prst="rect">
            <a:avLst/>
          </a:prstGeom>
        </p:spPr>
      </p:pic>
      <p:pic>
        <p:nvPicPr>
          <p:cNvPr id="12" name="Picture 11">
            <a:extLst>
              <a:ext uri="{FF2B5EF4-FFF2-40B4-BE49-F238E27FC236}">
                <a16:creationId xmlns:a16="http://schemas.microsoft.com/office/drawing/2014/main" id="{D2D74A72-0856-7E7C-C193-E5FC5D5D543D}"/>
              </a:ext>
            </a:extLst>
          </p:cNvPr>
          <p:cNvPicPr>
            <a:picLocks noChangeAspect="1"/>
          </p:cNvPicPr>
          <p:nvPr/>
        </p:nvPicPr>
        <p:blipFill>
          <a:blip r:embed="rId5"/>
          <a:stretch>
            <a:fillRect/>
          </a:stretch>
        </p:blipFill>
        <p:spPr>
          <a:xfrm rot="16200000">
            <a:off x="3303692" y="312332"/>
            <a:ext cx="864257" cy="2252861"/>
          </a:xfrm>
          <a:prstGeom prst="rect">
            <a:avLst/>
          </a:prstGeom>
        </p:spPr>
      </p:pic>
      <p:sp>
        <p:nvSpPr>
          <p:cNvPr id="13" name="Rectangle 12">
            <a:extLst>
              <a:ext uri="{FF2B5EF4-FFF2-40B4-BE49-F238E27FC236}">
                <a16:creationId xmlns:a16="http://schemas.microsoft.com/office/drawing/2014/main" id="{853ADDD4-E6E5-0B50-596B-27144042F0DD}"/>
              </a:ext>
            </a:extLst>
          </p:cNvPr>
          <p:cNvSpPr/>
          <p:nvPr/>
        </p:nvSpPr>
        <p:spPr>
          <a:xfrm>
            <a:off x="2526951" y="4295552"/>
            <a:ext cx="888646" cy="32960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0AFB2DA8-F93C-2B27-26B9-4D8C12DE26F6}"/>
              </a:ext>
            </a:extLst>
          </p:cNvPr>
          <p:cNvPicPr>
            <a:picLocks noChangeAspect="1"/>
          </p:cNvPicPr>
          <p:nvPr/>
        </p:nvPicPr>
        <p:blipFill>
          <a:blip r:embed="rId6"/>
          <a:stretch>
            <a:fillRect/>
          </a:stretch>
        </p:blipFill>
        <p:spPr>
          <a:xfrm>
            <a:off x="5040944" y="2250743"/>
            <a:ext cx="1895475" cy="990600"/>
          </a:xfrm>
          <a:prstGeom prst="rect">
            <a:avLst/>
          </a:prstGeom>
        </p:spPr>
      </p:pic>
    </p:spTree>
    <p:extLst>
      <p:ext uri="{BB962C8B-B14F-4D97-AF65-F5344CB8AC3E}">
        <p14:creationId xmlns:p14="http://schemas.microsoft.com/office/powerpoint/2010/main" val="2734254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2F916-D928-3C4F-A7D2-E0B829AE1469}"/>
              </a:ext>
            </a:extLst>
          </p:cNvPr>
          <p:cNvSpPr>
            <a:spLocks noGrp="1"/>
          </p:cNvSpPr>
          <p:nvPr>
            <p:ph type="title"/>
          </p:nvPr>
        </p:nvSpPr>
        <p:spPr/>
        <p:txBody>
          <a:bodyPr/>
          <a:lstStyle/>
          <a:p>
            <a:r>
              <a:rPr lang="en-US" dirty="0"/>
              <a:t>Amp responses</a:t>
            </a:r>
            <a:endParaRPr lang="en-IN" dirty="0"/>
          </a:p>
        </p:txBody>
      </p:sp>
      <p:sp>
        <p:nvSpPr>
          <p:cNvPr id="4" name="Slide Number Placeholder 3">
            <a:extLst>
              <a:ext uri="{FF2B5EF4-FFF2-40B4-BE49-F238E27FC236}">
                <a16:creationId xmlns:a16="http://schemas.microsoft.com/office/drawing/2014/main" id="{6DD25F99-A32E-24D2-E772-53F88B01D8F9}"/>
              </a:ext>
            </a:extLst>
          </p:cNvPr>
          <p:cNvSpPr>
            <a:spLocks noGrp="1"/>
          </p:cNvSpPr>
          <p:nvPr>
            <p:ph type="sldNum" sz="quarter" idx="12"/>
          </p:nvPr>
        </p:nvSpPr>
        <p:spPr/>
        <p:txBody>
          <a:bodyPr/>
          <a:lstStyle/>
          <a:p>
            <a:fld id="{028CE896-619B-44F9-BE7F-139D1400166E}" type="slidenum">
              <a:rPr lang="en-US" smtClean="0"/>
              <a:t>12</a:t>
            </a:fld>
            <a:endParaRPr lang="en-US"/>
          </a:p>
        </p:txBody>
      </p:sp>
      <p:pic>
        <p:nvPicPr>
          <p:cNvPr id="8" name="Picture 7">
            <a:extLst>
              <a:ext uri="{FF2B5EF4-FFF2-40B4-BE49-F238E27FC236}">
                <a16:creationId xmlns:a16="http://schemas.microsoft.com/office/drawing/2014/main" id="{4E36B110-008E-310E-AC76-425B772F26DF}"/>
              </a:ext>
            </a:extLst>
          </p:cNvPr>
          <p:cNvPicPr>
            <a:picLocks noChangeAspect="1"/>
          </p:cNvPicPr>
          <p:nvPr/>
        </p:nvPicPr>
        <p:blipFill>
          <a:blip r:embed="rId2"/>
          <a:stretch>
            <a:fillRect/>
          </a:stretch>
        </p:blipFill>
        <p:spPr>
          <a:xfrm>
            <a:off x="713427" y="3578894"/>
            <a:ext cx="3324225" cy="2244644"/>
          </a:xfrm>
          <a:prstGeom prst="rect">
            <a:avLst/>
          </a:prstGeom>
        </p:spPr>
      </p:pic>
      <p:sp>
        <p:nvSpPr>
          <p:cNvPr id="12" name="Rectangle 11">
            <a:extLst>
              <a:ext uri="{FF2B5EF4-FFF2-40B4-BE49-F238E27FC236}">
                <a16:creationId xmlns:a16="http://schemas.microsoft.com/office/drawing/2014/main" id="{F2A65A90-4F16-13E0-BADE-1B393FBAB713}"/>
              </a:ext>
            </a:extLst>
          </p:cNvPr>
          <p:cNvSpPr/>
          <p:nvPr/>
        </p:nvSpPr>
        <p:spPr>
          <a:xfrm>
            <a:off x="713426" y="3578893"/>
            <a:ext cx="3324225" cy="224464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a:extLst>
              <a:ext uri="{FF2B5EF4-FFF2-40B4-BE49-F238E27FC236}">
                <a16:creationId xmlns:a16="http://schemas.microsoft.com/office/drawing/2014/main" id="{84AB14B1-5DE1-B22E-51D2-00C7298968A4}"/>
              </a:ext>
            </a:extLst>
          </p:cNvPr>
          <p:cNvPicPr>
            <a:picLocks noChangeAspect="1"/>
          </p:cNvPicPr>
          <p:nvPr/>
        </p:nvPicPr>
        <p:blipFill>
          <a:blip r:embed="rId3"/>
          <a:stretch>
            <a:fillRect/>
          </a:stretch>
        </p:blipFill>
        <p:spPr>
          <a:xfrm>
            <a:off x="644863" y="979289"/>
            <a:ext cx="3599842" cy="1956436"/>
          </a:xfrm>
          <a:prstGeom prst="rect">
            <a:avLst/>
          </a:prstGeom>
        </p:spPr>
      </p:pic>
      <p:sp>
        <p:nvSpPr>
          <p:cNvPr id="17" name="Rectangle 16">
            <a:extLst>
              <a:ext uri="{FF2B5EF4-FFF2-40B4-BE49-F238E27FC236}">
                <a16:creationId xmlns:a16="http://schemas.microsoft.com/office/drawing/2014/main" id="{8868902C-4324-0260-E5AB-C5A9886B02CD}"/>
              </a:ext>
            </a:extLst>
          </p:cNvPr>
          <p:cNvSpPr/>
          <p:nvPr/>
        </p:nvSpPr>
        <p:spPr>
          <a:xfrm>
            <a:off x="644863" y="979289"/>
            <a:ext cx="3599842" cy="1956436"/>
          </a:xfrm>
          <a:prstGeom prst="rect">
            <a:avLst/>
          </a:prstGeom>
          <a:noFill/>
          <a:ln w="571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a:extLst>
              <a:ext uri="{FF2B5EF4-FFF2-40B4-BE49-F238E27FC236}">
                <a16:creationId xmlns:a16="http://schemas.microsoft.com/office/drawing/2014/main" id="{A45AC572-A0CC-4EC6-AB18-37B71D46FCB5}"/>
              </a:ext>
            </a:extLst>
          </p:cNvPr>
          <p:cNvPicPr>
            <a:picLocks noChangeAspect="1"/>
          </p:cNvPicPr>
          <p:nvPr/>
        </p:nvPicPr>
        <p:blipFill>
          <a:blip r:embed="rId4"/>
          <a:stretch>
            <a:fillRect/>
          </a:stretch>
        </p:blipFill>
        <p:spPr>
          <a:xfrm>
            <a:off x="5722349" y="730758"/>
            <a:ext cx="5671164" cy="5464370"/>
          </a:xfrm>
          <a:prstGeom prst="rect">
            <a:avLst/>
          </a:prstGeom>
        </p:spPr>
      </p:pic>
      <p:cxnSp>
        <p:nvCxnSpPr>
          <p:cNvPr id="24" name="Straight Arrow Connector 23">
            <a:extLst>
              <a:ext uri="{FF2B5EF4-FFF2-40B4-BE49-F238E27FC236}">
                <a16:creationId xmlns:a16="http://schemas.microsoft.com/office/drawing/2014/main" id="{05EB0FE9-0EFE-DE3F-4043-AC76419EE25B}"/>
              </a:ext>
            </a:extLst>
          </p:cNvPr>
          <p:cNvCxnSpPr>
            <a:cxnSpLocks/>
          </p:cNvCxnSpPr>
          <p:nvPr/>
        </p:nvCxnSpPr>
        <p:spPr>
          <a:xfrm>
            <a:off x="4244705" y="1957507"/>
            <a:ext cx="3198086" cy="1859581"/>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BDF9A58-F753-B96C-038F-ACC2CA94E033}"/>
              </a:ext>
            </a:extLst>
          </p:cNvPr>
          <p:cNvCxnSpPr>
            <a:cxnSpLocks/>
          </p:cNvCxnSpPr>
          <p:nvPr/>
        </p:nvCxnSpPr>
        <p:spPr>
          <a:xfrm>
            <a:off x="4037651" y="4701215"/>
            <a:ext cx="3479568" cy="940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54B4994-93A6-3337-D30D-A58C2507EF1A}"/>
              </a:ext>
            </a:extLst>
          </p:cNvPr>
          <p:cNvSpPr txBox="1"/>
          <p:nvPr/>
        </p:nvSpPr>
        <p:spPr>
          <a:xfrm>
            <a:off x="9760001" y="3483861"/>
            <a:ext cx="2158410" cy="276999"/>
          </a:xfrm>
          <a:prstGeom prst="rect">
            <a:avLst/>
          </a:prstGeom>
          <a:noFill/>
        </p:spPr>
        <p:txBody>
          <a:bodyPr wrap="square" rtlCol="0">
            <a:spAutoFit/>
          </a:bodyPr>
          <a:lstStyle/>
          <a:p>
            <a:r>
              <a:rPr lang="en-US" sz="1200" dirty="0">
                <a:solidFill>
                  <a:srgbClr val="0070C0"/>
                </a:solidFill>
              </a:rPr>
              <a:t>Attenuated by -30dB attenuator</a:t>
            </a:r>
            <a:endParaRPr lang="en-IN" sz="1200" dirty="0">
              <a:solidFill>
                <a:srgbClr val="0070C0"/>
              </a:solidFill>
            </a:endParaRPr>
          </a:p>
        </p:txBody>
      </p:sp>
      <p:sp>
        <p:nvSpPr>
          <p:cNvPr id="6" name="TextBox 5">
            <a:extLst>
              <a:ext uri="{FF2B5EF4-FFF2-40B4-BE49-F238E27FC236}">
                <a16:creationId xmlns:a16="http://schemas.microsoft.com/office/drawing/2014/main" id="{5120E61A-7A3F-65BE-9E44-3BD2461125A5}"/>
              </a:ext>
            </a:extLst>
          </p:cNvPr>
          <p:cNvSpPr txBox="1"/>
          <p:nvPr/>
        </p:nvSpPr>
        <p:spPr>
          <a:xfrm>
            <a:off x="9755933" y="2935725"/>
            <a:ext cx="2158410" cy="276999"/>
          </a:xfrm>
          <a:prstGeom prst="rect">
            <a:avLst/>
          </a:prstGeom>
          <a:noFill/>
        </p:spPr>
        <p:txBody>
          <a:bodyPr wrap="square" rtlCol="0">
            <a:spAutoFit/>
          </a:bodyPr>
          <a:lstStyle/>
          <a:p>
            <a:r>
              <a:rPr lang="en-US" sz="1200" dirty="0">
                <a:solidFill>
                  <a:srgbClr val="FF0000"/>
                </a:solidFill>
              </a:rPr>
              <a:t>Attenuated by -20dB attenuator</a:t>
            </a:r>
            <a:endParaRPr lang="en-IN" sz="1200" dirty="0">
              <a:solidFill>
                <a:srgbClr val="FF0000"/>
              </a:solidFill>
            </a:endParaRPr>
          </a:p>
        </p:txBody>
      </p:sp>
    </p:spTree>
    <p:extLst>
      <p:ext uri="{BB962C8B-B14F-4D97-AF65-F5344CB8AC3E}">
        <p14:creationId xmlns:p14="http://schemas.microsoft.com/office/powerpoint/2010/main" val="3889183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9A2F5-F825-50DE-35D1-0C6E31DC5096}"/>
              </a:ext>
            </a:extLst>
          </p:cNvPr>
          <p:cNvSpPr>
            <a:spLocks noGrp="1"/>
          </p:cNvSpPr>
          <p:nvPr>
            <p:ph type="title"/>
          </p:nvPr>
        </p:nvSpPr>
        <p:spPr/>
        <p:txBody>
          <a:bodyPr/>
          <a:lstStyle/>
          <a:p>
            <a:r>
              <a:rPr lang="en-US" dirty="0"/>
              <a:t>Week 4: RF amplifier gain</a:t>
            </a:r>
            <a:endParaRPr lang="en-IN" dirty="0"/>
          </a:p>
        </p:txBody>
      </p:sp>
      <p:sp>
        <p:nvSpPr>
          <p:cNvPr id="4" name="Slide Number Placeholder 3">
            <a:extLst>
              <a:ext uri="{FF2B5EF4-FFF2-40B4-BE49-F238E27FC236}">
                <a16:creationId xmlns:a16="http://schemas.microsoft.com/office/drawing/2014/main" id="{1A052305-C89B-DF9D-AF59-A2B3DA6FC747}"/>
              </a:ext>
            </a:extLst>
          </p:cNvPr>
          <p:cNvSpPr>
            <a:spLocks noGrp="1"/>
          </p:cNvSpPr>
          <p:nvPr>
            <p:ph type="sldNum" sz="quarter" idx="12"/>
          </p:nvPr>
        </p:nvSpPr>
        <p:spPr/>
        <p:txBody>
          <a:bodyPr/>
          <a:lstStyle/>
          <a:p>
            <a:fld id="{028CE896-619B-44F9-BE7F-139D1400166E}" type="slidenum">
              <a:rPr lang="en-US" smtClean="0"/>
              <a:t>13</a:t>
            </a:fld>
            <a:endParaRPr lang="en-US"/>
          </a:p>
        </p:txBody>
      </p:sp>
      <p:sp>
        <p:nvSpPr>
          <p:cNvPr id="7" name="TextBox 6">
            <a:extLst>
              <a:ext uri="{FF2B5EF4-FFF2-40B4-BE49-F238E27FC236}">
                <a16:creationId xmlns:a16="http://schemas.microsoft.com/office/drawing/2014/main" id="{C482E04E-A7C4-7AE9-8239-E125860487CC}"/>
              </a:ext>
            </a:extLst>
          </p:cNvPr>
          <p:cNvSpPr txBox="1"/>
          <p:nvPr/>
        </p:nvSpPr>
        <p:spPr>
          <a:xfrm>
            <a:off x="8404769" y="2688414"/>
            <a:ext cx="2037144" cy="369332"/>
          </a:xfrm>
          <a:prstGeom prst="rect">
            <a:avLst/>
          </a:prstGeom>
          <a:noFill/>
        </p:spPr>
        <p:txBody>
          <a:bodyPr wrap="square" rtlCol="0">
            <a:spAutoFit/>
          </a:bodyPr>
          <a:lstStyle/>
          <a:p>
            <a:r>
              <a:rPr lang="en-US" dirty="0"/>
              <a:t>Gain</a:t>
            </a:r>
            <a:r>
              <a:rPr lang="en-US" dirty="0">
                <a:highlight>
                  <a:srgbClr val="FFFF00"/>
                </a:highlight>
              </a:rPr>
              <a:t>= 27.9±0.2dB</a:t>
            </a:r>
            <a:endParaRPr lang="en-IN" dirty="0">
              <a:highlight>
                <a:srgbClr val="FFFF00"/>
              </a:highlight>
            </a:endParaRPr>
          </a:p>
        </p:txBody>
      </p:sp>
      <p:pic>
        <p:nvPicPr>
          <p:cNvPr id="6" name="Picture 5">
            <a:extLst>
              <a:ext uri="{FF2B5EF4-FFF2-40B4-BE49-F238E27FC236}">
                <a16:creationId xmlns:a16="http://schemas.microsoft.com/office/drawing/2014/main" id="{5051E10A-6F0A-9A03-1136-E5292D5D72BE}"/>
              </a:ext>
            </a:extLst>
          </p:cNvPr>
          <p:cNvPicPr>
            <a:picLocks noChangeAspect="1"/>
          </p:cNvPicPr>
          <p:nvPr/>
        </p:nvPicPr>
        <p:blipFill>
          <a:blip r:embed="rId2"/>
          <a:stretch>
            <a:fillRect/>
          </a:stretch>
        </p:blipFill>
        <p:spPr>
          <a:xfrm>
            <a:off x="1728785" y="5210328"/>
            <a:ext cx="8734425" cy="742950"/>
          </a:xfrm>
          <a:prstGeom prst="rect">
            <a:avLst/>
          </a:prstGeom>
        </p:spPr>
      </p:pic>
      <p:pic>
        <p:nvPicPr>
          <p:cNvPr id="10" name="Picture 9">
            <a:extLst>
              <a:ext uri="{FF2B5EF4-FFF2-40B4-BE49-F238E27FC236}">
                <a16:creationId xmlns:a16="http://schemas.microsoft.com/office/drawing/2014/main" id="{A6258D2D-48C7-B6D5-E3F8-2D5A757DD9B0}"/>
              </a:ext>
            </a:extLst>
          </p:cNvPr>
          <p:cNvPicPr>
            <a:picLocks noChangeAspect="1"/>
          </p:cNvPicPr>
          <p:nvPr/>
        </p:nvPicPr>
        <p:blipFill>
          <a:blip r:embed="rId3"/>
          <a:stretch>
            <a:fillRect/>
          </a:stretch>
        </p:blipFill>
        <p:spPr>
          <a:xfrm>
            <a:off x="3720565" y="5172192"/>
            <a:ext cx="749486" cy="474445"/>
          </a:xfrm>
          <a:prstGeom prst="rect">
            <a:avLst/>
          </a:prstGeom>
        </p:spPr>
      </p:pic>
      <p:pic>
        <p:nvPicPr>
          <p:cNvPr id="12" name="Picture 11">
            <a:extLst>
              <a:ext uri="{FF2B5EF4-FFF2-40B4-BE49-F238E27FC236}">
                <a16:creationId xmlns:a16="http://schemas.microsoft.com/office/drawing/2014/main" id="{36288A05-7A3E-F34C-2CB0-5D7F7CB415CB}"/>
              </a:ext>
            </a:extLst>
          </p:cNvPr>
          <p:cNvPicPr>
            <a:picLocks noChangeAspect="1"/>
          </p:cNvPicPr>
          <p:nvPr/>
        </p:nvPicPr>
        <p:blipFill>
          <a:blip r:embed="rId4"/>
          <a:stretch>
            <a:fillRect/>
          </a:stretch>
        </p:blipFill>
        <p:spPr>
          <a:xfrm>
            <a:off x="6691187" y="5180991"/>
            <a:ext cx="1379245" cy="501544"/>
          </a:xfrm>
          <a:prstGeom prst="rect">
            <a:avLst/>
          </a:prstGeom>
        </p:spPr>
      </p:pic>
      <p:pic>
        <p:nvPicPr>
          <p:cNvPr id="14" name="Picture 13">
            <a:extLst>
              <a:ext uri="{FF2B5EF4-FFF2-40B4-BE49-F238E27FC236}">
                <a16:creationId xmlns:a16="http://schemas.microsoft.com/office/drawing/2014/main" id="{D7F2079C-A20B-2877-108B-C4DEF705042D}"/>
              </a:ext>
            </a:extLst>
          </p:cNvPr>
          <p:cNvPicPr>
            <a:picLocks noChangeAspect="1"/>
          </p:cNvPicPr>
          <p:nvPr/>
        </p:nvPicPr>
        <p:blipFill>
          <a:blip r:embed="rId5"/>
          <a:stretch>
            <a:fillRect/>
          </a:stretch>
        </p:blipFill>
        <p:spPr>
          <a:xfrm>
            <a:off x="8947091" y="5210328"/>
            <a:ext cx="952500" cy="457200"/>
          </a:xfrm>
          <a:prstGeom prst="rect">
            <a:avLst/>
          </a:prstGeom>
        </p:spPr>
      </p:pic>
      <p:sp>
        <p:nvSpPr>
          <p:cNvPr id="18" name="TextBox 17">
            <a:extLst>
              <a:ext uri="{FF2B5EF4-FFF2-40B4-BE49-F238E27FC236}">
                <a16:creationId xmlns:a16="http://schemas.microsoft.com/office/drawing/2014/main" id="{901F4A20-FA62-4EDB-E496-E1E00A7BEDE9}"/>
              </a:ext>
            </a:extLst>
          </p:cNvPr>
          <p:cNvSpPr txBox="1"/>
          <p:nvPr/>
        </p:nvSpPr>
        <p:spPr>
          <a:xfrm rot="2862000">
            <a:off x="8314553" y="5195531"/>
            <a:ext cx="388417" cy="367556"/>
          </a:xfrm>
          <a:prstGeom prst="rect">
            <a:avLst/>
          </a:prstGeom>
          <a:noFill/>
        </p:spPr>
        <p:txBody>
          <a:bodyPr wrap="square" rtlCol="0">
            <a:spAutoFit/>
          </a:bodyPr>
          <a:lstStyle/>
          <a:p>
            <a:r>
              <a:rPr lang="en-IN" dirty="0"/>
              <a:t>%</a:t>
            </a:r>
          </a:p>
        </p:txBody>
      </p:sp>
      <p:sp>
        <p:nvSpPr>
          <p:cNvPr id="19" name="TextBox 18">
            <a:extLst>
              <a:ext uri="{FF2B5EF4-FFF2-40B4-BE49-F238E27FC236}">
                <a16:creationId xmlns:a16="http://schemas.microsoft.com/office/drawing/2014/main" id="{856E9EDB-680E-1A92-BAD6-EBE3F9F7FB8E}"/>
              </a:ext>
            </a:extLst>
          </p:cNvPr>
          <p:cNvSpPr txBox="1"/>
          <p:nvPr/>
        </p:nvSpPr>
        <p:spPr>
          <a:xfrm>
            <a:off x="5626871" y="5298196"/>
            <a:ext cx="335813" cy="369332"/>
          </a:xfrm>
          <a:prstGeom prst="rect">
            <a:avLst/>
          </a:prstGeom>
          <a:noFill/>
        </p:spPr>
        <p:txBody>
          <a:bodyPr wrap="square" rtlCol="0">
            <a:spAutoFit/>
          </a:bodyPr>
          <a:lstStyle/>
          <a:p>
            <a:r>
              <a:rPr lang="en-IN" dirty="0"/>
              <a:t>=</a:t>
            </a:r>
          </a:p>
        </p:txBody>
      </p:sp>
      <p:pic>
        <p:nvPicPr>
          <p:cNvPr id="8" name="Picture 7">
            <a:extLst>
              <a:ext uri="{FF2B5EF4-FFF2-40B4-BE49-F238E27FC236}">
                <a16:creationId xmlns:a16="http://schemas.microsoft.com/office/drawing/2014/main" id="{09FFBE10-B7F5-DE48-B38C-2E8AA8401304}"/>
              </a:ext>
            </a:extLst>
          </p:cNvPr>
          <p:cNvPicPr>
            <a:picLocks noChangeAspect="1"/>
          </p:cNvPicPr>
          <p:nvPr/>
        </p:nvPicPr>
        <p:blipFill>
          <a:blip r:embed="rId6"/>
          <a:stretch>
            <a:fillRect/>
          </a:stretch>
        </p:blipFill>
        <p:spPr>
          <a:xfrm>
            <a:off x="191386" y="997699"/>
            <a:ext cx="6234224" cy="3967233"/>
          </a:xfrm>
          <a:prstGeom prst="rect">
            <a:avLst/>
          </a:prstGeom>
        </p:spPr>
      </p:pic>
      <p:pic>
        <p:nvPicPr>
          <p:cNvPr id="11" name="Picture 10">
            <a:extLst>
              <a:ext uri="{FF2B5EF4-FFF2-40B4-BE49-F238E27FC236}">
                <a16:creationId xmlns:a16="http://schemas.microsoft.com/office/drawing/2014/main" id="{876BDDE6-204F-1988-D953-3571E048B850}"/>
              </a:ext>
            </a:extLst>
          </p:cNvPr>
          <p:cNvPicPr>
            <a:picLocks noChangeAspect="1"/>
          </p:cNvPicPr>
          <p:nvPr/>
        </p:nvPicPr>
        <p:blipFill>
          <a:blip r:embed="rId7"/>
          <a:stretch>
            <a:fillRect/>
          </a:stretch>
        </p:blipFill>
        <p:spPr>
          <a:xfrm>
            <a:off x="7604066" y="1426237"/>
            <a:ext cx="3638550" cy="876300"/>
          </a:xfrm>
          <a:prstGeom prst="rect">
            <a:avLst/>
          </a:prstGeom>
        </p:spPr>
      </p:pic>
      <p:pic>
        <p:nvPicPr>
          <p:cNvPr id="15" name="Picture 14">
            <a:extLst>
              <a:ext uri="{FF2B5EF4-FFF2-40B4-BE49-F238E27FC236}">
                <a16:creationId xmlns:a16="http://schemas.microsoft.com/office/drawing/2014/main" id="{9AD7338C-B502-09F3-20B0-F514DDAAF98F}"/>
              </a:ext>
            </a:extLst>
          </p:cNvPr>
          <p:cNvPicPr>
            <a:picLocks noChangeAspect="1"/>
          </p:cNvPicPr>
          <p:nvPr/>
        </p:nvPicPr>
        <p:blipFill>
          <a:blip r:embed="rId8"/>
          <a:stretch>
            <a:fillRect/>
          </a:stretch>
        </p:blipFill>
        <p:spPr>
          <a:xfrm>
            <a:off x="7604066" y="3296854"/>
            <a:ext cx="3705225" cy="876300"/>
          </a:xfrm>
          <a:prstGeom prst="rect">
            <a:avLst/>
          </a:prstGeom>
        </p:spPr>
      </p:pic>
    </p:spTree>
    <p:extLst>
      <p:ext uri="{BB962C8B-B14F-4D97-AF65-F5344CB8AC3E}">
        <p14:creationId xmlns:p14="http://schemas.microsoft.com/office/powerpoint/2010/main" val="695335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3B44-C29A-F708-50F4-55334B116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045C4-EBBC-4BEF-EDD4-D97F8D87C05D}"/>
              </a:ext>
            </a:extLst>
          </p:cNvPr>
          <p:cNvSpPr>
            <a:spLocks noGrp="1"/>
          </p:cNvSpPr>
          <p:nvPr>
            <p:ph type="title"/>
          </p:nvPr>
        </p:nvSpPr>
        <p:spPr/>
        <p:txBody>
          <a:bodyPr/>
          <a:lstStyle/>
          <a:p>
            <a:r>
              <a:rPr lang="en-US" dirty="0"/>
              <a:t>Week 4: RF amplifier gain</a:t>
            </a:r>
            <a:endParaRPr lang="en-IN" dirty="0"/>
          </a:p>
        </p:txBody>
      </p:sp>
      <p:sp>
        <p:nvSpPr>
          <p:cNvPr id="4" name="Slide Number Placeholder 3">
            <a:extLst>
              <a:ext uri="{FF2B5EF4-FFF2-40B4-BE49-F238E27FC236}">
                <a16:creationId xmlns:a16="http://schemas.microsoft.com/office/drawing/2014/main" id="{1EBE4EA0-0F7B-C99D-FABA-F16F6DA5434B}"/>
              </a:ext>
            </a:extLst>
          </p:cNvPr>
          <p:cNvSpPr>
            <a:spLocks noGrp="1"/>
          </p:cNvSpPr>
          <p:nvPr>
            <p:ph type="sldNum" sz="quarter" idx="12"/>
          </p:nvPr>
        </p:nvSpPr>
        <p:spPr/>
        <p:txBody>
          <a:bodyPr/>
          <a:lstStyle/>
          <a:p>
            <a:fld id="{028CE896-619B-44F9-BE7F-139D1400166E}" type="slidenum">
              <a:rPr lang="en-US" smtClean="0"/>
              <a:t>14</a:t>
            </a:fld>
            <a:endParaRPr lang="en-US"/>
          </a:p>
        </p:txBody>
      </p:sp>
      <p:sp>
        <p:nvSpPr>
          <p:cNvPr id="7" name="TextBox 6">
            <a:extLst>
              <a:ext uri="{FF2B5EF4-FFF2-40B4-BE49-F238E27FC236}">
                <a16:creationId xmlns:a16="http://schemas.microsoft.com/office/drawing/2014/main" id="{042876CB-D1F9-8F8A-E7ED-38CC74FF0332}"/>
              </a:ext>
            </a:extLst>
          </p:cNvPr>
          <p:cNvSpPr txBox="1"/>
          <p:nvPr/>
        </p:nvSpPr>
        <p:spPr>
          <a:xfrm>
            <a:off x="8404769" y="2688414"/>
            <a:ext cx="2037144" cy="369332"/>
          </a:xfrm>
          <a:prstGeom prst="rect">
            <a:avLst/>
          </a:prstGeom>
          <a:noFill/>
        </p:spPr>
        <p:txBody>
          <a:bodyPr wrap="square" rtlCol="0">
            <a:spAutoFit/>
          </a:bodyPr>
          <a:lstStyle/>
          <a:p>
            <a:r>
              <a:rPr lang="en-US" dirty="0"/>
              <a:t>Gain</a:t>
            </a:r>
            <a:r>
              <a:rPr lang="en-US" dirty="0">
                <a:highlight>
                  <a:srgbClr val="FFFF00"/>
                </a:highlight>
              </a:rPr>
              <a:t>= 27.9±0.2dB</a:t>
            </a:r>
            <a:endParaRPr lang="en-IN" dirty="0">
              <a:highlight>
                <a:srgbClr val="FFFF00"/>
              </a:highlight>
            </a:endParaRPr>
          </a:p>
        </p:txBody>
      </p:sp>
      <p:pic>
        <p:nvPicPr>
          <p:cNvPr id="6" name="Picture 5">
            <a:extLst>
              <a:ext uri="{FF2B5EF4-FFF2-40B4-BE49-F238E27FC236}">
                <a16:creationId xmlns:a16="http://schemas.microsoft.com/office/drawing/2014/main" id="{6B2ACB69-12D9-0E62-2CA2-E6A7E037E32B}"/>
              </a:ext>
            </a:extLst>
          </p:cNvPr>
          <p:cNvPicPr>
            <a:picLocks noChangeAspect="1"/>
          </p:cNvPicPr>
          <p:nvPr/>
        </p:nvPicPr>
        <p:blipFill>
          <a:blip r:embed="rId2"/>
          <a:stretch>
            <a:fillRect/>
          </a:stretch>
        </p:blipFill>
        <p:spPr>
          <a:xfrm>
            <a:off x="1728785" y="5210328"/>
            <a:ext cx="8734425" cy="742950"/>
          </a:xfrm>
          <a:prstGeom prst="rect">
            <a:avLst/>
          </a:prstGeom>
        </p:spPr>
      </p:pic>
      <p:pic>
        <p:nvPicPr>
          <p:cNvPr id="10" name="Picture 9">
            <a:extLst>
              <a:ext uri="{FF2B5EF4-FFF2-40B4-BE49-F238E27FC236}">
                <a16:creationId xmlns:a16="http://schemas.microsoft.com/office/drawing/2014/main" id="{3A5C839C-476C-0800-D472-B2461134227F}"/>
              </a:ext>
            </a:extLst>
          </p:cNvPr>
          <p:cNvPicPr>
            <a:picLocks noChangeAspect="1"/>
          </p:cNvPicPr>
          <p:nvPr/>
        </p:nvPicPr>
        <p:blipFill>
          <a:blip r:embed="rId3"/>
          <a:stretch>
            <a:fillRect/>
          </a:stretch>
        </p:blipFill>
        <p:spPr>
          <a:xfrm>
            <a:off x="3720565" y="5172192"/>
            <a:ext cx="749486" cy="474445"/>
          </a:xfrm>
          <a:prstGeom prst="rect">
            <a:avLst/>
          </a:prstGeom>
        </p:spPr>
      </p:pic>
      <p:pic>
        <p:nvPicPr>
          <p:cNvPr id="12" name="Picture 11">
            <a:extLst>
              <a:ext uri="{FF2B5EF4-FFF2-40B4-BE49-F238E27FC236}">
                <a16:creationId xmlns:a16="http://schemas.microsoft.com/office/drawing/2014/main" id="{48EB7B59-F89F-1F97-091B-4122A4A9C568}"/>
              </a:ext>
            </a:extLst>
          </p:cNvPr>
          <p:cNvPicPr>
            <a:picLocks noChangeAspect="1"/>
          </p:cNvPicPr>
          <p:nvPr/>
        </p:nvPicPr>
        <p:blipFill>
          <a:blip r:embed="rId4"/>
          <a:stretch>
            <a:fillRect/>
          </a:stretch>
        </p:blipFill>
        <p:spPr>
          <a:xfrm>
            <a:off x="6691187" y="5180991"/>
            <a:ext cx="1379245" cy="501544"/>
          </a:xfrm>
          <a:prstGeom prst="rect">
            <a:avLst/>
          </a:prstGeom>
        </p:spPr>
      </p:pic>
      <p:pic>
        <p:nvPicPr>
          <p:cNvPr id="14" name="Picture 13">
            <a:extLst>
              <a:ext uri="{FF2B5EF4-FFF2-40B4-BE49-F238E27FC236}">
                <a16:creationId xmlns:a16="http://schemas.microsoft.com/office/drawing/2014/main" id="{2CE41A13-DC80-CFD3-2E4B-B35B7D661261}"/>
              </a:ext>
            </a:extLst>
          </p:cNvPr>
          <p:cNvPicPr>
            <a:picLocks noChangeAspect="1"/>
          </p:cNvPicPr>
          <p:nvPr/>
        </p:nvPicPr>
        <p:blipFill>
          <a:blip r:embed="rId5"/>
          <a:stretch>
            <a:fillRect/>
          </a:stretch>
        </p:blipFill>
        <p:spPr>
          <a:xfrm>
            <a:off x="8947091" y="5210328"/>
            <a:ext cx="952500" cy="457200"/>
          </a:xfrm>
          <a:prstGeom prst="rect">
            <a:avLst/>
          </a:prstGeom>
        </p:spPr>
      </p:pic>
      <p:sp>
        <p:nvSpPr>
          <p:cNvPr id="18" name="TextBox 17">
            <a:extLst>
              <a:ext uri="{FF2B5EF4-FFF2-40B4-BE49-F238E27FC236}">
                <a16:creationId xmlns:a16="http://schemas.microsoft.com/office/drawing/2014/main" id="{F9B4B1F9-6B51-87CC-9A7C-B1C29B38AD97}"/>
              </a:ext>
            </a:extLst>
          </p:cNvPr>
          <p:cNvSpPr txBox="1"/>
          <p:nvPr/>
        </p:nvSpPr>
        <p:spPr>
          <a:xfrm rot="2862000">
            <a:off x="8314553" y="5195531"/>
            <a:ext cx="388417" cy="367556"/>
          </a:xfrm>
          <a:prstGeom prst="rect">
            <a:avLst/>
          </a:prstGeom>
          <a:noFill/>
        </p:spPr>
        <p:txBody>
          <a:bodyPr wrap="square" rtlCol="0">
            <a:spAutoFit/>
          </a:bodyPr>
          <a:lstStyle/>
          <a:p>
            <a:r>
              <a:rPr lang="en-IN" dirty="0"/>
              <a:t>%</a:t>
            </a:r>
          </a:p>
        </p:txBody>
      </p:sp>
      <p:sp>
        <p:nvSpPr>
          <p:cNvPr id="19" name="TextBox 18">
            <a:extLst>
              <a:ext uri="{FF2B5EF4-FFF2-40B4-BE49-F238E27FC236}">
                <a16:creationId xmlns:a16="http://schemas.microsoft.com/office/drawing/2014/main" id="{0D818679-0DDE-A807-E2FC-29E2B7F26546}"/>
              </a:ext>
            </a:extLst>
          </p:cNvPr>
          <p:cNvSpPr txBox="1"/>
          <p:nvPr/>
        </p:nvSpPr>
        <p:spPr>
          <a:xfrm>
            <a:off x="5626871" y="5298196"/>
            <a:ext cx="335813" cy="369332"/>
          </a:xfrm>
          <a:prstGeom prst="rect">
            <a:avLst/>
          </a:prstGeom>
          <a:noFill/>
        </p:spPr>
        <p:txBody>
          <a:bodyPr wrap="square" rtlCol="0">
            <a:spAutoFit/>
          </a:bodyPr>
          <a:lstStyle/>
          <a:p>
            <a:r>
              <a:rPr lang="en-IN" dirty="0"/>
              <a:t>=</a:t>
            </a:r>
          </a:p>
        </p:txBody>
      </p:sp>
      <p:pic>
        <p:nvPicPr>
          <p:cNvPr id="8" name="Picture 7">
            <a:extLst>
              <a:ext uri="{FF2B5EF4-FFF2-40B4-BE49-F238E27FC236}">
                <a16:creationId xmlns:a16="http://schemas.microsoft.com/office/drawing/2014/main" id="{47E229BD-52E3-4685-12C0-85BEB7586207}"/>
              </a:ext>
            </a:extLst>
          </p:cNvPr>
          <p:cNvPicPr>
            <a:picLocks noChangeAspect="1"/>
          </p:cNvPicPr>
          <p:nvPr/>
        </p:nvPicPr>
        <p:blipFill>
          <a:blip r:embed="rId6"/>
          <a:stretch>
            <a:fillRect/>
          </a:stretch>
        </p:blipFill>
        <p:spPr>
          <a:xfrm>
            <a:off x="191386" y="997699"/>
            <a:ext cx="6234224" cy="3967233"/>
          </a:xfrm>
          <a:prstGeom prst="rect">
            <a:avLst/>
          </a:prstGeom>
        </p:spPr>
      </p:pic>
      <p:pic>
        <p:nvPicPr>
          <p:cNvPr id="11" name="Picture 10">
            <a:extLst>
              <a:ext uri="{FF2B5EF4-FFF2-40B4-BE49-F238E27FC236}">
                <a16:creationId xmlns:a16="http://schemas.microsoft.com/office/drawing/2014/main" id="{42C48116-0AE0-A391-E5BD-A672113F1E97}"/>
              </a:ext>
            </a:extLst>
          </p:cNvPr>
          <p:cNvPicPr>
            <a:picLocks noChangeAspect="1"/>
          </p:cNvPicPr>
          <p:nvPr/>
        </p:nvPicPr>
        <p:blipFill>
          <a:blip r:embed="rId7"/>
          <a:stretch>
            <a:fillRect/>
          </a:stretch>
        </p:blipFill>
        <p:spPr>
          <a:xfrm>
            <a:off x="7604066" y="1426237"/>
            <a:ext cx="3638550" cy="876300"/>
          </a:xfrm>
          <a:prstGeom prst="rect">
            <a:avLst/>
          </a:prstGeom>
        </p:spPr>
      </p:pic>
      <p:pic>
        <p:nvPicPr>
          <p:cNvPr id="15" name="Picture 14">
            <a:extLst>
              <a:ext uri="{FF2B5EF4-FFF2-40B4-BE49-F238E27FC236}">
                <a16:creationId xmlns:a16="http://schemas.microsoft.com/office/drawing/2014/main" id="{91067335-6F77-6075-298D-5EBFC170E0A8}"/>
              </a:ext>
            </a:extLst>
          </p:cNvPr>
          <p:cNvPicPr>
            <a:picLocks noChangeAspect="1"/>
          </p:cNvPicPr>
          <p:nvPr/>
        </p:nvPicPr>
        <p:blipFill>
          <a:blip r:embed="rId8"/>
          <a:stretch>
            <a:fillRect/>
          </a:stretch>
        </p:blipFill>
        <p:spPr>
          <a:xfrm>
            <a:off x="7604066" y="3296854"/>
            <a:ext cx="3705225" cy="876300"/>
          </a:xfrm>
          <a:prstGeom prst="rect">
            <a:avLst/>
          </a:prstGeom>
        </p:spPr>
      </p:pic>
    </p:spTree>
    <p:extLst>
      <p:ext uri="{BB962C8B-B14F-4D97-AF65-F5344CB8AC3E}">
        <p14:creationId xmlns:p14="http://schemas.microsoft.com/office/powerpoint/2010/main" val="750888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9DF63-8047-2A9D-51AA-37ABAC083CB0}"/>
              </a:ext>
            </a:extLst>
          </p:cNvPr>
          <p:cNvSpPr>
            <a:spLocks noGrp="1"/>
          </p:cNvSpPr>
          <p:nvPr>
            <p:ph type="title"/>
          </p:nvPr>
        </p:nvSpPr>
        <p:spPr/>
        <p:txBody>
          <a:bodyPr/>
          <a:lstStyle/>
          <a:p>
            <a:r>
              <a:rPr lang="en-US" dirty="0"/>
              <a:t>Input and Output Z</a:t>
            </a:r>
            <a:endParaRPr lang="en-IN" dirty="0"/>
          </a:p>
        </p:txBody>
      </p:sp>
      <p:sp>
        <p:nvSpPr>
          <p:cNvPr id="4" name="Slide Number Placeholder 3">
            <a:extLst>
              <a:ext uri="{FF2B5EF4-FFF2-40B4-BE49-F238E27FC236}">
                <a16:creationId xmlns:a16="http://schemas.microsoft.com/office/drawing/2014/main" id="{EE782FF7-6101-80BB-1825-A59BD38ED065}"/>
              </a:ext>
            </a:extLst>
          </p:cNvPr>
          <p:cNvSpPr>
            <a:spLocks noGrp="1"/>
          </p:cNvSpPr>
          <p:nvPr>
            <p:ph type="sldNum" sz="quarter" idx="12"/>
          </p:nvPr>
        </p:nvSpPr>
        <p:spPr/>
        <p:txBody>
          <a:bodyPr/>
          <a:lstStyle/>
          <a:p>
            <a:fld id="{028CE896-619B-44F9-BE7F-139D1400166E}" type="slidenum">
              <a:rPr lang="en-US" smtClean="0"/>
              <a:t>15</a:t>
            </a:fld>
            <a:endParaRPr lang="en-US"/>
          </a:p>
        </p:txBody>
      </p:sp>
      <p:pic>
        <p:nvPicPr>
          <p:cNvPr id="5" name="Picture 4">
            <a:extLst>
              <a:ext uri="{FF2B5EF4-FFF2-40B4-BE49-F238E27FC236}">
                <a16:creationId xmlns:a16="http://schemas.microsoft.com/office/drawing/2014/main" id="{708AA5D3-4C72-220D-9324-891A982D2912}"/>
              </a:ext>
            </a:extLst>
          </p:cNvPr>
          <p:cNvPicPr>
            <a:picLocks noChangeAspect="1"/>
          </p:cNvPicPr>
          <p:nvPr/>
        </p:nvPicPr>
        <p:blipFill>
          <a:blip r:embed="rId2"/>
          <a:stretch>
            <a:fillRect/>
          </a:stretch>
        </p:blipFill>
        <p:spPr>
          <a:xfrm>
            <a:off x="7070208" y="4931992"/>
            <a:ext cx="2647950" cy="914400"/>
          </a:xfrm>
          <a:prstGeom prst="rect">
            <a:avLst/>
          </a:prstGeom>
        </p:spPr>
      </p:pic>
      <p:sp>
        <p:nvSpPr>
          <p:cNvPr id="10" name="TextBox 9">
            <a:extLst>
              <a:ext uri="{FF2B5EF4-FFF2-40B4-BE49-F238E27FC236}">
                <a16:creationId xmlns:a16="http://schemas.microsoft.com/office/drawing/2014/main" id="{70EC72FF-2D4E-0A8A-DF9B-5F2BF842C8AD}"/>
              </a:ext>
            </a:extLst>
          </p:cNvPr>
          <p:cNvSpPr txBox="1"/>
          <p:nvPr/>
        </p:nvSpPr>
        <p:spPr>
          <a:xfrm>
            <a:off x="9718158" y="1541721"/>
            <a:ext cx="1190847" cy="369332"/>
          </a:xfrm>
          <a:prstGeom prst="rect">
            <a:avLst/>
          </a:prstGeom>
          <a:noFill/>
        </p:spPr>
        <p:txBody>
          <a:bodyPr wrap="square" rtlCol="0">
            <a:spAutoFit/>
          </a:bodyPr>
          <a:lstStyle/>
          <a:p>
            <a:r>
              <a:rPr lang="en-IN" dirty="0" err="1"/>
              <a:t>Zout</a:t>
            </a:r>
            <a:r>
              <a:rPr lang="en-IN" dirty="0"/>
              <a:t> = </a:t>
            </a:r>
          </a:p>
        </p:txBody>
      </p:sp>
      <p:pic>
        <p:nvPicPr>
          <p:cNvPr id="12" name="Picture 11">
            <a:extLst>
              <a:ext uri="{FF2B5EF4-FFF2-40B4-BE49-F238E27FC236}">
                <a16:creationId xmlns:a16="http://schemas.microsoft.com/office/drawing/2014/main" id="{C90C1850-5A1A-72BB-55A9-A1CB7FFF4E41}"/>
              </a:ext>
            </a:extLst>
          </p:cNvPr>
          <p:cNvPicPr>
            <a:picLocks noChangeAspect="1"/>
          </p:cNvPicPr>
          <p:nvPr/>
        </p:nvPicPr>
        <p:blipFill>
          <a:blip r:embed="rId3"/>
          <a:stretch>
            <a:fillRect/>
          </a:stretch>
        </p:blipFill>
        <p:spPr>
          <a:xfrm>
            <a:off x="3304376" y="979710"/>
            <a:ext cx="8822532" cy="3847471"/>
          </a:xfrm>
          <a:prstGeom prst="rect">
            <a:avLst/>
          </a:prstGeom>
        </p:spPr>
      </p:pic>
      <p:pic>
        <p:nvPicPr>
          <p:cNvPr id="14" name="Picture 13">
            <a:extLst>
              <a:ext uri="{FF2B5EF4-FFF2-40B4-BE49-F238E27FC236}">
                <a16:creationId xmlns:a16="http://schemas.microsoft.com/office/drawing/2014/main" id="{6F4790EC-2894-B049-48F9-43F8B14C2152}"/>
              </a:ext>
            </a:extLst>
          </p:cNvPr>
          <p:cNvPicPr>
            <a:picLocks noChangeAspect="1"/>
          </p:cNvPicPr>
          <p:nvPr/>
        </p:nvPicPr>
        <p:blipFill>
          <a:blip r:embed="rId4"/>
          <a:stretch>
            <a:fillRect/>
          </a:stretch>
        </p:blipFill>
        <p:spPr>
          <a:xfrm>
            <a:off x="177867" y="2433192"/>
            <a:ext cx="3211476" cy="1046163"/>
          </a:xfrm>
          <a:prstGeom prst="rect">
            <a:avLst/>
          </a:prstGeom>
        </p:spPr>
      </p:pic>
      <p:sp>
        <p:nvSpPr>
          <p:cNvPr id="3" name="TextBox 2">
            <a:extLst>
              <a:ext uri="{FF2B5EF4-FFF2-40B4-BE49-F238E27FC236}">
                <a16:creationId xmlns:a16="http://schemas.microsoft.com/office/drawing/2014/main" id="{0F991C21-E11C-2B54-E035-903929B5FC5C}"/>
              </a:ext>
            </a:extLst>
          </p:cNvPr>
          <p:cNvSpPr txBox="1"/>
          <p:nvPr/>
        </p:nvSpPr>
        <p:spPr>
          <a:xfrm>
            <a:off x="10176272" y="4915049"/>
            <a:ext cx="1465466" cy="369332"/>
          </a:xfrm>
          <a:prstGeom prst="rect">
            <a:avLst/>
          </a:prstGeom>
          <a:noFill/>
        </p:spPr>
        <p:txBody>
          <a:bodyPr wrap="none" rtlCol="0">
            <a:spAutoFit/>
          </a:bodyPr>
          <a:lstStyle/>
          <a:p>
            <a:r>
              <a:rPr lang="en-US" dirty="0">
                <a:highlight>
                  <a:srgbClr val="0000FF"/>
                </a:highlight>
              </a:rPr>
              <a:t>Zin = ~90ohm</a:t>
            </a:r>
            <a:endParaRPr lang="en-IN" dirty="0">
              <a:highlight>
                <a:srgbClr val="0000FF"/>
              </a:highlight>
            </a:endParaRPr>
          </a:p>
        </p:txBody>
      </p:sp>
      <p:sp>
        <p:nvSpPr>
          <p:cNvPr id="7" name="TextBox 6">
            <a:extLst>
              <a:ext uri="{FF2B5EF4-FFF2-40B4-BE49-F238E27FC236}">
                <a16:creationId xmlns:a16="http://schemas.microsoft.com/office/drawing/2014/main" id="{FB059CFA-3AD6-BDE3-B84B-2D472F890136}"/>
              </a:ext>
            </a:extLst>
          </p:cNvPr>
          <p:cNvSpPr txBox="1"/>
          <p:nvPr/>
        </p:nvSpPr>
        <p:spPr>
          <a:xfrm>
            <a:off x="10176272" y="5440001"/>
            <a:ext cx="6097772" cy="369332"/>
          </a:xfrm>
          <a:prstGeom prst="rect">
            <a:avLst/>
          </a:prstGeom>
          <a:noFill/>
        </p:spPr>
        <p:txBody>
          <a:bodyPr wrap="square">
            <a:spAutoFit/>
          </a:bodyPr>
          <a:lstStyle/>
          <a:p>
            <a:r>
              <a:rPr lang="en-US" dirty="0" err="1">
                <a:highlight>
                  <a:srgbClr val="FF0000"/>
                </a:highlight>
              </a:rPr>
              <a:t>Zout</a:t>
            </a:r>
            <a:r>
              <a:rPr lang="en-US" dirty="0">
                <a:highlight>
                  <a:srgbClr val="FF0000"/>
                </a:highlight>
              </a:rPr>
              <a:t> = ~35ohm</a:t>
            </a:r>
            <a:endParaRPr lang="en-IN" dirty="0">
              <a:highlight>
                <a:srgbClr val="FF0000"/>
              </a:highlight>
            </a:endParaRPr>
          </a:p>
        </p:txBody>
      </p:sp>
    </p:spTree>
    <p:extLst>
      <p:ext uri="{BB962C8B-B14F-4D97-AF65-F5344CB8AC3E}">
        <p14:creationId xmlns:p14="http://schemas.microsoft.com/office/powerpoint/2010/main" val="2771270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33551-712B-407E-E319-E2D150FC2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5EAC5-A8C5-C269-7780-8D754390D1DD}"/>
              </a:ext>
            </a:extLst>
          </p:cNvPr>
          <p:cNvSpPr>
            <a:spLocks noGrp="1"/>
          </p:cNvSpPr>
          <p:nvPr>
            <p:ph type="title"/>
          </p:nvPr>
        </p:nvSpPr>
        <p:spPr/>
        <p:txBody>
          <a:bodyPr/>
          <a:lstStyle/>
          <a:p>
            <a:r>
              <a:rPr lang="en-US" dirty="0"/>
              <a:t>Noise floor with </a:t>
            </a:r>
            <a:r>
              <a:rPr lang="en-US" dirty="0" err="1"/>
              <a:t>RFamp</a:t>
            </a:r>
            <a:endParaRPr lang="en-IN" dirty="0"/>
          </a:p>
        </p:txBody>
      </p:sp>
      <p:sp>
        <p:nvSpPr>
          <p:cNvPr id="4" name="Slide Number Placeholder 3">
            <a:extLst>
              <a:ext uri="{FF2B5EF4-FFF2-40B4-BE49-F238E27FC236}">
                <a16:creationId xmlns:a16="http://schemas.microsoft.com/office/drawing/2014/main" id="{9D2DC1DD-89BC-9334-C166-2AA624C09B98}"/>
              </a:ext>
            </a:extLst>
          </p:cNvPr>
          <p:cNvSpPr>
            <a:spLocks noGrp="1"/>
          </p:cNvSpPr>
          <p:nvPr>
            <p:ph type="sldNum" sz="quarter" idx="12"/>
          </p:nvPr>
        </p:nvSpPr>
        <p:spPr/>
        <p:txBody>
          <a:bodyPr/>
          <a:lstStyle/>
          <a:p>
            <a:fld id="{028CE896-619B-44F9-BE7F-139D1400166E}" type="slidenum">
              <a:rPr lang="en-US" smtClean="0"/>
              <a:t>16</a:t>
            </a:fld>
            <a:endParaRPr lang="en-US"/>
          </a:p>
        </p:txBody>
      </p:sp>
      <p:pic>
        <p:nvPicPr>
          <p:cNvPr id="5" name="Picture 4">
            <a:extLst>
              <a:ext uri="{FF2B5EF4-FFF2-40B4-BE49-F238E27FC236}">
                <a16:creationId xmlns:a16="http://schemas.microsoft.com/office/drawing/2014/main" id="{F3EB3414-C017-EC7D-B625-EE3AC40AF9D8}"/>
              </a:ext>
            </a:extLst>
          </p:cNvPr>
          <p:cNvPicPr>
            <a:picLocks noChangeAspect="1"/>
          </p:cNvPicPr>
          <p:nvPr/>
        </p:nvPicPr>
        <p:blipFill>
          <a:blip r:embed="rId2"/>
          <a:stretch>
            <a:fillRect/>
          </a:stretch>
        </p:blipFill>
        <p:spPr>
          <a:xfrm>
            <a:off x="0" y="938740"/>
            <a:ext cx="11191922" cy="4642627"/>
          </a:xfrm>
          <a:prstGeom prst="rect">
            <a:avLst/>
          </a:prstGeom>
        </p:spPr>
      </p:pic>
      <p:sp>
        <p:nvSpPr>
          <p:cNvPr id="6" name="TextBox 5">
            <a:extLst>
              <a:ext uri="{FF2B5EF4-FFF2-40B4-BE49-F238E27FC236}">
                <a16:creationId xmlns:a16="http://schemas.microsoft.com/office/drawing/2014/main" id="{125D349E-ED16-D2A1-23AB-F6C44A55E8A1}"/>
              </a:ext>
            </a:extLst>
          </p:cNvPr>
          <p:cNvSpPr txBox="1"/>
          <p:nvPr/>
        </p:nvSpPr>
        <p:spPr>
          <a:xfrm>
            <a:off x="10955065" y="3929628"/>
            <a:ext cx="1075701" cy="646331"/>
          </a:xfrm>
          <a:prstGeom prst="rect">
            <a:avLst/>
          </a:prstGeom>
          <a:noFill/>
        </p:spPr>
        <p:txBody>
          <a:bodyPr wrap="square" rtlCol="0">
            <a:spAutoFit/>
          </a:bodyPr>
          <a:lstStyle/>
          <a:p>
            <a:r>
              <a:rPr lang="en-US" dirty="0">
                <a:solidFill>
                  <a:srgbClr val="FF0000"/>
                </a:solidFill>
              </a:rPr>
              <a:t>20uohm</a:t>
            </a:r>
          </a:p>
          <a:p>
            <a:endParaRPr lang="en-IN" dirty="0"/>
          </a:p>
        </p:txBody>
      </p:sp>
      <p:sp>
        <p:nvSpPr>
          <p:cNvPr id="7" name="TextBox 6">
            <a:extLst>
              <a:ext uri="{FF2B5EF4-FFF2-40B4-BE49-F238E27FC236}">
                <a16:creationId xmlns:a16="http://schemas.microsoft.com/office/drawing/2014/main" id="{A1C28AD6-70A7-AC1F-A446-5A39F70F0C9A}"/>
              </a:ext>
            </a:extLst>
          </p:cNvPr>
          <p:cNvSpPr txBox="1"/>
          <p:nvPr/>
        </p:nvSpPr>
        <p:spPr>
          <a:xfrm>
            <a:off x="7333807" y="5325366"/>
            <a:ext cx="6097772" cy="646331"/>
          </a:xfrm>
          <a:prstGeom prst="rect">
            <a:avLst/>
          </a:prstGeom>
          <a:noFill/>
        </p:spPr>
        <p:txBody>
          <a:bodyPr wrap="square">
            <a:spAutoFit/>
          </a:bodyPr>
          <a:lstStyle/>
          <a:p>
            <a:r>
              <a:rPr lang="en-IN" dirty="0"/>
              <a:t>We can measure the low Z impedance up to:</a:t>
            </a:r>
          </a:p>
          <a:p>
            <a:r>
              <a:rPr lang="en-IN" dirty="0"/>
              <a:t>Therefore </a:t>
            </a:r>
            <a:r>
              <a:rPr lang="en-IN" dirty="0">
                <a:highlight>
                  <a:srgbClr val="FF0000"/>
                </a:highlight>
              </a:rPr>
              <a:t>20u</a:t>
            </a:r>
            <a:r>
              <a:rPr lang="el-GR" dirty="0">
                <a:highlight>
                  <a:srgbClr val="FF0000"/>
                </a:highlight>
              </a:rPr>
              <a:t>Ω</a:t>
            </a:r>
            <a:endParaRPr lang="en-IN" dirty="0">
              <a:highlight>
                <a:srgbClr val="FF0000"/>
              </a:highlight>
            </a:endParaRPr>
          </a:p>
        </p:txBody>
      </p:sp>
      <p:pic>
        <p:nvPicPr>
          <p:cNvPr id="11" name="Picture 10">
            <a:extLst>
              <a:ext uri="{FF2B5EF4-FFF2-40B4-BE49-F238E27FC236}">
                <a16:creationId xmlns:a16="http://schemas.microsoft.com/office/drawing/2014/main" id="{A60787E6-5BD3-DD28-2A01-649A0573FFDA}"/>
              </a:ext>
            </a:extLst>
          </p:cNvPr>
          <p:cNvPicPr>
            <a:picLocks noChangeAspect="1"/>
          </p:cNvPicPr>
          <p:nvPr/>
        </p:nvPicPr>
        <p:blipFill>
          <a:blip r:embed="rId3"/>
          <a:stretch>
            <a:fillRect/>
          </a:stretch>
        </p:blipFill>
        <p:spPr>
          <a:xfrm>
            <a:off x="7598938" y="833961"/>
            <a:ext cx="2735909" cy="1401415"/>
          </a:xfrm>
          <a:prstGeom prst="rect">
            <a:avLst/>
          </a:prstGeom>
        </p:spPr>
      </p:pic>
      <p:sp>
        <p:nvSpPr>
          <p:cNvPr id="8" name="TextBox 7">
            <a:extLst>
              <a:ext uri="{FF2B5EF4-FFF2-40B4-BE49-F238E27FC236}">
                <a16:creationId xmlns:a16="http://schemas.microsoft.com/office/drawing/2014/main" id="{321CDA01-ED19-043F-ACCA-D961DCFEF9C1}"/>
              </a:ext>
            </a:extLst>
          </p:cNvPr>
          <p:cNvSpPr txBox="1"/>
          <p:nvPr/>
        </p:nvSpPr>
        <p:spPr>
          <a:xfrm>
            <a:off x="7598938" y="1821197"/>
            <a:ext cx="1063256" cy="377456"/>
          </a:xfrm>
          <a:prstGeom prst="rect">
            <a:avLst/>
          </a:prstGeom>
          <a:noFill/>
        </p:spPr>
        <p:txBody>
          <a:bodyPr wrap="square" rtlCol="0">
            <a:spAutoFit/>
          </a:bodyPr>
          <a:lstStyle/>
          <a:p>
            <a:r>
              <a:rPr lang="en-US" dirty="0">
                <a:solidFill>
                  <a:schemeClr val="bg1">
                    <a:lumMod val="95000"/>
                  </a:schemeClr>
                </a:solidFill>
              </a:rPr>
              <a:t>Floating</a:t>
            </a:r>
            <a:endParaRPr lang="en-IN" dirty="0">
              <a:solidFill>
                <a:schemeClr val="bg1">
                  <a:lumMod val="95000"/>
                </a:schemeClr>
              </a:solidFill>
            </a:endParaRPr>
          </a:p>
        </p:txBody>
      </p:sp>
      <p:sp>
        <p:nvSpPr>
          <p:cNvPr id="9" name="TextBox 8">
            <a:extLst>
              <a:ext uri="{FF2B5EF4-FFF2-40B4-BE49-F238E27FC236}">
                <a16:creationId xmlns:a16="http://schemas.microsoft.com/office/drawing/2014/main" id="{497C4F53-2D9A-6C4A-80BD-799CBEB52EA8}"/>
              </a:ext>
            </a:extLst>
          </p:cNvPr>
          <p:cNvSpPr txBox="1"/>
          <p:nvPr/>
        </p:nvSpPr>
        <p:spPr>
          <a:xfrm>
            <a:off x="1158147" y="5224481"/>
            <a:ext cx="4437814" cy="923330"/>
          </a:xfrm>
          <a:prstGeom prst="rect">
            <a:avLst/>
          </a:prstGeom>
          <a:noFill/>
        </p:spPr>
        <p:txBody>
          <a:bodyPr wrap="square" rtlCol="0">
            <a:spAutoFit/>
          </a:bodyPr>
          <a:lstStyle/>
          <a:p>
            <a:r>
              <a:rPr lang="en-US" dirty="0"/>
              <a:t>Safety margin after considering noise floor:</a:t>
            </a:r>
          </a:p>
          <a:p>
            <a:r>
              <a:rPr lang="en-US" dirty="0"/>
              <a:t>SDR VNA: ~95dB, RF amp : ~ 93dB</a:t>
            </a:r>
          </a:p>
          <a:p>
            <a:r>
              <a:rPr lang="en-IN" dirty="0"/>
              <a:t>-93dB –(+28dB) =  </a:t>
            </a:r>
            <a:r>
              <a:rPr lang="en-IN" dirty="0">
                <a:highlight>
                  <a:srgbClr val="FF0000"/>
                </a:highlight>
              </a:rPr>
              <a:t>-121dB -&gt;</a:t>
            </a:r>
            <a:r>
              <a:rPr lang="en-IN" dirty="0">
                <a:highlight>
                  <a:srgbClr val="00FF00"/>
                </a:highlight>
              </a:rPr>
              <a:t> 22.2u</a:t>
            </a:r>
            <a:r>
              <a:rPr lang="el-GR" dirty="0">
                <a:highlight>
                  <a:srgbClr val="00FF00"/>
                </a:highlight>
              </a:rPr>
              <a:t> Ω</a:t>
            </a:r>
            <a:endParaRPr lang="en-US" dirty="0">
              <a:highlight>
                <a:srgbClr val="FF0000"/>
              </a:highlight>
            </a:endParaRPr>
          </a:p>
        </p:txBody>
      </p:sp>
      <p:sp>
        <p:nvSpPr>
          <p:cNvPr id="10" name="TextBox 9">
            <a:extLst>
              <a:ext uri="{FF2B5EF4-FFF2-40B4-BE49-F238E27FC236}">
                <a16:creationId xmlns:a16="http://schemas.microsoft.com/office/drawing/2014/main" id="{5F7C123F-A466-06DC-C462-B438712D7051}"/>
              </a:ext>
            </a:extLst>
          </p:cNvPr>
          <p:cNvSpPr txBox="1"/>
          <p:nvPr/>
        </p:nvSpPr>
        <p:spPr>
          <a:xfrm>
            <a:off x="5278713" y="3929628"/>
            <a:ext cx="1075701" cy="646331"/>
          </a:xfrm>
          <a:prstGeom prst="rect">
            <a:avLst/>
          </a:prstGeom>
          <a:noFill/>
        </p:spPr>
        <p:txBody>
          <a:bodyPr wrap="square" rtlCol="0">
            <a:spAutoFit/>
          </a:bodyPr>
          <a:lstStyle/>
          <a:p>
            <a:r>
              <a:rPr lang="en-US" dirty="0">
                <a:solidFill>
                  <a:srgbClr val="FF0000"/>
                </a:solidFill>
              </a:rPr>
              <a:t>121dB</a:t>
            </a:r>
          </a:p>
          <a:p>
            <a:endParaRPr lang="en-IN" dirty="0"/>
          </a:p>
        </p:txBody>
      </p:sp>
    </p:spTree>
    <p:extLst>
      <p:ext uri="{BB962C8B-B14F-4D97-AF65-F5344CB8AC3E}">
        <p14:creationId xmlns:p14="http://schemas.microsoft.com/office/powerpoint/2010/main" val="1592870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5E048-437A-1A96-A240-881040BF7F67}"/>
              </a:ext>
            </a:extLst>
          </p:cNvPr>
          <p:cNvSpPr>
            <a:spLocks noGrp="1"/>
          </p:cNvSpPr>
          <p:nvPr>
            <p:ph type="title"/>
          </p:nvPr>
        </p:nvSpPr>
        <p:spPr/>
        <p:txBody>
          <a:bodyPr/>
          <a:lstStyle/>
          <a:p>
            <a:r>
              <a:rPr lang="en-US" dirty="0"/>
              <a:t>10m Ohm resistor</a:t>
            </a:r>
            <a:endParaRPr lang="en-IN" dirty="0"/>
          </a:p>
        </p:txBody>
      </p:sp>
      <p:sp>
        <p:nvSpPr>
          <p:cNvPr id="4" name="Slide Number Placeholder 3">
            <a:extLst>
              <a:ext uri="{FF2B5EF4-FFF2-40B4-BE49-F238E27FC236}">
                <a16:creationId xmlns:a16="http://schemas.microsoft.com/office/drawing/2014/main" id="{B4B8DD5F-4491-68CC-BA37-CEEFF8D166BF}"/>
              </a:ext>
            </a:extLst>
          </p:cNvPr>
          <p:cNvSpPr>
            <a:spLocks noGrp="1"/>
          </p:cNvSpPr>
          <p:nvPr>
            <p:ph type="sldNum" sz="quarter" idx="12"/>
          </p:nvPr>
        </p:nvSpPr>
        <p:spPr/>
        <p:txBody>
          <a:bodyPr/>
          <a:lstStyle/>
          <a:p>
            <a:fld id="{028CE896-619B-44F9-BE7F-139D1400166E}" type="slidenum">
              <a:rPr lang="en-US" smtClean="0"/>
              <a:t>17</a:t>
            </a:fld>
            <a:endParaRPr lang="en-US"/>
          </a:p>
        </p:txBody>
      </p:sp>
      <p:pic>
        <p:nvPicPr>
          <p:cNvPr id="6" name="Picture 5">
            <a:extLst>
              <a:ext uri="{FF2B5EF4-FFF2-40B4-BE49-F238E27FC236}">
                <a16:creationId xmlns:a16="http://schemas.microsoft.com/office/drawing/2014/main" id="{C74ED763-E78B-CC93-D430-2324A2E2E7C3}"/>
              </a:ext>
            </a:extLst>
          </p:cNvPr>
          <p:cNvPicPr>
            <a:picLocks noChangeAspect="1"/>
          </p:cNvPicPr>
          <p:nvPr/>
        </p:nvPicPr>
        <p:blipFill>
          <a:blip r:embed="rId2"/>
          <a:stretch>
            <a:fillRect/>
          </a:stretch>
        </p:blipFill>
        <p:spPr>
          <a:xfrm>
            <a:off x="624896" y="842124"/>
            <a:ext cx="10942203" cy="4632701"/>
          </a:xfrm>
          <a:prstGeom prst="rect">
            <a:avLst/>
          </a:prstGeom>
        </p:spPr>
      </p:pic>
      <p:pic>
        <p:nvPicPr>
          <p:cNvPr id="7" name="Picture 6">
            <a:extLst>
              <a:ext uri="{FF2B5EF4-FFF2-40B4-BE49-F238E27FC236}">
                <a16:creationId xmlns:a16="http://schemas.microsoft.com/office/drawing/2014/main" id="{3B0428AA-94C2-1D01-795A-4BCE7EDB50DB}"/>
              </a:ext>
            </a:extLst>
          </p:cNvPr>
          <p:cNvPicPr>
            <a:picLocks noChangeAspect="1"/>
          </p:cNvPicPr>
          <p:nvPr/>
        </p:nvPicPr>
        <p:blipFill>
          <a:blip r:embed="rId3"/>
          <a:stretch>
            <a:fillRect/>
          </a:stretch>
        </p:blipFill>
        <p:spPr>
          <a:xfrm rot="10800000">
            <a:off x="734723" y="811169"/>
            <a:ext cx="2909652" cy="1098811"/>
          </a:xfrm>
          <a:prstGeom prst="rect">
            <a:avLst/>
          </a:prstGeom>
        </p:spPr>
      </p:pic>
      <p:sp>
        <p:nvSpPr>
          <p:cNvPr id="8" name="TextBox 7">
            <a:extLst>
              <a:ext uri="{FF2B5EF4-FFF2-40B4-BE49-F238E27FC236}">
                <a16:creationId xmlns:a16="http://schemas.microsoft.com/office/drawing/2014/main" id="{1061ECA6-4778-373F-7F52-356DC0C09F87}"/>
              </a:ext>
            </a:extLst>
          </p:cNvPr>
          <p:cNvSpPr txBox="1"/>
          <p:nvPr/>
        </p:nvSpPr>
        <p:spPr>
          <a:xfrm>
            <a:off x="624896" y="5251128"/>
            <a:ext cx="3690690" cy="923330"/>
          </a:xfrm>
          <a:prstGeom prst="rect">
            <a:avLst/>
          </a:prstGeom>
          <a:noFill/>
        </p:spPr>
        <p:txBody>
          <a:bodyPr wrap="none" rtlCol="0">
            <a:spAutoFit/>
          </a:bodyPr>
          <a:lstStyle/>
          <a:p>
            <a:r>
              <a:rPr lang="en-US" dirty="0"/>
              <a:t>Expected to be 10m</a:t>
            </a:r>
            <a:r>
              <a:rPr lang="el-GR" dirty="0"/>
              <a:t>Ω</a:t>
            </a:r>
            <a:r>
              <a:rPr lang="en-US" dirty="0"/>
              <a:t>, but measured:</a:t>
            </a:r>
          </a:p>
          <a:p>
            <a:pPr marL="285750" indent="-285750">
              <a:buFont typeface="Arial" panose="020B0604020202020204" pitchFamily="34" charset="0"/>
              <a:buChar char="•"/>
            </a:pPr>
            <a:r>
              <a:rPr lang="en-US" dirty="0"/>
              <a:t>VNA: 11m</a:t>
            </a:r>
            <a:r>
              <a:rPr lang="el-GR" dirty="0"/>
              <a:t>Ω</a:t>
            </a:r>
            <a:endParaRPr lang="en-US" dirty="0"/>
          </a:p>
          <a:p>
            <a:pPr marL="285750" indent="-285750">
              <a:buFont typeface="Arial" panose="020B0604020202020204" pitchFamily="34" charset="0"/>
              <a:buChar char="•"/>
            </a:pPr>
            <a:r>
              <a:rPr lang="en-US" dirty="0"/>
              <a:t>Turbo VNA: 12m</a:t>
            </a:r>
            <a:r>
              <a:rPr lang="el-GR" dirty="0"/>
              <a:t>Ω</a:t>
            </a:r>
            <a:endParaRPr lang="en-IN" dirty="0"/>
          </a:p>
        </p:txBody>
      </p:sp>
      <p:pic>
        <p:nvPicPr>
          <p:cNvPr id="9" name="Picture 8">
            <a:extLst>
              <a:ext uri="{FF2B5EF4-FFF2-40B4-BE49-F238E27FC236}">
                <a16:creationId xmlns:a16="http://schemas.microsoft.com/office/drawing/2014/main" id="{0F0A329C-3853-D35F-87BA-4B4954BACB30}"/>
              </a:ext>
            </a:extLst>
          </p:cNvPr>
          <p:cNvPicPr>
            <a:picLocks noChangeAspect="1"/>
          </p:cNvPicPr>
          <p:nvPr/>
        </p:nvPicPr>
        <p:blipFill>
          <a:blip r:embed="rId4"/>
          <a:stretch>
            <a:fillRect/>
          </a:stretch>
        </p:blipFill>
        <p:spPr>
          <a:xfrm>
            <a:off x="4315586" y="983125"/>
            <a:ext cx="2276475" cy="800100"/>
          </a:xfrm>
          <a:prstGeom prst="rect">
            <a:avLst/>
          </a:prstGeom>
        </p:spPr>
      </p:pic>
    </p:spTree>
    <p:extLst>
      <p:ext uri="{BB962C8B-B14F-4D97-AF65-F5344CB8AC3E}">
        <p14:creationId xmlns:p14="http://schemas.microsoft.com/office/powerpoint/2010/main" val="4055649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3912-DD6A-795A-5416-68826B175363}"/>
              </a:ext>
            </a:extLst>
          </p:cNvPr>
          <p:cNvSpPr>
            <a:spLocks noGrp="1"/>
          </p:cNvSpPr>
          <p:nvPr>
            <p:ph type="title"/>
          </p:nvPr>
        </p:nvSpPr>
        <p:spPr/>
        <p:txBody>
          <a:bodyPr/>
          <a:lstStyle/>
          <a:p>
            <a:r>
              <a:rPr lang="en-US" dirty="0"/>
              <a:t>Via resistance – layer 2</a:t>
            </a:r>
            <a:endParaRPr lang="en-IN" dirty="0"/>
          </a:p>
        </p:txBody>
      </p:sp>
      <p:sp>
        <p:nvSpPr>
          <p:cNvPr id="4" name="Slide Number Placeholder 3">
            <a:extLst>
              <a:ext uri="{FF2B5EF4-FFF2-40B4-BE49-F238E27FC236}">
                <a16:creationId xmlns:a16="http://schemas.microsoft.com/office/drawing/2014/main" id="{F7D7D3C8-CCA0-F4F6-9850-52666F76176B}"/>
              </a:ext>
            </a:extLst>
          </p:cNvPr>
          <p:cNvSpPr>
            <a:spLocks noGrp="1"/>
          </p:cNvSpPr>
          <p:nvPr>
            <p:ph type="sldNum" sz="quarter" idx="12"/>
          </p:nvPr>
        </p:nvSpPr>
        <p:spPr/>
        <p:txBody>
          <a:bodyPr/>
          <a:lstStyle/>
          <a:p>
            <a:fld id="{028CE896-619B-44F9-BE7F-139D1400166E}" type="slidenum">
              <a:rPr lang="en-US" smtClean="0"/>
              <a:t>18</a:t>
            </a:fld>
            <a:endParaRPr lang="en-US"/>
          </a:p>
        </p:txBody>
      </p:sp>
      <p:pic>
        <p:nvPicPr>
          <p:cNvPr id="6" name="Picture 5">
            <a:extLst>
              <a:ext uri="{FF2B5EF4-FFF2-40B4-BE49-F238E27FC236}">
                <a16:creationId xmlns:a16="http://schemas.microsoft.com/office/drawing/2014/main" id="{AE1FD6EB-3C59-6A68-6F50-A20E54A6E202}"/>
              </a:ext>
            </a:extLst>
          </p:cNvPr>
          <p:cNvPicPr>
            <a:picLocks noChangeAspect="1"/>
          </p:cNvPicPr>
          <p:nvPr/>
        </p:nvPicPr>
        <p:blipFill>
          <a:blip r:embed="rId2"/>
          <a:stretch>
            <a:fillRect/>
          </a:stretch>
        </p:blipFill>
        <p:spPr>
          <a:xfrm rot="10800000">
            <a:off x="0" y="794999"/>
            <a:ext cx="2388099" cy="1025520"/>
          </a:xfrm>
          <a:prstGeom prst="rect">
            <a:avLst/>
          </a:prstGeom>
        </p:spPr>
      </p:pic>
      <p:sp>
        <p:nvSpPr>
          <p:cNvPr id="14" name="TextBox 13">
            <a:extLst>
              <a:ext uri="{FF2B5EF4-FFF2-40B4-BE49-F238E27FC236}">
                <a16:creationId xmlns:a16="http://schemas.microsoft.com/office/drawing/2014/main" id="{8FF5FECE-20D8-6FE3-A599-AC0522C32E82}"/>
              </a:ext>
            </a:extLst>
          </p:cNvPr>
          <p:cNvSpPr txBox="1"/>
          <p:nvPr/>
        </p:nvSpPr>
        <p:spPr>
          <a:xfrm>
            <a:off x="0" y="2348736"/>
            <a:ext cx="2767803" cy="3046988"/>
          </a:xfrm>
          <a:prstGeom prst="rect">
            <a:avLst/>
          </a:prstGeom>
          <a:noFill/>
        </p:spPr>
        <p:txBody>
          <a:bodyPr wrap="square" rtlCol="0">
            <a:spAutoFit/>
          </a:bodyPr>
          <a:lstStyle/>
          <a:p>
            <a:r>
              <a:rPr lang="en-US" sz="1600" b="1" u="sng" dirty="0"/>
              <a:t>Rule of thumb:</a:t>
            </a:r>
            <a:endParaRPr lang="en-US" sz="1600" dirty="0"/>
          </a:p>
          <a:p>
            <a:pPr marL="285750" indent="-285750">
              <a:buFont typeface="Arial" panose="020B0604020202020204" pitchFamily="34" charset="0"/>
              <a:buChar char="•"/>
            </a:pPr>
            <a:r>
              <a:rPr lang="en-US" sz="1600" dirty="0"/>
              <a:t>Via height = length = 10mil</a:t>
            </a:r>
          </a:p>
          <a:p>
            <a:pPr marL="285750" indent="-285750">
              <a:buFont typeface="Arial" panose="020B0604020202020204" pitchFamily="34" charset="0"/>
              <a:buChar char="•"/>
            </a:pPr>
            <a:r>
              <a:rPr lang="en-US" sz="1600" dirty="0"/>
              <a:t>Via thickness =  0.5Oz </a:t>
            </a:r>
          </a:p>
          <a:p>
            <a:pPr marL="285750" indent="-285750">
              <a:buFont typeface="Arial" panose="020B0604020202020204" pitchFamily="34" charset="0"/>
              <a:buChar char="•"/>
            </a:pPr>
            <a:r>
              <a:rPr lang="en-US" sz="1600" dirty="0"/>
              <a:t>Via diameter = 13mil</a:t>
            </a:r>
          </a:p>
          <a:p>
            <a:pPr marL="285750" indent="-285750">
              <a:buFont typeface="Arial" panose="020B0604020202020204" pitchFamily="34" charset="0"/>
              <a:buChar char="•"/>
            </a:pPr>
            <a:r>
              <a:rPr lang="en-US" sz="1600" dirty="0"/>
              <a:t>R per Sq = 1m</a:t>
            </a:r>
            <a:r>
              <a:rPr lang="el-GR" sz="1600" dirty="0"/>
              <a:t>Ω</a:t>
            </a:r>
            <a:endParaRPr lang="en-US" sz="1600" dirty="0"/>
          </a:p>
          <a:p>
            <a:pPr marL="285750" indent="-285750">
              <a:buFont typeface="Arial" panose="020B0604020202020204" pitchFamily="34" charset="0"/>
              <a:buChar char="•"/>
            </a:pPr>
            <a:endParaRPr lang="en-US" sz="1600" dirty="0"/>
          </a:p>
          <a:p>
            <a:r>
              <a:rPr lang="en-US" sz="1600" dirty="0"/>
              <a:t>N of Sq = 10/(3.14 *13) = 0.244</a:t>
            </a:r>
          </a:p>
          <a:p>
            <a:r>
              <a:rPr lang="en-US" sz="1600" dirty="0"/>
              <a:t>R = 0.244* 1m</a:t>
            </a:r>
            <a:r>
              <a:rPr lang="el-GR" sz="1600" dirty="0"/>
              <a:t>Ω</a:t>
            </a:r>
            <a:r>
              <a:rPr lang="en-US" sz="1600" dirty="0"/>
              <a:t> = </a:t>
            </a:r>
            <a:r>
              <a:rPr lang="en-US" sz="1600" dirty="0">
                <a:highlight>
                  <a:srgbClr val="00FF00"/>
                </a:highlight>
              </a:rPr>
              <a:t>244u</a:t>
            </a:r>
            <a:r>
              <a:rPr lang="el-GR" sz="1600" dirty="0">
                <a:highlight>
                  <a:srgbClr val="00FF00"/>
                </a:highlight>
              </a:rPr>
              <a:t>Ω</a:t>
            </a:r>
            <a:br>
              <a:rPr lang="en-US" sz="1600" dirty="0">
                <a:highlight>
                  <a:srgbClr val="00FF00"/>
                </a:highlight>
              </a:rPr>
            </a:br>
            <a:endParaRPr lang="en-US" sz="1600" dirty="0"/>
          </a:p>
          <a:p>
            <a:pPr marL="285750" indent="-285750">
              <a:buFont typeface="Wingdings" panose="05000000000000000000" pitchFamily="2" charset="2"/>
              <a:buChar char="v"/>
            </a:pPr>
            <a:r>
              <a:rPr lang="en-US" sz="1600" dirty="0">
                <a:solidFill>
                  <a:srgbClr val="0070C0"/>
                </a:solidFill>
              </a:rPr>
              <a:t> </a:t>
            </a:r>
            <a:r>
              <a:rPr lang="en-US" sz="1600" dirty="0">
                <a:solidFill>
                  <a:schemeClr val="tx1">
                    <a:lumMod val="95000"/>
                    <a:lumOff val="5000"/>
                  </a:schemeClr>
                </a:solidFill>
              </a:rPr>
              <a:t>The</a:t>
            </a:r>
            <a:r>
              <a:rPr lang="en-US" sz="1600" dirty="0">
                <a:solidFill>
                  <a:srgbClr val="0070C0"/>
                </a:solidFill>
              </a:rPr>
              <a:t> 289u</a:t>
            </a:r>
            <a:r>
              <a:rPr lang="el-GR" sz="1600" dirty="0">
                <a:solidFill>
                  <a:srgbClr val="0070C0"/>
                </a:solidFill>
              </a:rPr>
              <a:t>Ω</a:t>
            </a:r>
            <a:r>
              <a:rPr lang="en-US" sz="1600" dirty="0">
                <a:solidFill>
                  <a:srgbClr val="0070C0"/>
                </a:solidFill>
              </a:rPr>
              <a:t> </a:t>
            </a:r>
            <a:r>
              <a:rPr lang="en-US" sz="1600" dirty="0"/>
              <a:t>measured is in close agreement with the rule of thumb</a:t>
            </a:r>
          </a:p>
        </p:txBody>
      </p:sp>
      <p:pic>
        <p:nvPicPr>
          <p:cNvPr id="16" name="Picture 15">
            <a:extLst>
              <a:ext uri="{FF2B5EF4-FFF2-40B4-BE49-F238E27FC236}">
                <a16:creationId xmlns:a16="http://schemas.microsoft.com/office/drawing/2014/main" id="{1131D987-39FD-E77E-BAF7-CFEE27E3FD62}"/>
              </a:ext>
            </a:extLst>
          </p:cNvPr>
          <p:cNvPicPr>
            <a:picLocks noChangeAspect="1"/>
          </p:cNvPicPr>
          <p:nvPr/>
        </p:nvPicPr>
        <p:blipFill>
          <a:blip r:embed="rId3"/>
          <a:stretch>
            <a:fillRect/>
          </a:stretch>
        </p:blipFill>
        <p:spPr>
          <a:xfrm>
            <a:off x="2668772" y="1404279"/>
            <a:ext cx="9523228" cy="3732382"/>
          </a:xfrm>
          <a:prstGeom prst="rect">
            <a:avLst/>
          </a:prstGeom>
        </p:spPr>
      </p:pic>
      <p:pic>
        <p:nvPicPr>
          <p:cNvPr id="9" name="Picture 8">
            <a:extLst>
              <a:ext uri="{FF2B5EF4-FFF2-40B4-BE49-F238E27FC236}">
                <a16:creationId xmlns:a16="http://schemas.microsoft.com/office/drawing/2014/main" id="{E13832A1-C0B3-71D4-10EC-7F11869D9964}"/>
              </a:ext>
            </a:extLst>
          </p:cNvPr>
          <p:cNvPicPr>
            <a:picLocks noChangeAspect="1"/>
          </p:cNvPicPr>
          <p:nvPr/>
        </p:nvPicPr>
        <p:blipFill>
          <a:blip r:embed="rId4"/>
          <a:stretch>
            <a:fillRect/>
          </a:stretch>
        </p:blipFill>
        <p:spPr>
          <a:xfrm>
            <a:off x="3819523" y="977647"/>
            <a:ext cx="2276475" cy="800100"/>
          </a:xfrm>
          <a:prstGeom prst="rect">
            <a:avLst/>
          </a:prstGeom>
        </p:spPr>
      </p:pic>
    </p:spTree>
    <p:extLst>
      <p:ext uri="{BB962C8B-B14F-4D97-AF65-F5344CB8AC3E}">
        <p14:creationId xmlns:p14="http://schemas.microsoft.com/office/powerpoint/2010/main" val="3870900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7FBDD-7788-F6D9-B22B-BC4D3A25FCAA}"/>
              </a:ext>
            </a:extLst>
          </p:cNvPr>
          <p:cNvSpPr>
            <a:spLocks noGrp="1"/>
          </p:cNvSpPr>
          <p:nvPr>
            <p:ph type="title"/>
          </p:nvPr>
        </p:nvSpPr>
        <p:spPr/>
        <p:txBody>
          <a:bodyPr/>
          <a:lstStyle/>
          <a:p>
            <a:r>
              <a:rPr lang="en-US" dirty="0"/>
              <a:t>Via resistance – layer 2</a:t>
            </a:r>
            <a:endParaRPr lang="en-IN" dirty="0"/>
          </a:p>
        </p:txBody>
      </p:sp>
      <p:pic>
        <p:nvPicPr>
          <p:cNvPr id="6" name="Content Placeholder 5">
            <a:extLst>
              <a:ext uri="{FF2B5EF4-FFF2-40B4-BE49-F238E27FC236}">
                <a16:creationId xmlns:a16="http://schemas.microsoft.com/office/drawing/2014/main" id="{E1B1969A-0883-D90E-122F-420500304269}"/>
              </a:ext>
            </a:extLst>
          </p:cNvPr>
          <p:cNvPicPr>
            <a:picLocks noGrp="1" noChangeAspect="1"/>
          </p:cNvPicPr>
          <p:nvPr>
            <p:ph idx="1"/>
          </p:nvPr>
        </p:nvPicPr>
        <p:blipFill>
          <a:blip r:embed="rId2"/>
          <a:stretch>
            <a:fillRect/>
          </a:stretch>
        </p:blipFill>
        <p:spPr>
          <a:xfrm>
            <a:off x="2853307" y="1372776"/>
            <a:ext cx="9253189" cy="3794539"/>
          </a:xfrm>
        </p:spPr>
      </p:pic>
      <p:sp>
        <p:nvSpPr>
          <p:cNvPr id="4" name="Slide Number Placeholder 3">
            <a:extLst>
              <a:ext uri="{FF2B5EF4-FFF2-40B4-BE49-F238E27FC236}">
                <a16:creationId xmlns:a16="http://schemas.microsoft.com/office/drawing/2014/main" id="{CD5034D2-8CF9-7455-6A96-B8581F379884}"/>
              </a:ext>
            </a:extLst>
          </p:cNvPr>
          <p:cNvSpPr>
            <a:spLocks noGrp="1"/>
          </p:cNvSpPr>
          <p:nvPr>
            <p:ph type="sldNum" sz="quarter" idx="12"/>
          </p:nvPr>
        </p:nvSpPr>
        <p:spPr/>
        <p:txBody>
          <a:bodyPr/>
          <a:lstStyle/>
          <a:p>
            <a:fld id="{028CE896-619B-44F9-BE7F-139D1400166E}" type="slidenum">
              <a:rPr lang="en-US" smtClean="0"/>
              <a:t>19</a:t>
            </a:fld>
            <a:endParaRPr lang="en-US"/>
          </a:p>
        </p:txBody>
      </p:sp>
      <p:sp>
        <p:nvSpPr>
          <p:cNvPr id="7" name="TextBox 6">
            <a:extLst>
              <a:ext uri="{FF2B5EF4-FFF2-40B4-BE49-F238E27FC236}">
                <a16:creationId xmlns:a16="http://schemas.microsoft.com/office/drawing/2014/main" id="{9D69519F-C686-C1ED-2303-A17C5CCFB6B1}"/>
              </a:ext>
            </a:extLst>
          </p:cNvPr>
          <p:cNvSpPr txBox="1"/>
          <p:nvPr/>
        </p:nvSpPr>
        <p:spPr>
          <a:xfrm>
            <a:off x="85504" y="2040392"/>
            <a:ext cx="2767803" cy="3293209"/>
          </a:xfrm>
          <a:prstGeom prst="rect">
            <a:avLst/>
          </a:prstGeom>
          <a:noFill/>
        </p:spPr>
        <p:txBody>
          <a:bodyPr wrap="square" rtlCol="0">
            <a:spAutoFit/>
          </a:bodyPr>
          <a:lstStyle/>
          <a:p>
            <a:r>
              <a:rPr lang="en-US" sz="1600" b="1" u="sng" dirty="0"/>
              <a:t>Rule of thumb:</a:t>
            </a:r>
            <a:endParaRPr lang="en-US" sz="1600" dirty="0"/>
          </a:p>
          <a:p>
            <a:pPr marL="285750" indent="-285750">
              <a:buFont typeface="Arial" panose="020B0604020202020204" pitchFamily="34" charset="0"/>
              <a:buChar char="•"/>
            </a:pPr>
            <a:r>
              <a:rPr lang="en-US" sz="1600" dirty="0"/>
              <a:t>Via height = length = 10mil</a:t>
            </a:r>
          </a:p>
          <a:p>
            <a:pPr marL="285750" indent="-285750">
              <a:buFont typeface="Arial" panose="020B0604020202020204" pitchFamily="34" charset="0"/>
              <a:buChar char="•"/>
            </a:pPr>
            <a:r>
              <a:rPr lang="en-US" sz="1600" dirty="0"/>
              <a:t>Via thickness = 0.5Oz </a:t>
            </a:r>
          </a:p>
          <a:p>
            <a:pPr marL="285750" indent="-285750">
              <a:buFont typeface="Arial" panose="020B0604020202020204" pitchFamily="34" charset="0"/>
              <a:buChar char="•"/>
            </a:pPr>
            <a:r>
              <a:rPr lang="en-US" sz="1600" dirty="0"/>
              <a:t>Via diameter = 26mil</a:t>
            </a:r>
          </a:p>
          <a:p>
            <a:pPr marL="285750" indent="-285750">
              <a:buFont typeface="Arial" panose="020B0604020202020204" pitchFamily="34" charset="0"/>
              <a:buChar char="•"/>
            </a:pPr>
            <a:r>
              <a:rPr lang="en-US" sz="1600" dirty="0"/>
              <a:t>R per Sq = 1m</a:t>
            </a:r>
            <a:r>
              <a:rPr lang="el-GR" sz="1600" dirty="0"/>
              <a:t>Ω</a:t>
            </a:r>
            <a:endParaRPr lang="en-US" sz="1600" dirty="0"/>
          </a:p>
          <a:p>
            <a:pPr marL="285750" indent="-285750">
              <a:buFont typeface="Arial" panose="020B0604020202020204" pitchFamily="34" charset="0"/>
              <a:buChar char="•"/>
            </a:pPr>
            <a:endParaRPr lang="en-US" sz="1600" dirty="0"/>
          </a:p>
          <a:p>
            <a:r>
              <a:rPr lang="en-US" sz="1600" dirty="0"/>
              <a:t>N of Sq = 10/(3.14 * 26) = 0.122</a:t>
            </a:r>
          </a:p>
          <a:p>
            <a:r>
              <a:rPr lang="en-US" sz="1600" dirty="0"/>
              <a:t>R = 0.122* 1m</a:t>
            </a:r>
            <a:r>
              <a:rPr lang="el-GR" sz="1600" dirty="0"/>
              <a:t>Ω</a:t>
            </a:r>
            <a:r>
              <a:rPr lang="en-US" sz="1600" dirty="0"/>
              <a:t> = </a:t>
            </a:r>
            <a:r>
              <a:rPr lang="en-US" sz="1600" dirty="0">
                <a:highlight>
                  <a:srgbClr val="00FF00"/>
                </a:highlight>
              </a:rPr>
              <a:t>122u</a:t>
            </a:r>
            <a:r>
              <a:rPr lang="el-GR" sz="1600" dirty="0">
                <a:highlight>
                  <a:srgbClr val="00FF00"/>
                </a:highlight>
              </a:rPr>
              <a:t>Ω</a:t>
            </a:r>
            <a:br>
              <a:rPr lang="en-US" sz="1600" dirty="0">
                <a:highlight>
                  <a:srgbClr val="00FF00"/>
                </a:highlight>
              </a:rPr>
            </a:br>
            <a:endParaRPr lang="en-US" sz="1600" dirty="0"/>
          </a:p>
          <a:p>
            <a:pPr marL="285750" indent="-285750">
              <a:buFont typeface="Wingdings" panose="05000000000000000000" pitchFamily="2" charset="2"/>
              <a:buChar char="v"/>
            </a:pPr>
            <a:r>
              <a:rPr lang="en-US" sz="1600" dirty="0">
                <a:solidFill>
                  <a:srgbClr val="0070C0"/>
                </a:solidFill>
              </a:rPr>
              <a:t> </a:t>
            </a:r>
            <a:r>
              <a:rPr lang="en-US" sz="1600" dirty="0">
                <a:solidFill>
                  <a:schemeClr val="tx1">
                    <a:lumMod val="95000"/>
                    <a:lumOff val="5000"/>
                  </a:schemeClr>
                </a:solidFill>
              </a:rPr>
              <a:t>The</a:t>
            </a:r>
            <a:r>
              <a:rPr lang="en-US" sz="1600" dirty="0">
                <a:solidFill>
                  <a:srgbClr val="0070C0"/>
                </a:solidFill>
              </a:rPr>
              <a:t> 129u</a:t>
            </a:r>
            <a:r>
              <a:rPr lang="el-GR" sz="1600" dirty="0">
                <a:solidFill>
                  <a:srgbClr val="0070C0"/>
                </a:solidFill>
              </a:rPr>
              <a:t>Ω</a:t>
            </a:r>
            <a:r>
              <a:rPr lang="en-US" sz="1600" dirty="0">
                <a:solidFill>
                  <a:srgbClr val="0070C0"/>
                </a:solidFill>
              </a:rPr>
              <a:t> </a:t>
            </a:r>
            <a:r>
              <a:rPr lang="en-US" sz="1600" dirty="0"/>
              <a:t>measured is in close agreement with the rule of thumb</a:t>
            </a:r>
          </a:p>
        </p:txBody>
      </p:sp>
      <p:sp>
        <p:nvSpPr>
          <p:cNvPr id="8" name="TextBox 7">
            <a:extLst>
              <a:ext uri="{FF2B5EF4-FFF2-40B4-BE49-F238E27FC236}">
                <a16:creationId xmlns:a16="http://schemas.microsoft.com/office/drawing/2014/main" id="{C8ECAEDB-7DB9-B372-BB53-219C934CB1DB}"/>
              </a:ext>
            </a:extLst>
          </p:cNvPr>
          <p:cNvSpPr txBox="1"/>
          <p:nvPr/>
        </p:nvSpPr>
        <p:spPr>
          <a:xfrm>
            <a:off x="1469405" y="5485224"/>
            <a:ext cx="9276963" cy="369332"/>
          </a:xfrm>
          <a:prstGeom prst="rect">
            <a:avLst/>
          </a:prstGeom>
          <a:noFill/>
        </p:spPr>
        <p:txBody>
          <a:bodyPr wrap="none" rtlCol="0">
            <a:spAutoFit/>
          </a:bodyPr>
          <a:lstStyle/>
          <a:p>
            <a:r>
              <a:rPr lang="en-US" dirty="0"/>
              <a:t>Turbo VNA stands out, as we can see we can measure well below the noise floor of VNA(250u</a:t>
            </a:r>
            <a:r>
              <a:rPr lang="el-GR" sz="1800" dirty="0"/>
              <a:t>Ω</a:t>
            </a:r>
            <a:r>
              <a:rPr lang="en-US" sz="1800" dirty="0"/>
              <a:t>)</a:t>
            </a:r>
            <a:endParaRPr lang="en-IN" dirty="0"/>
          </a:p>
        </p:txBody>
      </p:sp>
    </p:spTree>
    <p:extLst>
      <p:ext uri="{BB962C8B-B14F-4D97-AF65-F5344CB8AC3E}">
        <p14:creationId xmlns:p14="http://schemas.microsoft.com/office/powerpoint/2010/main" val="2648287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F56B-8A08-DE30-BB7F-59B34814E8F3}"/>
              </a:ext>
            </a:extLst>
          </p:cNvPr>
          <p:cNvSpPr>
            <a:spLocks noGrp="1"/>
          </p:cNvSpPr>
          <p:nvPr>
            <p:ph type="title"/>
          </p:nvPr>
        </p:nvSpPr>
        <p:spPr/>
        <p:txBody>
          <a:bodyPr/>
          <a:lstStyle/>
          <a:p>
            <a:r>
              <a:rPr lang="en-US" dirty="0"/>
              <a:t>Via resistance simulation– layer 2</a:t>
            </a:r>
            <a:endParaRPr lang="en-IN" dirty="0"/>
          </a:p>
        </p:txBody>
      </p:sp>
      <p:sp>
        <p:nvSpPr>
          <p:cNvPr id="4" name="Slide Number Placeholder 3">
            <a:extLst>
              <a:ext uri="{FF2B5EF4-FFF2-40B4-BE49-F238E27FC236}">
                <a16:creationId xmlns:a16="http://schemas.microsoft.com/office/drawing/2014/main" id="{0F2D96BA-2A01-E591-6646-7F0E1F3272A6}"/>
              </a:ext>
            </a:extLst>
          </p:cNvPr>
          <p:cNvSpPr>
            <a:spLocks noGrp="1"/>
          </p:cNvSpPr>
          <p:nvPr>
            <p:ph type="sldNum" sz="quarter" idx="12"/>
          </p:nvPr>
        </p:nvSpPr>
        <p:spPr/>
        <p:txBody>
          <a:bodyPr/>
          <a:lstStyle/>
          <a:p>
            <a:fld id="{028CE896-619B-44F9-BE7F-139D1400166E}" type="slidenum">
              <a:rPr lang="en-US" smtClean="0"/>
              <a:t>20</a:t>
            </a:fld>
            <a:endParaRPr lang="en-US"/>
          </a:p>
        </p:txBody>
      </p:sp>
      <p:pic>
        <p:nvPicPr>
          <p:cNvPr id="8" name="Picture 7">
            <a:extLst>
              <a:ext uri="{FF2B5EF4-FFF2-40B4-BE49-F238E27FC236}">
                <a16:creationId xmlns:a16="http://schemas.microsoft.com/office/drawing/2014/main" id="{D8807B3E-0A47-02CB-80B2-19C174B06F84}"/>
              </a:ext>
            </a:extLst>
          </p:cNvPr>
          <p:cNvPicPr>
            <a:picLocks noChangeAspect="1"/>
          </p:cNvPicPr>
          <p:nvPr/>
        </p:nvPicPr>
        <p:blipFill>
          <a:blip r:embed="rId2"/>
          <a:stretch>
            <a:fillRect/>
          </a:stretch>
        </p:blipFill>
        <p:spPr>
          <a:xfrm>
            <a:off x="5023412" y="819712"/>
            <a:ext cx="5578938" cy="2450333"/>
          </a:xfrm>
          <a:prstGeom prst="rect">
            <a:avLst/>
          </a:prstGeom>
        </p:spPr>
      </p:pic>
      <p:pic>
        <p:nvPicPr>
          <p:cNvPr id="10" name="Picture 9">
            <a:extLst>
              <a:ext uri="{FF2B5EF4-FFF2-40B4-BE49-F238E27FC236}">
                <a16:creationId xmlns:a16="http://schemas.microsoft.com/office/drawing/2014/main" id="{86F1F93B-7AA1-C24B-D0EC-1C78FB8A97DA}"/>
              </a:ext>
            </a:extLst>
          </p:cNvPr>
          <p:cNvPicPr>
            <a:picLocks noChangeAspect="1"/>
          </p:cNvPicPr>
          <p:nvPr/>
        </p:nvPicPr>
        <p:blipFill>
          <a:blip r:embed="rId3"/>
          <a:stretch>
            <a:fillRect/>
          </a:stretch>
        </p:blipFill>
        <p:spPr>
          <a:xfrm>
            <a:off x="3472885" y="3115157"/>
            <a:ext cx="8679991" cy="3540286"/>
          </a:xfrm>
          <a:prstGeom prst="rect">
            <a:avLst/>
          </a:prstGeom>
        </p:spPr>
      </p:pic>
      <p:sp>
        <p:nvSpPr>
          <p:cNvPr id="11" name="TextBox 10">
            <a:extLst>
              <a:ext uri="{FF2B5EF4-FFF2-40B4-BE49-F238E27FC236}">
                <a16:creationId xmlns:a16="http://schemas.microsoft.com/office/drawing/2014/main" id="{3E95F997-7E25-2CA1-6814-53BDFD64A3A1}"/>
              </a:ext>
            </a:extLst>
          </p:cNvPr>
          <p:cNvSpPr txBox="1"/>
          <p:nvPr/>
        </p:nvSpPr>
        <p:spPr>
          <a:xfrm>
            <a:off x="520861" y="3804303"/>
            <a:ext cx="2167068" cy="923330"/>
          </a:xfrm>
          <a:prstGeom prst="rect">
            <a:avLst/>
          </a:prstGeom>
          <a:noFill/>
        </p:spPr>
        <p:txBody>
          <a:bodyPr wrap="none" rtlCol="0">
            <a:spAutoFit/>
          </a:bodyPr>
          <a:lstStyle/>
          <a:p>
            <a:r>
              <a:rPr lang="en-US" b="1" dirty="0"/>
              <a:t>Rough estimate:</a:t>
            </a:r>
          </a:p>
          <a:p>
            <a:r>
              <a:rPr lang="en-US" dirty="0"/>
              <a:t>From ADS Via model:</a:t>
            </a:r>
          </a:p>
          <a:p>
            <a:r>
              <a:rPr lang="en-US" dirty="0"/>
              <a:t>R= 122 to 130u</a:t>
            </a:r>
            <a:r>
              <a:rPr lang="el-GR" sz="1800" dirty="0"/>
              <a:t>Ω</a:t>
            </a:r>
            <a:endParaRPr lang="en-IN" dirty="0"/>
          </a:p>
        </p:txBody>
      </p:sp>
    </p:spTree>
    <p:extLst>
      <p:ext uri="{BB962C8B-B14F-4D97-AF65-F5344CB8AC3E}">
        <p14:creationId xmlns:p14="http://schemas.microsoft.com/office/powerpoint/2010/main" val="1708613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F77C8-DB6B-9B19-2352-9B6A61274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35C29-5280-6BCC-9F4E-6212152B9AB3}"/>
              </a:ext>
            </a:extLst>
          </p:cNvPr>
          <p:cNvSpPr>
            <a:spLocks noGrp="1"/>
          </p:cNvSpPr>
          <p:nvPr>
            <p:ph type="title"/>
          </p:nvPr>
        </p:nvSpPr>
        <p:spPr/>
        <p:txBody>
          <a:bodyPr/>
          <a:lstStyle/>
          <a:p>
            <a:r>
              <a:rPr lang="en-US" dirty="0"/>
              <a:t>Via resistance simulation– layer 2</a:t>
            </a:r>
            <a:endParaRPr lang="en-IN" dirty="0"/>
          </a:p>
        </p:txBody>
      </p:sp>
      <p:sp>
        <p:nvSpPr>
          <p:cNvPr id="4" name="Slide Number Placeholder 3">
            <a:extLst>
              <a:ext uri="{FF2B5EF4-FFF2-40B4-BE49-F238E27FC236}">
                <a16:creationId xmlns:a16="http://schemas.microsoft.com/office/drawing/2014/main" id="{34AA8A3A-DC22-A6E7-4676-E565C2F4FFFE}"/>
              </a:ext>
            </a:extLst>
          </p:cNvPr>
          <p:cNvSpPr>
            <a:spLocks noGrp="1"/>
          </p:cNvSpPr>
          <p:nvPr>
            <p:ph type="sldNum" sz="quarter" idx="12"/>
          </p:nvPr>
        </p:nvSpPr>
        <p:spPr/>
        <p:txBody>
          <a:bodyPr/>
          <a:lstStyle/>
          <a:p>
            <a:fld id="{028CE896-619B-44F9-BE7F-139D1400166E}" type="slidenum">
              <a:rPr lang="en-US" smtClean="0"/>
              <a:t>21</a:t>
            </a:fld>
            <a:endParaRPr lang="en-US"/>
          </a:p>
        </p:txBody>
      </p:sp>
      <p:sp>
        <p:nvSpPr>
          <p:cNvPr id="11" name="TextBox 10">
            <a:extLst>
              <a:ext uri="{FF2B5EF4-FFF2-40B4-BE49-F238E27FC236}">
                <a16:creationId xmlns:a16="http://schemas.microsoft.com/office/drawing/2014/main" id="{952485C1-07D9-220E-3404-40D4F01A808E}"/>
              </a:ext>
            </a:extLst>
          </p:cNvPr>
          <p:cNvSpPr txBox="1"/>
          <p:nvPr/>
        </p:nvSpPr>
        <p:spPr>
          <a:xfrm>
            <a:off x="168422" y="1238720"/>
            <a:ext cx="3558667" cy="2308324"/>
          </a:xfrm>
          <a:prstGeom prst="rect">
            <a:avLst/>
          </a:prstGeom>
          <a:noFill/>
        </p:spPr>
        <p:txBody>
          <a:bodyPr wrap="none" rtlCol="0">
            <a:spAutoFit/>
          </a:bodyPr>
          <a:lstStyle/>
          <a:p>
            <a:r>
              <a:rPr lang="en-US" b="1" dirty="0"/>
              <a:t>Putting the numbers:</a:t>
            </a:r>
          </a:p>
          <a:p>
            <a:r>
              <a:rPr lang="en-US" dirty="0"/>
              <a:t>From ADS Via model:</a:t>
            </a:r>
          </a:p>
          <a:p>
            <a:r>
              <a:rPr lang="en-US" dirty="0"/>
              <a:t>R= 77 to 80u</a:t>
            </a:r>
            <a:r>
              <a:rPr lang="el-GR" sz="1800" dirty="0"/>
              <a:t>Ω</a:t>
            </a:r>
            <a:br>
              <a:rPr lang="en-US" sz="1800" dirty="0"/>
            </a:br>
            <a:br>
              <a:rPr lang="en-US" sz="1800" dirty="0"/>
            </a:br>
            <a:r>
              <a:rPr lang="en-US" sz="1800" dirty="0"/>
              <a:t>Why is this different than rule</a:t>
            </a:r>
            <a:br>
              <a:rPr lang="en-US" sz="1800" dirty="0"/>
            </a:br>
            <a:r>
              <a:rPr lang="en-US" sz="1800" dirty="0"/>
              <a:t>of thumb and actual measurement?</a:t>
            </a:r>
          </a:p>
          <a:p>
            <a:r>
              <a:rPr lang="en-US" dirty="0"/>
              <a:t>- Will be discussed next time</a:t>
            </a:r>
            <a:endParaRPr lang="en-US" sz="1800" dirty="0"/>
          </a:p>
          <a:p>
            <a:endParaRPr lang="en-US" sz="1800" dirty="0"/>
          </a:p>
        </p:txBody>
      </p:sp>
      <p:pic>
        <p:nvPicPr>
          <p:cNvPr id="5" name="Picture 4">
            <a:extLst>
              <a:ext uri="{FF2B5EF4-FFF2-40B4-BE49-F238E27FC236}">
                <a16:creationId xmlns:a16="http://schemas.microsoft.com/office/drawing/2014/main" id="{94B5A5FD-2842-9685-55FE-5F8A835C62AD}"/>
              </a:ext>
            </a:extLst>
          </p:cNvPr>
          <p:cNvPicPr>
            <a:picLocks noChangeAspect="1"/>
          </p:cNvPicPr>
          <p:nvPr/>
        </p:nvPicPr>
        <p:blipFill>
          <a:blip r:embed="rId2"/>
          <a:stretch>
            <a:fillRect/>
          </a:stretch>
        </p:blipFill>
        <p:spPr>
          <a:xfrm>
            <a:off x="5637858" y="903860"/>
            <a:ext cx="5612107" cy="2525140"/>
          </a:xfrm>
          <a:prstGeom prst="rect">
            <a:avLst/>
          </a:prstGeom>
        </p:spPr>
      </p:pic>
      <p:pic>
        <p:nvPicPr>
          <p:cNvPr id="7" name="Picture 6">
            <a:extLst>
              <a:ext uri="{FF2B5EF4-FFF2-40B4-BE49-F238E27FC236}">
                <a16:creationId xmlns:a16="http://schemas.microsoft.com/office/drawing/2014/main" id="{FDB4872E-1B9D-C5DC-EA68-50A8475BCA5D}"/>
              </a:ext>
            </a:extLst>
          </p:cNvPr>
          <p:cNvPicPr>
            <a:picLocks noChangeAspect="1"/>
          </p:cNvPicPr>
          <p:nvPr/>
        </p:nvPicPr>
        <p:blipFill>
          <a:blip r:embed="rId3"/>
          <a:stretch>
            <a:fillRect/>
          </a:stretch>
        </p:blipFill>
        <p:spPr>
          <a:xfrm>
            <a:off x="3520375" y="3429000"/>
            <a:ext cx="8322082" cy="3323680"/>
          </a:xfrm>
          <a:prstGeom prst="rect">
            <a:avLst/>
          </a:prstGeom>
        </p:spPr>
      </p:pic>
    </p:spTree>
    <p:extLst>
      <p:ext uri="{BB962C8B-B14F-4D97-AF65-F5344CB8AC3E}">
        <p14:creationId xmlns:p14="http://schemas.microsoft.com/office/powerpoint/2010/main" val="1444096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9CEC8-B885-2051-79D4-D15B24197F99}"/>
              </a:ext>
            </a:extLst>
          </p:cNvPr>
          <p:cNvSpPr>
            <a:spLocks noGrp="1"/>
          </p:cNvSpPr>
          <p:nvPr>
            <p:ph type="title"/>
          </p:nvPr>
        </p:nvSpPr>
        <p:spPr/>
        <p:txBody>
          <a:bodyPr/>
          <a:lstStyle/>
          <a:p>
            <a:r>
              <a:rPr lang="en-US" dirty="0"/>
              <a:t>So What?</a:t>
            </a:r>
            <a:endParaRPr lang="en-IN" dirty="0"/>
          </a:p>
        </p:txBody>
      </p:sp>
      <p:sp>
        <p:nvSpPr>
          <p:cNvPr id="3" name="Content Placeholder 2">
            <a:extLst>
              <a:ext uri="{FF2B5EF4-FFF2-40B4-BE49-F238E27FC236}">
                <a16:creationId xmlns:a16="http://schemas.microsoft.com/office/drawing/2014/main" id="{DD38EC46-1817-5DA3-91C1-1152D80126D0}"/>
              </a:ext>
            </a:extLst>
          </p:cNvPr>
          <p:cNvSpPr>
            <a:spLocks noGrp="1"/>
          </p:cNvSpPr>
          <p:nvPr>
            <p:ph idx="1"/>
          </p:nvPr>
        </p:nvSpPr>
        <p:spPr>
          <a:xfrm>
            <a:off x="520995" y="1089091"/>
            <a:ext cx="11100391" cy="4351338"/>
          </a:xfrm>
        </p:spPr>
        <p:txBody>
          <a:bodyPr>
            <a:normAutofit/>
          </a:bodyPr>
          <a:lstStyle/>
          <a:p>
            <a:r>
              <a:rPr lang="en-US" sz="2400" dirty="0"/>
              <a:t>Measuring the ultra low Z with low cost VNA and low-cost RF amp</a:t>
            </a:r>
          </a:p>
          <a:p>
            <a:r>
              <a:rPr lang="en-US" sz="2400" dirty="0"/>
              <a:t>Methodology for characterizing the RF amp for low Z measurement</a:t>
            </a:r>
            <a:endParaRPr lang="en-IN" sz="2400" dirty="0"/>
          </a:p>
        </p:txBody>
      </p:sp>
      <p:sp>
        <p:nvSpPr>
          <p:cNvPr id="4" name="Slide Number Placeholder 3">
            <a:extLst>
              <a:ext uri="{FF2B5EF4-FFF2-40B4-BE49-F238E27FC236}">
                <a16:creationId xmlns:a16="http://schemas.microsoft.com/office/drawing/2014/main" id="{17634FD9-1DB4-566C-0750-A1B582558B63}"/>
              </a:ext>
            </a:extLst>
          </p:cNvPr>
          <p:cNvSpPr>
            <a:spLocks noGrp="1"/>
          </p:cNvSpPr>
          <p:nvPr>
            <p:ph type="sldNum" sz="quarter" idx="12"/>
          </p:nvPr>
        </p:nvSpPr>
        <p:spPr/>
        <p:txBody>
          <a:bodyPr/>
          <a:lstStyle/>
          <a:p>
            <a:fld id="{028CE896-619B-44F9-BE7F-139D1400166E}" type="slidenum">
              <a:rPr lang="en-US" smtClean="0"/>
              <a:t>22</a:t>
            </a:fld>
            <a:endParaRPr lang="en-US"/>
          </a:p>
        </p:txBody>
      </p:sp>
    </p:spTree>
    <p:extLst>
      <p:ext uri="{BB962C8B-B14F-4D97-AF65-F5344CB8AC3E}">
        <p14:creationId xmlns:p14="http://schemas.microsoft.com/office/powerpoint/2010/main" val="1572917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E11D1-03C7-0C2F-75A9-2D0233B10E0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BB42EA0-FFAA-6DFD-3F7E-D2D69E19C6B5}"/>
              </a:ext>
            </a:extLst>
          </p:cNvPr>
          <p:cNvSpPr>
            <a:spLocks noGrp="1"/>
          </p:cNvSpPr>
          <p:nvPr>
            <p:ph type="sldNum" sz="quarter" idx="12"/>
          </p:nvPr>
        </p:nvSpPr>
        <p:spPr/>
        <p:txBody>
          <a:bodyPr/>
          <a:lstStyle/>
          <a:p>
            <a:fld id="{E31375A4-56A4-47D6-9801-1991572033F7}" type="slidenum">
              <a:rPr lang="en-US" smtClean="0"/>
              <a:t>23</a:t>
            </a:fld>
            <a:endParaRPr lang="en-US"/>
          </a:p>
        </p:txBody>
      </p:sp>
      <p:sp>
        <p:nvSpPr>
          <p:cNvPr id="6" name="Content Placeholder 5">
            <a:extLst>
              <a:ext uri="{FF2B5EF4-FFF2-40B4-BE49-F238E27FC236}">
                <a16:creationId xmlns:a16="http://schemas.microsoft.com/office/drawing/2014/main" id="{BA65FD5B-9AE7-66A8-84D2-92D7B43010A6}"/>
              </a:ext>
            </a:extLst>
          </p:cNvPr>
          <p:cNvSpPr>
            <a:spLocks noGrp="1"/>
          </p:cNvSpPr>
          <p:nvPr>
            <p:ph idx="1"/>
          </p:nvPr>
        </p:nvSpPr>
        <p:spPr>
          <a:xfrm>
            <a:off x="838200" y="2671199"/>
            <a:ext cx="10515600" cy="1267201"/>
          </a:xfrm>
        </p:spPr>
        <p:txBody>
          <a:bodyPr>
            <a:normAutofit/>
          </a:bodyPr>
          <a:lstStyle/>
          <a:p>
            <a:pPr marL="0" indent="0" algn="ctr">
              <a:buNone/>
            </a:pPr>
            <a:r>
              <a:rPr lang="en-US" sz="4000" dirty="0"/>
              <a:t>Questions?</a:t>
            </a:r>
          </a:p>
        </p:txBody>
      </p:sp>
    </p:spTree>
    <p:extLst>
      <p:ext uri="{BB962C8B-B14F-4D97-AF65-F5344CB8AC3E}">
        <p14:creationId xmlns:p14="http://schemas.microsoft.com/office/powerpoint/2010/main" val="3777563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157EB-059D-0EB7-E585-24667EA8E9D7}"/>
              </a:ext>
            </a:extLst>
          </p:cNvPr>
          <p:cNvSpPr>
            <a:spLocks noGrp="1"/>
          </p:cNvSpPr>
          <p:nvPr>
            <p:ph type="title"/>
          </p:nvPr>
        </p:nvSpPr>
        <p:spPr/>
        <p:txBody>
          <a:bodyPr/>
          <a:lstStyle/>
          <a:p>
            <a:r>
              <a:rPr lang="en-US" dirty="0"/>
              <a:t>Dummy</a:t>
            </a:r>
            <a:endParaRPr lang="en-IN" dirty="0"/>
          </a:p>
        </p:txBody>
      </p:sp>
      <p:sp>
        <p:nvSpPr>
          <p:cNvPr id="3" name="Content Placeholder 2">
            <a:extLst>
              <a:ext uri="{FF2B5EF4-FFF2-40B4-BE49-F238E27FC236}">
                <a16:creationId xmlns:a16="http://schemas.microsoft.com/office/drawing/2014/main" id="{17716670-9A6E-C2B6-1E73-CE3A4149DAC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F6196403-0D2B-845D-38CA-44687FD3AF7F}"/>
              </a:ext>
            </a:extLst>
          </p:cNvPr>
          <p:cNvSpPr>
            <a:spLocks noGrp="1"/>
          </p:cNvSpPr>
          <p:nvPr>
            <p:ph type="sldNum" sz="quarter" idx="12"/>
          </p:nvPr>
        </p:nvSpPr>
        <p:spPr/>
        <p:txBody>
          <a:bodyPr/>
          <a:lstStyle/>
          <a:p>
            <a:fld id="{028CE896-619B-44F9-BE7F-139D1400166E}" type="slidenum">
              <a:rPr lang="en-US" smtClean="0"/>
              <a:t>24</a:t>
            </a:fld>
            <a:endParaRPr lang="en-US"/>
          </a:p>
        </p:txBody>
      </p:sp>
    </p:spTree>
    <p:extLst>
      <p:ext uri="{BB962C8B-B14F-4D97-AF65-F5344CB8AC3E}">
        <p14:creationId xmlns:p14="http://schemas.microsoft.com/office/powerpoint/2010/main" val="23076859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0209A-39DB-D4B7-200A-FAD12B77FAF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DFBB07-D450-D0BD-8F16-50108F992C86}"/>
              </a:ext>
            </a:extLst>
          </p:cNvPr>
          <p:cNvSpPr>
            <a:spLocks noGrp="1"/>
          </p:cNvSpPr>
          <p:nvPr>
            <p:ph type="ctrTitle"/>
          </p:nvPr>
        </p:nvSpPr>
        <p:spPr>
          <a:xfrm>
            <a:off x="637954" y="779235"/>
            <a:ext cx="10480157" cy="2251044"/>
          </a:xfrm>
        </p:spPr>
        <p:txBody>
          <a:bodyPr>
            <a:normAutofit/>
          </a:bodyPr>
          <a:lstStyle/>
          <a:p>
            <a:r>
              <a:rPr lang="en-US" sz="4000" dirty="0">
                <a:highlight>
                  <a:srgbClr val="808080"/>
                </a:highlight>
              </a:rPr>
              <a:t>7.3.4</a:t>
            </a:r>
            <a:r>
              <a:rPr lang="en-US" sz="4000" dirty="0"/>
              <a:t> Using power amplifiers as high current buffers in low Z VNA measurements(Turbo VNA)</a:t>
            </a:r>
          </a:p>
        </p:txBody>
      </p:sp>
      <p:sp>
        <p:nvSpPr>
          <p:cNvPr id="6" name="Subtitle 5">
            <a:extLst>
              <a:ext uri="{FF2B5EF4-FFF2-40B4-BE49-F238E27FC236}">
                <a16:creationId xmlns:a16="http://schemas.microsoft.com/office/drawing/2014/main" id="{82A8FF57-3263-7284-5A0E-872EC7C1384F}"/>
              </a:ext>
            </a:extLst>
          </p:cNvPr>
          <p:cNvSpPr>
            <a:spLocks noGrp="1"/>
          </p:cNvSpPr>
          <p:nvPr>
            <p:ph type="subTitle" idx="1"/>
          </p:nvPr>
        </p:nvSpPr>
        <p:spPr>
          <a:xfrm>
            <a:off x="4359349" y="3827722"/>
            <a:ext cx="2821172" cy="1655762"/>
          </a:xfrm>
        </p:spPr>
        <p:txBody>
          <a:bodyPr/>
          <a:lstStyle/>
          <a:p>
            <a:r>
              <a:rPr lang="en-US" sz="2000" dirty="0"/>
              <a:t>Presented by:</a:t>
            </a:r>
          </a:p>
          <a:p>
            <a:r>
              <a:rPr lang="en-US" dirty="0"/>
              <a:t>Jithendra H S</a:t>
            </a:r>
          </a:p>
          <a:p>
            <a:r>
              <a:rPr lang="en-US" dirty="0"/>
              <a:t>3/26/2025</a:t>
            </a:r>
          </a:p>
        </p:txBody>
      </p:sp>
      <p:sp>
        <p:nvSpPr>
          <p:cNvPr id="4" name="Slide Number Placeholder 3">
            <a:extLst>
              <a:ext uri="{FF2B5EF4-FFF2-40B4-BE49-F238E27FC236}">
                <a16:creationId xmlns:a16="http://schemas.microsoft.com/office/drawing/2014/main" id="{F20CF65A-CE4F-26DA-E84D-47DE822B6C53}"/>
              </a:ext>
            </a:extLst>
          </p:cNvPr>
          <p:cNvSpPr>
            <a:spLocks noGrp="1"/>
          </p:cNvSpPr>
          <p:nvPr>
            <p:ph type="sldNum" sz="quarter" idx="12"/>
          </p:nvPr>
        </p:nvSpPr>
        <p:spPr/>
        <p:txBody>
          <a:bodyPr/>
          <a:lstStyle/>
          <a:p>
            <a:fld id="{028CE896-619B-44F9-BE7F-139D1400166E}" type="slidenum">
              <a:rPr lang="en-US" smtClean="0"/>
              <a:t>25</a:t>
            </a:fld>
            <a:endParaRPr lang="en-US"/>
          </a:p>
        </p:txBody>
      </p:sp>
    </p:spTree>
    <p:extLst>
      <p:ext uri="{BB962C8B-B14F-4D97-AF65-F5344CB8AC3E}">
        <p14:creationId xmlns:p14="http://schemas.microsoft.com/office/powerpoint/2010/main" val="2587879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B41D-F13F-5A4B-EB56-D16DE515283C}"/>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CE3CE68D-6211-DC75-3FCF-8F5259993B5E}"/>
              </a:ext>
            </a:extLst>
          </p:cNvPr>
          <p:cNvSpPr>
            <a:spLocks noGrp="1"/>
          </p:cNvSpPr>
          <p:nvPr>
            <p:ph idx="1"/>
          </p:nvPr>
        </p:nvSpPr>
        <p:spPr/>
        <p:txBody>
          <a:bodyPr/>
          <a:lstStyle/>
          <a:p>
            <a:r>
              <a:rPr lang="en-US" dirty="0"/>
              <a:t>Problem</a:t>
            </a:r>
          </a:p>
          <a:p>
            <a:r>
              <a:rPr lang="en-US" dirty="0"/>
              <a:t>Proposed Solution</a:t>
            </a:r>
          </a:p>
          <a:p>
            <a:r>
              <a:rPr lang="en-US" dirty="0"/>
              <a:t>About RF amplifier</a:t>
            </a:r>
          </a:p>
          <a:p>
            <a:r>
              <a:rPr lang="en-IN" dirty="0"/>
              <a:t>Measurement analysis</a:t>
            </a:r>
          </a:p>
          <a:p>
            <a:r>
              <a:rPr lang="en-IN" dirty="0"/>
              <a:t>Limitation</a:t>
            </a:r>
          </a:p>
        </p:txBody>
      </p:sp>
      <p:sp>
        <p:nvSpPr>
          <p:cNvPr id="4" name="Slide Number Placeholder 3">
            <a:extLst>
              <a:ext uri="{FF2B5EF4-FFF2-40B4-BE49-F238E27FC236}">
                <a16:creationId xmlns:a16="http://schemas.microsoft.com/office/drawing/2014/main" id="{829735F4-6876-A0AC-46B5-8AE7F8150F62}"/>
              </a:ext>
            </a:extLst>
          </p:cNvPr>
          <p:cNvSpPr>
            <a:spLocks noGrp="1"/>
          </p:cNvSpPr>
          <p:nvPr>
            <p:ph type="sldNum" sz="quarter" idx="12"/>
          </p:nvPr>
        </p:nvSpPr>
        <p:spPr/>
        <p:txBody>
          <a:bodyPr/>
          <a:lstStyle/>
          <a:p>
            <a:fld id="{028CE896-619B-44F9-BE7F-139D1400166E}" type="slidenum">
              <a:rPr lang="en-US" smtClean="0"/>
              <a:t>26</a:t>
            </a:fld>
            <a:endParaRPr lang="en-US"/>
          </a:p>
        </p:txBody>
      </p:sp>
    </p:spTree>
    <p:extLst>
      <p:ext uri="{BB962C8B-B14F-4D97-AF65-F5344CB8AC3E}">
        <p14:creationId xmlns:p14="http://schemas.microsoft.com/office/powerpoint/2010/main" val="3283730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E780-FDDE-5F21-872A-27C51E0AF225}"/>
              </a:ext>
            </a:extLst>
          </p:cNvPr>
          <p:cNvSpPr>
            <a:spLocks noGrp="1"/>
          </p:cNvSpPr>
          <p:nvPr>
            <p:ph type="title"/>
          </p:nvPr>
        </p:nvSpPr>
        <p:spPr/>
        <p:txBody>
          <a:bodyPr/>
          <a:lstStyle/>
          <a:p>
            <a:r>
              <a:rPr lang="en-US" dirty="0"/>
              <a:t>Problem</a:t>
            </a:r>
            <a:endParaRPr lang="en-IN" dirty="0"/>
          </a:p>
        </p:txBody>
      </p:sp>
      <p:pic>
        <p:nvPicPr>
          <p:cNvPr id="6" name="Content Placeholder 5">
            <a:extLst>
              <a:ext uri="{FF2B5EF4-FFF2-40B4-BE49-F238E27FC236}">
                <a16:creationId xmlns:a16="http://schemas.microsoft.com/office/drawing/2014/main" id="{B32DF115-B7DE-05E5-A631-8A0DAADED3DC}"/>
              </a:ext>
            </a:extLst>
          </p:cNvPr>
          <p:cNvPicPr>
            <a:picLocks noGrp="1" noChangeAspect="1"/>
          </p:cNvPicPr>
          <p:nvPr>
            <p:ph idx="1"/>
          </p:nvPr>
        </p:nvPicPr>
        <p:blipFill>
          <a:blip r:embed="rId2"/>
          <a:stretch>
            <a:fillRect/>
          </a:stretch>
        </p:blipFill>
        <p:spPr>
          <a:xfrm>
            <a:off x="309701" y="1979282"/>
            <a:ext cx="11572593" cy="3812676"/>
          </a:xfrm>
        </p:spPr>
      </p:pic>
      <p:sp>
        <p:nvSpPr>
          <p:cNvPr id="4" name="Slide Number Placeholder 3">
            <a:extLst>
              <a:ext uri="{FF2B5EF4-FFF2-40B4-BE49-F238E27FC236}">
                <a16:creationId xmlns:a16="http://schemas.microsoft.com/office/drawing/2014/main" id="{81AD24E2-7376-5016-3C63-BD80AE658593}"/>
              </a:ext>
            </a:extLst>
          </p:cNvPr>
          <p:cNvSpPr>
            <a:spLocks noGrp="1"/>
          </p:cNvSpPr>
          <p:nvPr>
            <p:ph type="sldNum" sz="quarter" idx="12"/>
          </p:nvPr>
        </p:nvSpPr>
        <p:spPr/>
        <p:txBody>
          <a:bodyPr/>
          <a:lstStyle/>
          <a:p>
            <a:fld id="{028CE896-619B-44F9-BE7F-139D1400166E}" type="slidenum">
              <a:rPr lang="en-US" smtClean="0"/>
              <a:t>27</a:t>
            </a:fld>
            <a:endParaRPr lang="en-US"/>
          </a:p>
        </p:txBody>
      </p:sp>
      <p:sp>
        <p:nvSpPr>
          <p:cNvPr id="7" name="TextBox 6">
            <a:extLst>
              <a:ext uri="{FF2B5EF4-FFF2-40B4-BE49-F238E27FC236}">
                <a16:creationId xmlns:a16="http://schemas.microsoft.com/office/drawing/2014/main" id="{F82E10BA-63B8-9BD6-6E86-E580DD353B9F}"/>
              </a:ext>
            </a:extLst>
          </p:cNvPr>
          <p:cNvSpPr txBox="1"/>
          <p:nvPr/>
        </p:nvSpPr>
        <p:spPr>
          <a:xfrm>
            <a:off x="776175" y="5791958"/>
            <a:ext cx="2220673" cy="369332"/>
          </a:xfrm>
          <a:prstGeom prst="rect">
            <a:avLst/>
          </a:prstGeom>
          <a:noFill/>
        </p:spPr>
        <p:txBody>
          <a:bodyPr wrap="none" rtlCol="0">
            <a:spAutoFit/>
          </a:bodyPr>
          <a:lstStyle/>
          <a:p>
            <a:r>
              <a:rPr lang="en-US" dirty="0">
                <a:highlight>
                  <a:srgbClr val="FFFF00"/>
                </a:highlight>
              </a:rPr>
              <a:t>*Simulated using ADS</a:t>
            </a:r>
            <a:endParaRPr lang="en-IN" dirty="0">
              <a:highlight>
                <a:srgbClr val="FFFF00"/>
              </a:highlight>
            </a:endParaRPr>
          </a:p>
        </p:txBody>
      </p:sp>
      <p:sp>
        <p:nvSpPr>
          <p:cNvPr id="8" name="TextBox 7">
            <a:extLst>
              <a:ext uri="{FF2B5EF4-FFF2-40B4-BE49-F238E27FC236}">
                <a16:creationId xmlns:a16="http://schemas.microsoft.com/office/drawing/2014/main" id="{63168C29-44AD-1DF6-495B-78EFA3EBF384}"/>
              </a:ext>
            </a:extLst>
          </p:cNvPr>
          <p:cNvSpPr txBox="1"/>
          <p:nvPr/>
        </p:nvSpPr>
        <p:spPr>
          <a:xfrm>
            <a:off x="1776379" y="3616257"/>
            <a:ext cx="2440939" cy="369332"/>
          </a:xfrm>
          <a:prstGeom prst="rect">
            <a:avLst/>
          </a:prstGeom>
          <a:noFill/>
        </p:spPr>
        <p:txBody>
          <a:bodyPr wrap="square" rtlCol="0">
            <a:spAutoFit/>
          </a:bodyPr>
          <a:lstStyle/>
          <a:p>
            <a:r>
              <a:rPr lang="en-US" dirty="0">
                <a:solidFill>
                  <a:srgbClr val="0000FF"/>
                </a:solidFill>
              </a:rPr>
              <a:t>-100dB VNA Noise floor</a:t>
            </a:r>
            <a:endParaRPr lang="en-IN" dirty="0">
              <a:solidFill>
                <a:srgbClr val="0000FF"/>
              </a:solidFill>
            </a:endParaRPr>
          </a:p>
        </p:txBody>
      </p:sp>
      <p:sp>
        <p:nvSpPr>
          <p:cNvPr id="9" name="TextBox 8">
            <a:extLst>
              <a:ext uri="{FF2B5EF4-FFF2-40B4-BE49-F238E27FC236}">
                <a16:creationId xmlns:a16="http://schemas.microsoft.com/office/drawing/2014/main" id="{BF21E117-5146-3636-3187-D0DF0681FEB6}"/>
              </a:ext>
            </a:extLst>
          </p:cNvPr>
          <p:cNvSpPr txBox="1"/>
          <p:nvPr/>
        </p:nvSpPr>
        <p:spPr>
          <a:xfrm>
            <a:off x="2061027" y="4120126"/>
            <a:ext cx="1385507" cy="369332"/>
          </a:xfrm>
          <a:prstGeom prst="rect">
            <a:avLst/>
          </a:prstGeom>
          <a:noFill/>
        </p:spPr>
        <p:txBody>
          <a:bodyPr wrap="square" rtlCol="0">
            <a:spAutoFit/>
          </a:bodyPr>
          <a:lstStyle/>
          <a:p>
            <a:r>
              <a:rPr lang="en-US" dirty="0">
                <a:solidFill>
                  <a:srgbClr val="FF0000"/>
                </a:solidFill>
              </a:rPr>
              <a:t>Via response</a:t>
            </a:r>
            <a:endParaRPr lang="en-IN" dirty="0">
              <a:solidFill>
                <a:srgbClr val="FF0000"/>
              </a:solidFill>
            </a:endParaRPr>
          </a:p>
        </p:txBody>
      </p:sp>
      <p:sp>
        <p:nvSpPr>
          <p:cNvPr id="10" name="TextBox 9">
            <a:extLst>
              <a:ext uri="{FF2B5EF4-FFF2-40B4-BE49-F238E27FC236}">
                <a16:creationId xmlns:a16="http://schemas.microsoft.com/office/drawing/2014/main" id="{3612229B-289D-2CC1-9B4F-F946E7598B2D}"/>
              </a:ext>
            </a:extLst>
          </p:cNvPr>
          <p:cNvSpPr txBox="1"/>
          <p:nvPr/>
        </p:nvSpPr>
        <p:spPr>
          <a:xfrm>
            <a:off x="9165265" y="2817627"/>
            <a:ext cx="184731" cy="369332"/>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id="{2641D69D-4A7B-D75F-8726-6CA8C7D8F417}"/>
              </a:ext>
            </a:extLst>
          </p:cNvPr>
          <p:cNvSpPr txBox="1"/>
          <p:nvPr/>
        </p:nvSpPr>
        <p:spPr>
          <a:xfrm>
            <a:off x="8080610" y="3400407"/>
            <a:ext cx="1236236" cy="369332"/>
          </a:xfrm>
          <a:prstGeom prst="rect">
            <a:avLst/>
          </a:prstGeom>
          <a:noFill/>
        </p:spPr>
        <p:txBody>
          <a:bodyPr wrap="none" rtlCol="0">
            <a:spAutoFit/>
          </a:bodyPr>
          <a:lstStyle/>
          <a:p>
            <a:r>
              <a:rPr lang="en-US" dirty="0">
                <a:solidFill>
                  <a:srgbClr val="0000FF"/>
                </a:solidFill>
              </a:rPr>
              <a:t>Min 250u</a:t>
            </a:r>
            <a:r>
              <a:rPr lang="el-GR" dirty="0">
                <a:solidFill>
                  <a:srgbClr val="0000FF"/>
                </a:solidFill>
              </a:rPr>
              <a:t>Ω</a:t>
            </a:r>
            <a:endParaRPr lang="en-IN" dirty="0">
              <a:solidFill>
                <a:srgbClr val="0000FF"/>
              </a:solidFill>
            </a:endParaRPr>
          </a:p>
        </p:txBody>
      </p:sp>
      <p:sp>
        <p:nvSpPr>
          <p:cNvPr id="12" name="TextBox 11">
            <a:extLst>
              <a:ext uri="{FF2B5EF4-FFF2-40B4-BE49-F238E27FC236}">
                <a16:creationId xmlns:a16="http://schemas.microsoft.com/office/drawing/2014/main" id="{12C8EAEA-B7D9-C584-2BBC-529E09DD44A7}"/>
              </a:ext>
            </a:extLst>
          </p:cNvPr>
          <p:cNvSpPr txBox="1"/>
          <p:nvPr/>
        </p:nvSpPr>
        <p:spPr>
          <a:xfrm>
            <a:off x="7576320" y="3887371"/>
            <a:ext cx="2037353" cy="369332"/>
          </a:xfrm>
          <a:prstGeom prst="rect">
            <a:avLst/>
          </a:prstGeom>
          <a:noFill/>
        </p:spPr>
        <p:txBody>
          <a:bodyPr wrap="none" rtlCol="0">
            <a:spAutoFit/>
          </a:bodyPr>
          <a:lstStyle/>
          <a:p>
            <a:r>
              <a:rPr lang="en-US" dirty="0">
                <a:solidFill>
                  <a:srgbClr val="FF0000"/>
                </a:solidFill>
              </a:rPr>
              <a:t>Via resistance 75u</a:t>
            </a:r>
            <a:r>
              <a:rPr lang="el-GR" dirty="0">
                <a:solidFill>
                  <a:srgbClr val="FF0000"/>
                </a:solidFill>
              </a:rPr>
              <a:t>Ω</a:t>
            </a:r>
            <a:endParaRPr lang="en-IN" dirty="0">
              <a:solidFill>
                <a:srgbClr val="FF0000"/>
              </a:solidFill>
            </a:endParaRPr>
          </a:p>
        </p:txBody>
      </p:sp>
      <p:pic>
        <p:nvPicPr>
          <p:cNvPr id="3" name="Picture 2">
            <a:extLst>
              <a:ext uri="{FF2B5EF4-FFF2-40B4-BE49-F238E27FC236}">
                <a16:creationId xmlns:a16="http://schemas.microsoft.com/office/drawing/2014/main" id="{924D0FEC-90C5-3088-8380-133CE5D0F9EA}"/>
              </a:ext>
            </a:extLst>
          </p:cNvPr>
          <p:cNvPicPr>
            <a:picLocks noChangeAspect="1"/>
          </p:cNvPicPr>
          <p:nvPr/>
        </p:nvPicPr>
        <p:blipFill>
          <a:blip r:embed="rId3"/>
          <a:stretch>
            <a:fillRect/>
          </a:stretch>
        </p:blipFill>
        <p:spPr>
          <a:xfrm>
            <a:off x="1776379" y="867265"/>
            <a:ext cx="3221865" cy="954147"/>
          </a:xfrm>
          <a:prstGeom prst="rect">
            <a:avLst/>
          </a:prstGeom>
        </p:spPr>
      </p:pic>
      <p:pic>
        <p:nvPicPr>
          <p:cNvPr id="5" name="Picture 4">
            <a:extLst>
              <a:ext uri="{FF2B5EF4-FFF2-40B4-BE49-F238E27FC236}">
                <a16:creationId xmlns:a16="http://schemas.microsoft.com/office/drawing/2014/main" id="{52D0A9B7-B8B7-9113-17DF-1DE21CE4FEFA}"/>
              </a:ext>
            </a:extLst>
          </p:cNvPr>
          <p:cNvPicPr>
            <a:picLocks noChangeAspect="1"/>
          </p:cNvPicPr>
          <p:nvPr/>
        </p:nvPicPr>
        <p:blipFill>
          <a:blip r:embed="rId4"/>
          <a:stretch>
            <a:fillRect/>
          </a:stretch>
        </p:blipFill>
        <p:spPr>
          <a:xfrm>
            <a:off x="7852186" y="926849"/>
            <a:ext cx="2276475" cy="800100"/>
          </a:xfrm>
          <a:prstGeom prst="rect">
            <a:avLst/>
          </a:prstGeom>
        </p:spPr>
      </p:pic>
    </p:spTree>
    <p:extLst>
      <p:ext uri="{BB962C8B-B14F-4D97-AF65-F5344CB8AC3E}">
        <p14:creationId xmlns:p14="http://schemas.microsoft.com/office/powerpoint/2010/main" val="261291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57DB8-AB85-029B-BDF4-863EAD892A32}"/>
              </a:ext>
            </a:extLst>
          </p:cNvPr>
          <p:cNvSpPr>
            <a:spLocks noGrp="1"/>
          </p:cNvSpPr>
          <p:nvPr>
            <p:ph type="title"/>
          </p:nvPr>
        </p:nvSpPr>
        <p:spPr/>
        <p:txBody>
          <a:bodyPr/>
          <a:lstStyle/>
          <a:p>
            <a:r>
              <a:rPr lang="en-US" dirty="0"/>
              <a:t>Solution</a:t>
            </a:r>
            <a:endParaRPr lang="en-IN" dirty="0"/>
          </a:p>
        </p:txBody>
      </p:sp>
      <p:sp>
        <p:nvSpPr>
          <p:cNvPr id="4" name="Slide Number Placeholder 3">
            <a:extLst>
              <a:ext uri="{FF2B5EF4-FFF2-40B4-BE49-F238E27FC236}">
                <a16:creationId xmlns:a16="http://schemas.microsoft.com/office/drawing/2014/main" id="{0F28DF64-744D-5E66-F906-DBD23E29F69B}"/>
              </a:ext>
            </a:extLst>
          </p:cNvPr>
          <p:cNvSpPr>
            <a:spLocks noGrp="1"/>
          </p:cNvSpPr>
          <p:nvPr>
            <p:ph type="sldNum" sz="quarter" idx="12"/>
          </p:nvPr>
        </p:nvSpPr>
        <p:spPr/>
        <p:txBody>
          <a:bodyPr/>
          <a:lstStyle/>
          <a:p>
            <a:fld id="{028CE896-619B-44F9-BE7F-139D1400166E}" type="slidenum">
              <a:rPr lang="en-US" smtClean="0"/>
              <a:t>28</a:t>
            </a:fld>
            <a:endParaRPr lang="en-US"/>
          </a:p>
        </p:txBody>
      </p:sp>
      <p:pic>
        <p:nvPicPr>
          <p:cNvPr id="6" name="Picture 5">
            <a:extLst>
              <a:ext uri="{FF2B5EF4-FFF2-40B4-BE49-F238E27FC236}">
                <a16:creationId xmlns:a16="http://schemas.microsoft.com/office/drawing/2014/main" id="{22C2773D-5F56-B332-8863-EA5061FF942F}"/>
              </a:ext>
            </a:extLst>
          </p:cNvPr>
          <p:cNvPicPr>
            <a:picLocks noChangeAspect="1"/>
          </p:cNvPicPr>
          <p:nvPr/>
        </p:nvPicPr>
        <p:blipFill>
          <a:blip r:embed="rId2"/>
          <a:stretch>
            <a:fillRect/>
          </a:stretch>
        </p:blipFill>
        <p:spPr>
          <a:xfrm rot="5400000">
            <a:off x="-182767" y="1298498"/>
            <a:ext cx="3807146" cy="3441611"/>
          </a:xfrm>
          <a:prstGeom prst="rect">
            <a:avLst/>
          </a:prstGeom>
        </p:spPr>
      </p:pic>
      <p:pic>
        <p:nvPicPr>
          <p:cNvPr id="8" name="Picture 7">
            <a:extLst>
              <a:ext uri="{FF2B5EF4-FFF2-40B4-BE49-F238E27FC236}">
                <a16:creationId xmlns:a16="http://schemas.microsoft.com/office/drawing/2014/main" id="{2F6E6030-A659-5F6A-4B54-DEF68C96CE8A}"/>
              </a:ext>
            </a:extLst>
          </p:cNvPr>
          <p:cNvPicPr>
            <a:picLocks noChangeAspect="1"/>
          </p:cNvPicPr>
          <p:nvPr/>
        </p:nvPicPr>
        <p:blipFill>
          <a:blip r:embed="rId3"/>
          <a:stretch>
            <a:fillRect/>
          </a:stretch>
        </p:blipFill>
        <p:spPr>
          <a:xfrm rot="5400000">
            <a:off x="8502977" y="1233857"/>
            <a:ext cx="3807147" cy="3570894"/>
          </a:xfrm>
          <a:prstGeom prst="rect">
            <a:avLst/>
          </a:prstGeom>
        </p:spPr>
      </p:pic>
      <p:pic>
        <p:nvPicPr>
          <p:cNvPr id="10" name="Picture 9">
            <a:extLst>
              <a:ext uri="{FF2B5EF4-FFF2-40B4-BE49-F238E27FC236}">
                <a16:creationId xmlns:a16="http://schemas.microsoft.com/office/drawing/2014/main" id="{49EE28A6-7D3E-46A8-4E69-C5EDF0B8DB6E}"/>
              </a:ext>
            </a:extLst>
          </p:cNvPr>
          <p:cNvPicPr>
            <a:picLocks noChangeAspect="1"/>
          </p:cNvPicPr>
          <p:nvPr/>
        </p:nvPicPr>
        <p:blipFill>
          <a:blip r:embed="rId4"/>
          <a:stretch>
            <a:fillRect/>
          </a:stretch>
        </p:blipFill>
        <p:spPr>
          <a:xfrm>
            <a:off x="3570898" y="829340"/>
            <a:ext cx="4945781" cy="5252483"/>
          </a:xfrm>
          <a:prstGeom prst="rect">
            <a:avLst/>
          </a:prstGeom>
        </p:spPr>
      </p:pic>
      <p:sp>
        <p:nvSpPr>
          <p:cNvPr id="12" name="TextBox 11">
            <a:extLst>
              <a:ext uri="{FF2B5EF4-FFF2-40B4-BE49-F238E27FC236}">
                <a16:creationId xmlns:a16="http://schemas.microsoft.com/office/drawing/2014/main" id="{A4EE2A5A-4E14-36D7-824F-5C018E1EB375}"/>
              </a:ext>
            </a:extLst>
          </p:cNvPr>
          <p:cNvSpPr txBox="1"/>
          <p:nvPr/>
        </p:nvSpPr>
        <p:spPr>
          <a:xfrm>
            <a:off x="4714772" y="1541720"/>
            <a:ext cx="2440939" cy="338554"/>
          </a:xfrm>
          <a:prstGeom prst="rect">
            <a:avLst/>
          </a:prstGeom>
          <a:noFill/>
        </p:spPr>
        <p:txBody>
          <a:bodyPr wrap="square" rtlCol="0">
            <a:spAutoFit/>
          </a:bodyPr>
          <a:lstStyle/>
          <a:p>
            <a:r>
              <a:rPr lang="en-US" sz="1600" dirty="0">
                <a:solidFill>
                  <a:srgbClr val="0000FF"/>
                </a:solidFill>
              </a:rPr>
              <a:t>-100dB VNA Noise floor</a:t>
            </a:r>
            <a:endParaRPr lang="en-IN" sz="1600" dirty="0">
              <a:solidFill>
                <a:srgbClr val="0000FF"/>
              </a:solidFill>
            </a:endParaRPr>
          </a:p>
        </p:txBody>
      </p:sp>
      <p:sp>
        <p:nvSpPr>
          <p:cNvPr id="13" name="TextBox 12">
            <a:extLst>
              <a:ext uri="{FF2B5EF4-FFF2-40B4-BE49-F238E27FC236}">
                <a16:creationId xmlns:a16="http://schemas.microsoft.com/office/drawing/2014/main" id="{E1B34FCE-4831-D50D-BAF6-B38670D4AAC7}"/>
              </a:ext>
            </a:extLst>
          </p:cNvPr>
          <p:cNvSpPr txBox="1"/>
          <p:nvPr/>
        </p:nvSpPr>
        <p:spPr>
          <a:xfrm>
            <a:off x="4898440" y="1880274"/>
            <a:ext cx="1385507" cy="338554"/>
          </a:xfrm>
          <a:prstGeom prst="rect">
            <a:avLst/>
          </a:prstGeom>
          <a:noFill/>
        </p:spPr>
        <p:txBody>
          <a:bodyPr wrap="square" rtlCol="0">
            <a:spAutoFit/>
          </a:bodyPr>
          <a:lstStyle/>
          <a:p>
            <a:r>
              <a:rPr lang="en-US" sz="1600" dirty="0">
                <a:solidFill>
                  <a:srgbClr val="FF0000"/>
                </a:solidFill>
              </a:rPr>
              <a:t>Via response</a:t>
            </a:r>
            <a:endParaRPr lang="en-IN" sz="1600" dirty="0">
              <a:solidFill>
                <a:srgbClr val="FF0000"/>
              </a:solidFill>
            </a:endParaRPr>
          </a:p>
        </p:txBody>
      </p:sp>
      <p:sp>
        <p:nvSpPr>
          <p:cNvPr id="14" name="TextBox 13">
            <a:extLst>
              <a:ext uri="{FF2B5EF4-FFF2-40B4-BE49-F238E27FC236}">
                <a16:creationId xmlns:a16="http://schemas.microsoft.com/office/drawing/2014/main" id="{3EDC22DF-7DFD-7603-4F10-E7869C43DBD7}"/>
              </a:ext>
            </a:extLst>
          </p:cNvPr>
          <p:cNvSpPr txBox="1"/>
          <p:nvPr/>
        </p:nvSpPr>
        <p:spPr>
          <a:xfrm>
            <a:off x="4714772" y="2323701"/>
            <a:ext cx="2770549" cy="338554"/>
          </a:xfrm>
          <a:prstGeom prst="rect">
            <a:avLst/>
          </a:prstGeom>
          <a:noFill/>
        </p:spPr>
        <p:txBody>
          <a:bodyPr wrap="square" rtlCol="0">
            <a:spAutoFit/>
          </a:bodyPr>
          <a:lstStyle/>
          <a:p>
            <a:r>
              <a:rPr lang="en-US" sz="1600" dirty="0">
                <a:solidFill>
                  <a:srgbClr val="EE12CF"/>
                </a:solidFill>
              </a:rPr>
              <a:t>-130dB TURBO VNA Noise floor</a:t>
            </a:r>
            <a:endParaRPr lang="en-IN" sz="1600" dirty="0">
              <a:solidFill>
                <a:srgbClr val="EE12CF"/>
              </a:solidFill>
            </a:endParaRPr>
          </a:p>
        </p:txBody>
      </p:sp>
      <p:sp>
        <p:nvSpPr>
          <p:cNvPr id="15" name="TextBox 14">
            <a:extLst>
              <a:ext uri="{FF2B5EF4-FFF2-40B4-BE49-F238E27FC236}">
                <a16:creationId xmlns:a16="http://schemas.microsoft.com/office/drawing/2014/main" id="{E02402DC-A686-7613-8912-94348EEE2ECA}"/>
              </a:ext>
            </a:extLst>
          </p:cNvPr>
          <p:cNvSpPr txBox="1"/>
          <p:nvPr/>
        </p:nvSpPr>
        <p:spPr>
          <a:xfrm>
            <a:off x="5156656" y="4011080"/>
            <a:ext cx="1116011" cy="338554"/>
          </a:xfrm>
          <a:prstGeom prst="rect">
            <a:avLst/>
          </a:prstGeom>
          <a:noFill/>
        </p:spPr>
        <p:txBody>
          <a:bodyPr wrap="none" rtlCol="0">
            <a:spAutoFit/>
          </a:bodyPr>
          <a:lstStyle/>
          <a:p>
            <a:r>
              <a:rPr lang="en-US" sz="1600" dirty="0">
                <a:solidFill>
                  <a:srgbClr val="0000FF"/>
                </a:solidFill>
              </a:rPr>
              <a:t>Min 250u</a:t>
            </a:r>
            <a:r>
              <a:rPr lang="el-GR" sz="1600" dirty="0">
                <a:solidFill>
                  <a:srgbClr val="0000FF"/>
                </a:solidFill>
              </a:rPr>
              <a:t>Ω</a:t>
            </a:r>
            <a:endParaRPr lang="en-IN" sz="1600" dirty="0">
              <a:solidFill>
                <a:srgbClr val="0000FF"/>
              </a:solidFill>
            </a:endParaRPr>
          </a:p>
        </p:txBody>
      </p:sp>
      <p:sp>
        <p:nvSpPr>
          <p:cNvPr id="16" name="TextBox 15">
            <a:extLst>
              <a:ext uri="{FF2B5EF4-FFF2-40B4-BE49-F238E27FC236}">
                <a16:creationId xmlns:a16="http://schemas.microsoft.com/office/drawing/2014/main" id="{7C22FE48-6CF8-8B5B-0C1C-44EE4333C3E5}"/>
              </a:ext>
            </a:extLst>
          </p:cNvPr>
          <p:cNvSpPr txBox="1"/>
          <p:nvPr/>
        </p:nvSpPr>
        <p:spPr>
          <a:xfrm>
            <a:off x="4711053" y="4349634"/>
            <a:ext cx="1828257" cy="338554"/>
          </a:xfrm>
          <a:prstGeom prst="rect">
            <a:avLst/>
          </a:prstGeom>
          <a:noFill/>
        </p:spPr>
        <p:txBody>
          <a:bodyPr wrap="none" rtlCol="0">
            <a:spAutoFit/>
          </a:bodyPr>
          <a:lstStyle/>
          <a:p>
            <a:r>
              <a:rPr lang="en-US" sz="1600" dirty="0">
                <a:solidFill>
                  <a:srgbClr val="FF0000"/>
                </a:solidFill>
              </a:rPr>
              <a:t>Via resistance 75u</a:t>
            </a:r>
            <a:r>
              <a:rPr lang="el-GR" sz="1600" dirty="0">
                <a:solidFill>
                  <a:srgbClr val="FF0000"/>
                </a:solidFill>
              </a:rPr>
              <a:t>Ω</a:t>
            </a:r>
            <a:endParaRPr lang="en-IN" sz="1600" dirty="0">
              <a:solidFill>
                <a:srgbClr val="FF0000"/>
              </a:solidFill>
            </a:endParaRPr>
          </a:p>
        </p:txBody>
      </p:sp>
      <p:sp>
        <p:nvSpPr>
          <p:cNvPr id="17" name="TextBox 16">
            <a:extLst>
              <a:ext uri="{FF2B5EF4-FFF2-40B4-BE49-F238E27FC236}">
                <a16:creationId xmlns:a16="http://schemas.microsoft.com/office/drawing/2014/main" id="{4ED4B959-FBC8-9D99-ADE5-31D702F74DA7}"/>
              </a:ext>
            </a:extLst>
          </p:cNvPr>
          <p:cNvSpPr txBox="1"/>
          <p:nvPr/>
        </p:nvSpPr>
        <p:spPr>
          <a:xfrm>
            <a:off x="4711053" y="4738211"/>
            <a:ext cx="2730363" cy="338554"/>
          </a:xfrm>
          <a:prstGeom prst="rect">
            <a:avLst/>
          </a:prstGeom>
          <a:noFill/>
        </p:spPr>
        <p:txBody>
          <a:bodyPr wrap="none" rtlCol="0">
            <a:spAutoFit/>
          </a:bodyPr>
          <a:lstStyle/>
          <a:p>
            <a:r>
              <a:rPr lang="en-US" sz="1600" dirty="0">
                <a:solidFill>
                  <a:srgbClr val="EE12CF"/>
                </a:solidFill>
              </a:rPr>
              <a:t>Extended resistance up to 8u</a:t>
            </a:r>
            <a:r>
              <a:rPr lang="el-GR" sz="1600" dirty="0">
                <a:solidFill>
                  <a:srgbClr val="EE12CF"/>
                </a:solidFill>
              </a:rPr>
              <a:t>Ω</a:t>
            </a:r>
            <a:endParaRPr lang="en-IN" sz="1600" dirty="0">
              <a:solidFill>
                <a:srgbClr val="EE12CF"/>
              </a:solidFill>
            </a:endParaRPr>
          </a:p>
        </p:txBody>
      </p:sp>
      <p:sp>
        <p:nvSpPr>
          <p:cNvPr id="3" name="TextBox 2">
            <a:extLst>
              <a:ext uri="{FF2B5EF4-FFF2-40B4-BE49-F238E27FC236}">
                <a16:creationId xmlns:a16="http://schemas.microsoft.com/office/drawing/2014/main" id="{2DF6DA47-681C-E638-D6EC-250635805F82}"/>
              </a:ext>
            </a:extLst>
          </p:cNvPr>
          <p:cNvSpPr txBox="1"/>
          <p:nvPr/>
        </p:nvSpPr>
        <p:spPr>
          <a:xfrm>
            <a:off x="833049" y="3244334"/>
            <a:ext cx="2141317" cy="369332"/>
          </a:xfrm>
          <a:prstGeom prst="rect">
            <a:avLst/>
          </a:prstGeom>
          <a:noFill/>
        </p:spPr>
        <p:txBody>
          <a:bodyPr wrap="square" rtlCol="0">
            <a:spAutoFit/>
          </a:bodyPr>
          <a:lstStyle/>
          <a:p>
            <a:r>
              <a:rPr lang="en-US" dirty="0">
                <a:solidFill>
                  <a:srgbClr val="0000FF"/>
                </a:solidFill>
                <a:highlight>
                  <a:srgbClr val="C0C0C0"/>
                </a:highlight>
              </a:rPr>
              <a:t>Normal VNA setup</a:t>
            </a:r>
            <a:endParaRPr lang="en-IN" dirty="0">
              <a:solidFill>
                <a:srgbClr val="0000FF"/>
              </a:solidFill>
              <a:highlight>
                <a:srgbClr val="C0C0C0"/>
              </a:highlight>
            </a:endParaRPr>
          </a:p>
        </p:txBody>
      </p:sp>
      <p:sp>
        <p:nvSpPr>
          <p:cNvPr id="5" name="TextBox 4">
            <a:extLst>
              <a:ext uri="{FF2B5EF4-FFF2-40B4-BE49-F238E27FC236}">
                <a16:creationId xmlns:a16="http://schemas.microsoft.com/office/drawing/2014/main" id="{BBC1402B-7C80-767D-8413-AFADFB31D21C}"/>
              </a:ext>
            </a:extLst>
          </p:cNvPr>
          <p:cNvSpPr txBox="1"/>
          <p:nvPr/>
        </p:nvSpPr>
        <p:spPr>
          <a:xfrm>
            <a:off x="9463213" y="3087476"/>
            <a:ext cx="2141317" cy="369332"/>
          </a:xfrm>
          <a:prstGeom prst="rect">
            <a:avLst/>
          </a:prstGeom>
          <a:noFill/>
        </p:spPr>
        <p:txBody>
          <a:bodyPr wrap="square" rtlCol="0">
            <a:spAutoFit/>
          </a:bodyPr>
          <a:lstStyle/>
          <a:p>
            <a:r>
              <a:rPr lang="en-US" dirty="0">
                <a:solidFill>
                  <a:srgbClr val="FF0000"/>
                </a:solidFill>
                <a:highlight>
                  <a:srgbClr val="C0C0C0"/>
                </a:highlight>
              </a:rPr>
              <a:t>Turbo VNA setup</a:t>
            </a:r>
            <a:endParaRPr lang="en-IN" dirty="0">
              <a:solidFill>
                <a:srgbClr val="FF0000"/>
              </a:solidFill>
              <a:highlight>
                <a:srgbClr val="C0C0C0"/>
              </a:highlight>
            </a:endParaRPr>
          </a:p>
        </p:txBody>
      </p:sp>
      <p:pic>
        <p:nvPicPr>
          <p:cNvPr id="9" name="Picture 8">
            <a:extLst>
              <a:ext uri="{FF2B5EF4-FFF2-40B4-BE49-F238E27FC236}">
                <a16:creationId xmlns:a16="http://schemas.microsoft.com/office/drawing/2014/main" id="{881D3359-23C3-DB8D-1817-F2673FB34534}"/>
              </a:ext>
            </a:extLst>
          </p:cNvPr>
          <p:cNvPicPr>
            <a:picLocks noChangeAspect="1"/>
          </p:cNvPicPr>
          <p:nvPr/>
        </p:nvPicPr>
        <p:blipFill>
          <a:blip r:embed="rId5"/>
          <a:stretch>
            <a:fillRect/>
          </a:stretch>
        </p:blipFill>
        <p:spPr>
          <a:xfrm rot="5400000">
            <a:off x="9845207" y="4449282"/>
            <a:ext cx="1122686" cy="2142396"/>
          </a:xfrm>
          <a:prstGeom prst="rect">
            <a:avLst/>
          </a:prstGeom>
        </p:spPr>
      </p:pic>
    </p:spTree>
    <p:extLst>
      <p:ext uri="{BB962C8B-B14F-4D97-AF65-F5344CB8AC3E}">
        <p14:creationId xmlns:p14="http://schemas.microsoft.com/office/powerpoint/2010/main" val="2408266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9CCA9-5840-CAAF-DA54-A3AF311BDA0E}"/>
              </a:ext>
            </a:extLst>
          </p:cNvPr>
          <p:cNvSpPr>
            <a:spLocks noGrp="1"/>
          </p:cNvSpPr>
          <p:nvPr>
            <p:ph type="title"/>
          </p:nvPr>
        </p:nvSpPr>
        <p:spPr/>
        <p:txBody>
          <a:bodyPr/>
          <a:lstStyle/>
          <a:p>
            <a:r>
              <a:rPr lang="en-US" dirty="0"/>
              <a:t>RF amp Improvements</a:t>
            </a:r>
            <a:endParaRPr lang="en-IN" dirty="0"/>
          </a:p>
        </p:txBody>
      </p:sp>
      <p:sp>
        <p:nvSpPr>
          <p:cNvPr id="4" name="Slide Number Placeholder 3">
            <a:extLst>
              <a:ext uri="{FF2B5EF4-FFF2-40B4-BE49-F238E27FC236}">
                <a16:creationId xmlns:a16="http://schemas.microsoft.com/office/drawing/2014/main" id="{C972A29B-86C7-EED9-BF22-C04AFDD0D724}"/>
              </a:ext>
            </a:extLst>
          </p:cNvPr>
          <p:cNvSpPr>
            <a:spLocks noGrp="1"/>
          </p:cNvSpPr>
          <p:nvPr>
            <p:ph type="sldNum" sz="quarter" idx="12"/>
          </p:nvPr>
        </p:nvSpPr>
        <p:spPr/>
        <p:txBody>
          <a:bodyPr/>
          <a:lstStyle/>
          <a:p>
            <a:fld id="{028CE896-619B-44F9-BE7F-139D1400166E}" type="slidenum">
              <a:rPr lang="en-US" smtClean="0"/>
              <a:t>29</a:t>
            </a:fld>
            <a:endParaRPr lang="en-US"/>
          </a:p>
        </p:txBody>
      </p:sp>
      <p:pic>
        <p:nvPicPr>
          <p:cNvPr id="5" name="Picture 4">
            <a:extLst>
              <a:ext uri="{FF2B5EF4-FFF2-40B4-BE49-F238E27FC236}">
                <a16:creationId xmlns:a16="http://schemas.microsoft.com/office/drawing/2014/main" id="{B4EE3155-AEC4-F1D2-E296-8511C36DCEB9}"/>
              </a:ext>
            </a:extLst>
          </p:cNvPr>
          <p:cNvPicPr>
            <a:picLocks noChangeAspect="1"/>
          </p:cNvPicPr>
          <p:nvPr/>
        </p:nvPicPr>
        <p:blipFill>
          <a:blip r:embed="rId2"/>
          <a:stretch>
            <a:fillRect/>
          </a:stretch>
        </p:blipFill>
        <p:spPr>
          <a:xfrm>
            <a:off x="3580783" y="908801"/>
            <a:ext cx="6998125" cy="4791937"/>
          </a:xfrm>
          <a:prstGeom prst="rect">
            <a:avLst/>
          </a:prstGeom>
        </p:spPr>
      </p:pic>
      <p:sp>
        <p:nvSpPr>
          <p:cNvPr id="8" name="TextBox 7">
            <a:extLst>
              <a:ext uri="{FF2B5EF4-FFF2-40B4-BE49-F238E27FC236}">
                <a16:creationId xmlns:a16="http://schemas.microsoft.com/office/drawing/2014/main" id="{FFCBF5B0-51EA-FC23-9C8A-C72476B57292}"/>
              </a:ext>
            </a:extLst>
          </p:cNvPr>
          <p:cNvSpPr txBox="1"/>
          <p:nvPr/>
        </p:nvSpPr>
        <p:spPr>
          <a:xfrm>
            <a:off x="4978233" y="1347280"/>
            <a:ext cx="2915701" cy="369333"/>
          </a:xfrm>
          <a:prstGeom prst="rect">
            <a:avLst/>
          </a:prstGeom>
          <a:noFill/>
        </p:spPr>
        <p:txBody>
          <a:bodyPr wrap="square" rtlCol="0">
            <a:spAutoFit/>
          </a:bodyPr>
          <a:lstStyle/>
          <a:p>
            <a:r>
              <a:rPr lang="en-US" dirty="0">
                <a:solidFill>
                  <a:srgbClr val="0000FF"/>
                </a:solidFill>
              </a:rPr>
              <a:t>3.3uF DC blocking cap(latest)</a:t>
            </a:r>
            <a:endParaRPr lang="en-IN" dirty="0">
              <a:solidFill>
                <a:srgbClr val="0000FF"/>
              </a:solidFill>
            </a:endParaRPr>
          </a:p>
        </p:txBody>
      </p:sp>
      <p:sp>
        <p:nvSpPr>
          <p:cNvPr id="7" name="TextBox 6">
            <a:extLst>
              <a:ext uri="{FF2B5EF4-FFF2-40B4-BE49-F238E27FC236}">
                <a16:creationId xmlns:a16="http://schemas.microsoft.com/office/drawing/2014/main" id="{9C41F918-6918-482B-C531-E8CA6DDFF917}"/>
              </a:ext>
            </a:extLst>
          </p:cNvPr>
          <p:cNvSpPr txBox="1"/>
          <p:nvPr/>
        </p:nvSpPr>
        <p:spPr>
          <a:xfrm>
            <a:off x="5609792" y="2669383"/>
            <a:ext cx="3217898" cy="369332"/>
          </a:xfrm>
          <a:prstGeom prst="rect">
            <a:avLst/>
          </a:prstGeom>
          <a:noFill/>
        </p:spPr>
        <p:txBody>
          <a:bodyPr wrap="square" rtlCol="0">
            <a:spAutoFit/>
          </a:bodyPr>
          <a:lstStyle/>
          <a:p>
            <a:r>
              <a:rPr lang="en-US" dirty="0">
                <a:solidFill>
                  <a:srgbClr val="FF0000"/>
                </a:solidFill>
              </a:rPr>
              <a:t>0.1uF DC blocking cap(early)</a:t>
            </a:r>
            <a:endParaRPr lang="en-IN" dirty="0">
              <a:solidFill>
                <a:srgbClr val="FF0000"/>
              </a:solidFill>
            </a:endParaRPr>
          </a:p>
        </p:txBody>
      </p:sp>
      <p:sp>
        <p:nvSpPr>
          <p:cNvPr id="9" name="TextBox 8">
            <a:extLst>
              <a:ext uri="{FF2B5EF4-FFF2-40B4-BE49-F238E27FC236}">
                <a16:creationId xmlns:a16="http://schemas.microsoft.com/office/drawing/2014/main" id="{1666241B-3AB3-23E4-2DD3-6259F511942A}"/>
              </a:ext>
            </a:extLst>
          </p:cNvPr>
          <p:cNvSpPr txBox="1"/>
          <p:nvPr/>
        </p:nvSpPr>
        <p:spPr>
          <a:xfrm>
            <a:off x="10357433" y="1610660"/>
            <a:ext cx="2005468" cy="369332"/>
          </a:xfrm>
          <a:prstGeom prst="rect">
            <a:avLst/>
          </a:prstGeom>
          <a:noFill/>
        </p:spPr>
        <p:txBody>
          <a:bodyPr wrap="square" rtlCol="0">
            <a:spAutoFit/>
          </a:bodyPr>
          <a:lstStyle/>
          <a:p>
            <a:r>
              <a:rPr lang="en-US" dirty="0">
                <a:highlight>
                  <a:srgbClr val="FFFF00"/>
                </a:highlight>
              </a:rPr>
              <a:t>Gain = +30.927dB</a:t>
            </a:r>
            <a:endParaRPr lang="en-IN" dirty="0">
              <a:highlight>
                <a:srgbClr val="FFFF00"/>
              </a:highlight>
            </a:endParaRPr>
          </a:p>
        </p:txBody>
      </p:sp>
      <p:pic>
        <p:nvPicPr>
          <p:cNvPr id="11" name="Picture 10">
            <a:extLst>
              <a:ext uri="{FF2B5EF4-FFF2-40B4-BE49-F238E27FC236}">
                <a16:creationId xmlns:a16="http://schemas.microsoft.com/office/drawing/2014/main" id="{44B6B8C0-E2C2-FE9A-920E-01F99E0A7495}"/>
              </a:ext>
            </a:extLst>
          </p:cNvPr>
          <p:cNvPicPr>
            <a:picLocks noChangeAspect="1"/>
          </p:cNvPicPr>
          <p:nvPr/>
        </p:nvPicPr>
        <p:blipFill>
          <a:blip r:embed="rId3"/>
          <a:stretch>
            <a:fillRect/>
          </a:stretch>
        </p:blipFill>
        <p:spPr>
          <a:xfrm rot="10800000">
            <a:off x="-2" y="1979992"/>
            <a:ext cx="3519539" cy="2117446"/>
          </a:xfrm>
          <a:prstGeom prst="rect">
            <a:avLst/>
          </a:prstGeom>
        </p:spPr>
      </p:pic>
      <p:sp>
        <p:nvSpPr>
          <p:cNvPr id="12" name="Rectangle 11">
            <a:extLst>
              <a:ext uri="{FF2B5EF4-FFF2-40B4-BE49-F238E27FC236}">
                <a16:creationId xmlns:a16="http://schemas.microsoft.com/office/drawing/2014/main" id="{4BB6FF76-8D10-20D1-AE5E-BCA8A4965CCF}"/>
              </a:ext>
            </a:extLst>
          </p:cNvPr>
          <p:cNvSpPr/>
          <p:nvPr/>
        </p:nvSpPr>
        <p:spPr>
          <a:xfrm>
            <a:off x="992050" y="3021550"/>
            <a:ext cx="451413" cy="283219"/>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DA6D5C87-714F-2A5D-813F-2D48150B10A3}"/>
              </a:ext>
            </a:extLst>
          </p:cNvPr>
          <p:cNvSpPr/>
          <p:nvPr/>
        </p:nvSpPr>
        <p:spPr>
          <a:xfrm>
            <a:off x="2114865" y="3021549"/>
            <a:ext cx="451413" cy="283219"/>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91900151-1462-93BD-8373-A7556DF8F688}"/>
              </a:ext>
            </a:extLst>
          </p:cNvPr>
          <p:cNvSpPr/>
          <p:nvPr/>
        </p:nvSpPr>
        <p:spPr>
          <a:xfrm>
            <a:off x="1443464" y="3648511"/>
            <a:ext cx="804740" cy="171135"/>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260591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0E467-A750-27C2-357F-35FE19356120}"/>
              </a:ext>
            </a:extLst>
          </p:cNvPr>
          <p:cNvSpPr>
            <a:spLocks noGrp="1"/>
          </p:cNvSpPr>
          <p:nvPr>
            <p:ph type="title"/>
          </p:nvPr>
        </p:nvSpPr>
        <p:spPr/>
        <p:txBody>
          <a:bodyPr/>
          <a:lstStyle/>
          <a:p>
            <a:r>
              <a:rPr lang="en-US" dirty="0"/>
              <a:t>Revised Noise floor</a:t>
            </a:r>
            <a:endParaRPr lang="en-IN" dirty="0"/>
          </a:p>
        </p:txBody>
      </p:sp>
      <p:sp>
        <p:nvSpPr>
          <p:cNvPr id="4" name="Slide Number Placeholder 3">
            <a:extLst>
              <a:ext uri="{FF2B5EF4-FFF2-40B4-BE49-F238E27FC236}">
                <a16:creationId xmlns:a16="http://schemas.microsoft.com/office/drawing/2014/main" id="{2A3F0054-8C91-4475-77FD-5AB7285BFC43}"/>
              </a:ext>
            </a:extLst>
          </p:cNvPr>
          <p:cNvSpPr>
            <a:spLocks noGrp="1"/>
          </p:cNvSpPr>
          <p:nvPr>
            <p:ph type="sldNum" sz="quarter" idx="12"/>
          </p:nvPr>
        </p:nvSpPr>
        <p:spPr/>
        <p:txBody>
          <a:bodyPr/>
          <a:lstStyle/>
          <a:p>
            <a:fld id="{028CE896-619B-44F9-BE7F-139D1400166E}" type="slidenum">
              <a:rPr lang="en-US" smtClean="0"/>
              <a:t>30</a:t>
            </a:fld>
            <a:endParaRPr lang="en-US"/>
          </a:p>
        </p:txBody>
      </p:sp>
      <p:pic>
        <p:nvPicPr>
          <p:cNvPr id="5" name="Picture 4">
            <a:extLst>
              <a:ext uri="{FF2B5EF4-FFF2-40B4-BE49-F238E27FC236}">
                <a16:creationId xmlns:a16="http://schemas.microsoft.com/office/drawing/2014/main" id="{E4F67A7C-D1FB-B5C3-5FC8-2E099575874D}"/>
              </a:ext>
            </a:extLst>
          </p:cNvPr>
          <p:cNvPicPr>
            <a:picLocks noChangeAspect="1"/>
          </p:cNvPicPr>
          <p:nvPr/>
        </p:nvPicPr>
        <p:blipFill>
          <a:blip r:embed="rId2"/>
          <a:stretch>
            <a:fillRect/>
          </a:stretch>
        </p:blipFill>
        <p:spPr>
          <a:xfrm>
            <a:off x="62789" y="1279063"/>
            <a:ext cx="12066422" cy="3985696"/>
          </a:xfrm>
          <a:prstGeom prst="rect">
            <a:avLst/>
          </a:prstGeom>
        </p:spPr>
      </p:pic>
      <p:sp>
        <p:nvSpPr>
          <p:cNvPr id="11" name="TextBox 10">
            <a:extLst>
              <a:ext uri="{FF2B5EF4-FFF2-40B4-BE49-F238E27FC236}">
                <a16:creationId xmlns:a16="http://schemas.microsoft.com/office/drawing/2014/main" id="{61C3CFBB-8F68-CD52-4564-5E8890CD8ACE}"/>
              </a:ext>
            </a:extLst>
          </p:cNvPr>
          <p:cNvSpPr txBox="1"/>
          <p:nvPr/>
        </p:nvSpPr>
        <p:spPr>
          <a:xfrm>
            <a:off x="11247238" y="2423499"/>
            <a:ext cx="881973" cy="369332"/>
          </a:xfrm>
          <a:prstGeom prst="rect">
            <a:avLst/>
          </a:prstGeom>
          <a:noFill/>
        </p:spPr>
        <p:txBody>
          <a:bodyPr wrap="none" rtlCol="0">
            <a:spAutoFit/>
          </a:bodyPr>
          <a:lstStyle/>
          <a:p>
            <a:r>
              <a:rPr lang="en-US" dirty="0">
                <a:solidFill>
                  <a:srgbClr val="FF0000"/>
                </a:solidFill>
              </a:rPr>
              <a:t>-450u</a:t>
            </a:r>
            <a:r>
              <a:rPr lang="el-GR" dirty="0">
                <a:solidFill>
                  <a:srgbClr val="FF0000"/>
                </a:solidFill>
              </a:rPr>
              <a:t>Ω</a:t>
            </a:r>
            <a:endParaRPr lang="en-IN" dirty="0">
              <a:solidFill>
                <a:srgbClr val="FF0000"/>
              </a:solidFill>
            </a:endParaRPr>
          </a:p>
        </p:txBody>
      </p:sp>
      <p:sp>
        <p:nvSpPr>
          <p:cNvPr id="10" name="TextBox 9">
            <a:extLst>
              <a:ext uri="{FF2B5EF4-FFF2-40B4-BE49-F238E27FC236}">
                <a16:creationId xmlns:a16="http://schemas.microsoft.com/office/drawing/2014/main" id="{73381275-2E8E-FF17-CD28-A5A632F5D1BC}"/>
              </a:ext>
            </a:extLst>
          </p:cNvPr>
          <p:cNvSpPr txBox="1"/>
          <p:nvPr/>
        </p:nvSpPr>
        <p:spPr>
          <a:xfrm>
            <a:off x="11340516" y="3659463"/>
            <a:ext cx="851484" cy="369332"/>
          </a:xfrm>
          <a:prstGeom prst="rect">
            <a:avLst/>
          </a:prstGeom>
          <a:noFill/>
        </p:spPr>
        <p:txBody>
          <a:bodyPr wrap="square">
            <a:spAutoFit/>
          </a:bodyPr>
          <a:lstStyle/>
          <a:p>
            <a:r>
              <a:rPr lang="en-US" dirty="0">
                <a:solidFill>
                  <a:srgbClr val="0000FF"/>
                </a:solidFill>
              </a:rPr>
              <a:t>-14u</a:t>
            </a:r>
            <a:r>
              <a:rPr lang="el-GR" dirty="0">
                <a:solidFill>
                  <a:srgbClr val="0000FF"/>
                </a:solidFill>
              </a:rPr>
              <a:t>Ω</a:t>
            </a:r>
            <a:endParaRPr lang="en-IN" dirty="0">
              <a:solidFill>
                <a:srgbClr val="0000FF"/>
              </a:solidFill>
            </a:endParaRPr>
          </a:p>
        </p:txBody>
      </p:sp>
      <p:sp>
        <p:nvSpPr>
          <p:cNvPr id="7" name="TextBox 6">
            <a:extLst>
              <a:ext uri="{FF2B5EF4-FFF2-40B4-BE49-F238E27FC236}">
                <a16:creationId xmlns:a16="http://schemas.microsoft.com/office/drawing/2014/main" id="{C952CAB4-79CB-86D0-3D54-FA5528321BE7}"/>
              </a:ext>
            </a:extLst>
          </p:cNvPr>
          <p:cNvSpPr txBox="1"/>
          <p:nvPr/>
        </p:nvSpPr>
        <p:spPr>
          <a:xfrm>
            <a:off x="5425489" y="2977497"/>
            <a:ext cx="736099" cy="369332"/>
          </a:xfrm>
          <a:prstGeom prst="rect">
            <a:avLst/>
          </a:prstGeom>
          <a:noFill/>
        </p:spPr>
        <p:txBody>
          <a:bodyPr wrap="none" rtlCol="0">
            <a:spAutoFit/>
          </a:bodyPr>
          <a:lstStyle/>
          <a:p>
            <a:r>
              <a:rPr lang="en-US" dirty="0">
                <a:solidFill>
                  <a:srgbClr val="FF0000"/>
                </a:solidFill>
              </a:rPr>
              <a:t>-95dB</a:t>
            </a:r>
            <a:endParaRPr lang="en-IN" dirty="0">
              <a:solidFill>
                <a:srgbClr val="FF0000"/>
              </a:solidFill>
            </a:endParaRPr>
          </a:p>
        </p:txBody>
      </p:sp>
      <p:sp>
        <p:nvSpPr>
          <p:cNvPr id="9" name="TextBox 8">
            <a:extLst>
              <a:ext uri="{FF2B5EF4-FFF2-40B4-BE49-F238E27FC236}">
                <a16:creationId xmlns:a16="http://schemas.microsoft.com/office/drawing/2014/main" id="{7B2D8B36-9638-A1FE-6CE9-EC3C86B7965B}"/>
              </a:ext>
            </a:extLst>
          </p:cNvPr>
          <p:cNvSpPr txBox="1"/>
          <p:nvPr/>
        </p:nvSpPr>
        <p:spPr>
          <a:xfrm>
            <a:off x="5310104" y="4028795"/>
            <a:ext cx="851484" cy="369332"/>
          </a:xfrm>
          <a:prstGeom prst="rect">
            <a:avLst/>
          </a:prstGeom>
          <a:noFill/>
        </p:spPr>
        <p:txBody>
          <a:bodyPr wrap="square">
            <a:spAutoFit/>
          </a:bodyPr>
          <a:lstStyle/>
          <a:p>
            <a:r>
              <a:rPr lang="en-US" dirty="0">
                <a:solidFill>
                  <a:srgbClr val="0000FF"/>
                </a:solidFill>
              </a:rPr>
              <a:t>-125dB</a:t>
            </a:r>
            <a:endParaRPr lang="en-IN" dirty="0">
              <a:solidFill>
                <a:srgbClr val="0000FF"/>
              </a:solidFill>
            </a:endParaRPr>
          </a:p>
        </p:txBody>
      </p:sp>
      <p:sp>
        <p:nvSpPr>
          <p:cNvPr id="8" name="TextBox 7">
            <a:extLst>
              <a:ext uri="{FF2B5EF4-FFF2-40B4-BE49-F238E27FC236}">
                <a16:creationId xmlns:a16="http://schemas.microsoft.com/office/drawing/2014/main" id="{0A3EB05B-6FCC-6070-C34F-998FACE02C36}"/>
              </a:ext>
            </a:extLst>
          </p:cNvPr>
          <p:cNvSpPr txBox="1"/>
          <p:nvPr/>
        </p:nvSpPr>
        <p:spPr>
          <a:xfrm>
            <a:off x="247984" y="5710527"/>
            <a:ext cx="4242993" cy="369332"/>
          </a:xfrm>
          <a:prstGeom prst="rect">
            <a:avLst/>
          </a:prstGeom>
          <a:noFill/>
        </p:spPr>
        <p:txBody>
          <a:bodyPr wrap="square" rtlCol="0">
            <a:spAutoFit/>
          </a:bodyPr>
          <a:lstStyle/>
          <a:p>
            <a:r>
              <a:rPr lang="en-US" dirty="0">
                <a:highlight>
                  <a:srgbClr val="FFFF00"/>
                </a:highlight>
              </a:rPr>
              <a:t>Moving avg: 10pts</a:t>
            </a:r>
            <a:endParaRPr lang="en-IN" dirty="0">
              <a:highlight>
                <a:srgbClr val="FFFF00"/>
              </a:highlight>
            </a:endParaRPr>
          </a:p>
        </p:txBody>
      </p:sp>
    </p:spTree>
    <p:extLst>
      <p:ext uri="{BB962C8B-B14F-4D97-AF65-F5344CB8AC3E}">
        <p14:creationId xmlns:p14="http://schemas.microsoft.com/office/powerpoint/2010/main" val="28659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2F7F7-D613-5F18-526D-D3DC16778031}"/>
              </a:ext>
            </a:extLst>
          </p:cNvPr>
          <p:cNvSpPr>
            <a:spLocks noGrp="1"/>
          </p:cNvSpPr>
          <p:nvPr>
            <p:ph type="title"/>
          </p:nvPr>
        </p:nvSpPr>
        <p:spPr/>
        <p:txBody>
          <a:bodyPr/>
          <a:lstStyle/>
          <a:p>
            <a:r>
              <a:rPr lang="en-US" dirty="0"/>
              <a:t>Why Post amp?</a:t>
            </a:r>
            <a:endParaRPr lang="en-IN" dirty="0"/>
          </a:p>
        </p:txBody>
      </p:sp>
      <p:sp>
        <p:nvSpPr>
          <p:cNvPr id="4" name="Slide Number Placeholder 3">
            <a:extLst>
              <a:ext uri="{FF2B5EF4-FFF2-40B4-BE49-F238E27FC236}">
                <a16:creationId xmlns:a16="http://schemas.microsoft.com/office/drawing/2014/main" id="{755F0D11-6B6C-B55C-2E10-6B3BE90207DC}"/>
              </a:ext>
            </a:extLst>
          </p:cNvPr>
          <p:cNvSpPr>
            <a:spLocks noGrp="1"/>
          </p:cNvSpPr>
          <p:nvPr>
            <p:ph type="sldNum" sz="quarter" idx="12"/>
          </p:nvPr>
        </p:nvSpPr>
        <p:spPr/>
        <p:txBody>
          <a:bodyPr/>
          <a:lstStyle/>
          <a:p>
            <a:fld id="{028CE896-619B-44F9-BE7F-139D1400166E}" type="slidenum">
              <a:rPr lang="en-US" smtClean="0"/>
              <a:t>31</a:t>
            </a:fld>
            <a:endParaRPr lang="en-US"/>
          </a:p>
        </p:txBody>
      </p:sp>
      <p:pic>
        <p:nvPicPr>
          <p:cNvPr id="6" name="Picture 5">
            <a:extLst>
              <a:ext uri="{FF2B5EF4-FFF2-40B4-BE49-F238E27FC236}">
                <a16:creationId xmlns:a16="http://schemas.microsoft.com/office/drawing/2014/main" id="{154E14BD-DBA4-4913-2005-865A41BC9BDB}"/>
              </a:ext>
            </a:extLst>
          </p:cNvPr>
          <p:cNvPicPr>
            <a:picLocks noChangeAspect="1"/>
          </p:cNvPicPr>
          <p:nvPr/>
        </p:nvPicPr>
        <p:blipFill>
          <a:blip r:embed="rId2"/>
          <a:stretch>
            <a:fillRect/>
          </a:stretch>
        </p:blipFill>
        <p:spPr>
          <a:xfrm>
            <a:off x="6315917" y="912905"/>
            <a:ext cx="5652306" cy="4951080"/>
          </a:xfrm>
          <a:prstGeom prst="rect">
            <a:avLst/>
          </a:prstGeom>
        </p:spPr>
      </p:pic>
      <p:pic>
        <p:nvPicPr>
          <p:cNvPr id="8" name="Picture 7">
            <a:extLst>
              <a:ext uri="{FF2B5EF4-FFF2-40B4-BE49-F238E27FC236}">
                <a16:creationId xmlns:a16="http://schemas.microsoft.com/office/drawing/2014/main" id="{45153799-E51C-EE94-403B-1CA2B666FC2A}"/>
              </a:ext>
            </a:extLst>
          </p:cNvPr>
          <p:cNvPicPr>
            <a:picLocks noChangeAspect="1"/>
          </p:cNvPicPr>
          <p:nvPr/>
        </p:nvPicPr>
        <p:blipFill>
          <a:blip r:embed="rId3"/>
          <a:stretch>
            <a:fillRect/>
          </a:stretch>
        </p:blipFill>
        <p:spPr>
          <a:xfrm>
            <a:off x="365867" y="1074951"/>
            <a:ext cx="5270730" cy="2177536"/>
          </a:xfrm>
          <a:prstGeom prst="rect">
            <a:avLst/>
          </a:prstGeom>
        </p:spPr>
      </p:pic>
      <p:pic>
        <p:nvPicPr>
          <p:cNvPr id="10" name="Picture 9">
            <a:extLst>
              <a:ext uri="{FF2B5EF4-FFF2-40B4-BE49-F238E27FC236}">
                <a16:creationId xmlns:a16="http://schemas.microsoft.com/office/drawing/2014/main" id="{197D8455-D6E6-97C9-F0CE-3E49A7B39059}"/>
              </a:ext>
            </a:extLst>
          </p:cNvPr>
          <p:cNvPicPr>
            <a:picLocks noChangeAspect="1"/>
          </p:cNvPicPr>
          <p:nvPr/>
        </p:nvPicPr>
        <p:blipFill>
          <a:blip r:embed="rId4"/>
          <a:stretch>
            <a:fillRect/>
          </a:stretch>
        </p:blipFill>
        <p:spPr>
          <a:xfrm>
            <a:off x="365867" y="3596680"/>
            <a:ext cx="5270730" cy="2151721"/>
          </a:xfrm>
          <a:prstGeom prst="rect">
            <a:avLst/>
          </a:prstGeom>
        </p:spPr>
      </p:pic>
      <p:sp>
        <p:nvSpPr>
          <p:cNvPr id="11" name="TextBox 10">
            <a:extLst>
              <a:ext uri="{FF2B5EF4-FFF2-40B4-BE49-F238E27FC236}">
                <a16:creationId xmlns:a16="http://schemas.microsoft.com/office/drawing/2014/main" id="{D537B755-A3C1-8C9B-3DE1-C67DE31F2221}"/>
              </a:ext>
            </a:extLst>
          </p:cNvPr>
          <p:cNvSpPr txBox="1"/>
          <p:nvPr/>
        </p:nvSpPr>
        <p:spPr>
          <a:xfrm>
            <a:off x="3916895" y="1109599"/>
            <a:ext cx="1719702" cy="369332"/>
          </a:xfrm>
          <a:prstGeom prst="rect">
            <a:avLst/>
          </a:prstGeom>
          <a:noFill/>
        </p:spPr>
        <p:txBody>
          <a:bodyPr wrap="none" rtlCol="0">
            <a:spAutoFit/>
          </a:bodyPr>
          <a:lstStyle/>
          <a:p>
            <a:r>
              <a:rPr lang="en-US" dirty="0">
                <a:solidFill>
                  <a:schemeClr val="bg1"/>
                </a:solidFill>
                <a:highlight>
                  <a:srgbClr val="FF0000"/>
                </a:highlight>
              </a:rPr>
              <a:t>Preamplification</a:t>
            </a:r>
            <a:endParaRPr lang="en-IN" dirty="0">
              <a:solidFill>
                <a:schemeClr val="bg1"/>
              </a:solidFill>
              <a:highlight>
                <a:srgbClr val="FF0000"/>
              </a:highlight>
            </a:endParaRPr>
          </a:p>
        </p:txBody>
      </p:sp>
      <p:sp>
        <p:nvSpPr>
          <p:cNvPr id="12" name="TextBox 11">
            <a:extLst>
              <a:ext uri="{FF2B5EF4-FFF2-40B4-BE49-F238E27FC236}">
                <a16:creationId xmlns:a16="http://schemas.microsoft.com/office/drawing/2014/main" id="{827A2C43-C4DF-698F-58F6-D4C76838529E}"/>
              </a:ext>
            </a:extLst>
          </p:cNvPr>
          <p:cNvSpPr txBox="1"/>
          <p:nvPr/>
        </p:nvSpPr>
        <p:spPr>
          <a:xfrm>
            <a:off x="3846042" y="3605514"/>
            <a:ext cx="1861407" cy="369332"/>
          </a:xfrm>
          <a:prstGeom prst="rect">
            <a:avLst/>
          </a:prstGeom>
          <a:noFill/>
        </p:spPr>
        <p:txBody>
          <a:bodyPr wrap="none" rtlCol="0">
            <a:spAutoFit/>
          </a:bodyPr>
          <a:lstStyle/>
          <a:p>
            <a:r>
              <a:rPr lang="en-US" dirty="0">
                <a:solidFill>
                  <a:schemeClr val="bg1"/>
                </a:solidFill>
                <a:highlight>
                  <a:srgbClr val="0000FF"/>
                </a:highlight>
              </a:rPr>
              <a:t>Post amplification</a:t>
            </a:r>
            <a:endParaRPr lang="en-IN" dirty="0">
              <a:solidFill>
                <a:schemeClr val="bg1"/>
              </a:solidFill>
              <a:highlight>
                <a:srgbClr val="0000FF"/>
              </a:highlight>
            </a:endParaRPr>
          </a:p>
        </p:txBody>
      </p:sp>
      <p:pic>
        <p:nvPicPr>
          <p:cNvPr id="14" name="Graphic 13" descr="Checkmark with solid fill">
            <a:extLst>
              <a:ext uri="{FF2B5EF4-FFF2-40B4-BE49-F238E27FC236}">
                <a16:creationId xmlns:a16="http://schemas.microsoft.com/office/drawing/2014/main" id="{EBC820D2-3696-9B76-6C32-F4D29D20F9D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92916" y="1396474"/>
            <a:ext cx="518166" cy="518166"/>
          </a:xfrm>
          <a:prstGeom prst="rect">
            <a:avLst/>
          </a:prstGeom>
        </p:spPr>
      </p:pic>
    </p:spTree>
    <p:extLst>
      <p:ext uri="{BB962C8B-B14F-4D97-AF65-F5344CB8AC3E}">
        <p14:creationId xmlns:p14="http://schemas.microsoft.com/office/powerpoint/2010/main" val="1324380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0A042-7E4C-CDC2-E553-B8B7E391B22D}"/>
              </a:ext>
            </a:extLst>
          </p:cNvPr>
          <p:cNvSpPr>
            <a:spLocks noGrp="1"/>
          </p:cNvSpPr>
          <p:nvPr>
            <p:ph type="title"/>
          </p:nvPr>
        </p:nvSpPr>
        <p:spPr/>
        <p:txBody>
          <a:bodyPr/>
          <a:lstStyle/>
          <a:p>
            <a:r>
              <a:rPr lang="en-US" dirty="0"/>
              <a:t>Test Board</a:t>
            </a:r>
            <a:endParaRPr lang="en-IN" dirty="0"/>
          </a:p>
        </p:txBody>
      </p:sp>
      <p:sp>
        <p:nvSpPr>
          <p:cNvPr id="4" name="Slide Number Placeholder 3">
            <a:extLst>
              <a:ext uri="{FF2B5EF4-FFF2-40B4-BE49-F238E27FC236}">
                <a16:creationId xmlns:a16="http://schemas.microsoft.com/office/drawing/2014/main" id="{E722D787-EC6F-D459-33E2-2BB19C3ABE7A}"/>
              </a:ext>
            </a:extLst>
          </p:cNvPr>
          <p:cNvSpPr>
            <a:spLocks noGrp="1"/>
          </p:cNvSpPr>
          <p:nvPr>
            <p:ph type="sldNum" sz="quarter" idx="12"/>
          </p:nvPr>
        </p:nvSpPr>
        <p:spPr/>
        <p:txBody>
          <a:bodyPr/>
          <a:lstStyle/>
          <a:p>
            <a:fld id="{028CE896-619B-44F9-BE7F-139D1400166E}" type="slidenum">
              <a:rPr lang="en-US" smtClean="0"/>
              <a:t>32</a:t>
            </a:fld>
            <a:endParaRPr lang="en-US"/>
          </a:p>
        </p:txBody>
      </p:sp>
      <p:pic>
        <p:nvPicPr>
          <p:cNvPr id="6" name="Picture 5">
            <a:extLst>
              <a:ext uri="{FF2B5EF4-FFF2-40B4-BE49-F238E27FC236}">
                <a16:creationId xmlns:a16="http://schemas.microsoft.com/office/drawing/2014/main" id="{B6F89E2B-D7BC-2F2A-7796-FEA08DBE3143}"/>
              </a:ext>
            </a:extLst>
          </p:cNvPr>
          <p:cNvPicPr>
            <a:picLocks noChangeAspect="1"/>
          </p:cNvPicPr>
          <p:nvPr/>
        </p:nvPicPr>
        <p:blipFill>
          <a:blip r:embed="rId2"/>
          <a:stretch>
            <a:fillRect/>
          </a:stretch>
        </p:blipFill>
        <p:spPr>
          <a:xfrm rot="10800000">
            <a:off x="3393857" y="889641"/>
            <a:ext cx="4893615" cy="5078717"/>
          </a:xfrm>
          <a:prstGeom prst="rect">
            <a:avLst/>
          </a:prstGeom>
        </p:spPr>
      </p:pic>
      <p:sp>
        <p:nvSpPr>
          <p:cNvPr id="7" name="Rectangle 6">
            <a:extLst>
              <a:ext uri="{FF2B5EF4-FFF2-40B4-BE49-F238E27FC236}">
                <a16:creationId xmlns:a16="http://schemas.microsoft.com/office/drawing/2014/main" id="{22236890-3A43-17F0-E439-23D9C6DBB8D3}"/>
              </a:ext>
            </a:extLst>
          </p:cNvPr>
          <p:cNvSpPr/>
          <p:nvPr/>
        </p:nvSpPr>
        <p:spPr>
          <a:xfrm>
            <a:off x="3393856" y="5197033"/>
            <a:ext cx="2196716" cy="771325"/>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847F069-8053-F169-7BCB-E2858B86D2DD}"/>
              </a:ext>
            </a:extLst>
          </p:cNvPr>
          <p:cNvSpPr/>
          <p:nvPr/>
        </p:nvSpPr>
        <p:spPr>
          <a:xfrm>
            <a:off x="3393856" y="883158"/>
            <a:ext cx="2196716" cy="7713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A27835D6-7286-708F-E4D6-EBB92D181B1E}"/>
              </a:ext>
            </a:extLst>
          </p:cNvPr>
          <p:cNvSpPr/>
          <p:nvPr/>
        </p:nvSpPr>
        <p:spPr>
          <a:xfrm>
            <a:off x="6095998" y="889640"/>
            <a:ext cx="2196716" cy="7713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1967FAA-6FF4-2BA0-5F83-EF61780F0C52}"/>
              </a:ext>
            </a:extLst>
          </p:cNvPr>
          <p:cNvSpPr/>
          <p:nvPr/>
        </p:nvSpPr>
        <p:spPr>
          <a:xfrm>
            <a:off x="3388614" y="2578233"/>
            <a:ext cx="2196716" cy="771325"/>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FAEFA383-5C67-16B3-88F8-F85423942838}"/>
              </a:ext>
            </a:extLst>
          </p:cNvPr>
          <p:cNvSpPr/>
          <p:nvPr/>
        </p:nvSpPr>
        <p:spPr>
          <a:xfrm>
            <a:off x="6093377" y="2578233"/>
            <a:ext cx="2196716" cy="771325"/>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E90D944-D753-C7B8-6050-D75975F41E3F}"/>
              </a:ext>
            </a:extLst>
          </p:cNvPr>
          <p:cNvSpPr txBox="1"/>
          <p:nvPr/>
        </p:nvSpPr>
        <p:spPr>
          <a:xfrm>
            <a:off x="5219488" y="1723125"/>
            <a:ext cx="1747777" cy="369332"/>
          </a:xfrm>
          <a:prstGeom prst="rect">
            <a:avLst/>
          </a:prstGeom>
          <a:noFill/>
        </p:spPr>
        <p:txBody>
          <a:bodyPr wrap="square" rtlCol="0">
            <a:spAutoFit/>
          </a:bodyPr>
          <a:lstStyle/>
          <a:p>
            <a:r>
              <a:rPr lang="en-US" dirty="0">
                <a:highlight>
                  <a:srgbClr val="FF0000"/>
                </a:highlight>
              </a:rPr>
              <a:t>Up to layer 2</a:t>
            </a:r>
            <a:endParaRPr lang="en-IN" dirty="0">
              <a:highlight>
                <a:srgbClr val="FF0000"/>
              </a:highlight>
            </a:endParaRPr>
          </a:p>
        </p:txBody>
      </p:sp>
      <p:sp>
        <p:nvSpPr>
          <p:cNvPr id="16" name="TextBox 15">
            <a:extLst>
              <a:ext uri="{FF2B5EF4-FFF2-40B4-BE49-F238E27FC236}">
                <a16:creationId xmlns:a16="http://schemas.microsoft.com/office/drawing/2014/main" id="{DEC423F8-A7F6-D97F-A6CD-7982E1BC139A}"/>
              </a:ext>
            </a:extLst>
          </p:cNvPr>
          <p:cNvSpPr txBox="1"/>
          <p:nvPr/>
        </p:nvSpPr>
        <p:spPr>
          <a:xfrm>
            <a:off x="5219487" y="3428999"/>
            <a:ext cx="1747777" cy="369332"/>
          </a:xfrm>
          <a:prstGeom prst="rect">
            <a:avLst/>
          </a:prstGeom>
          <a:noFill/>
        </p:spPr>
        <p:txBody>
          <a:bodyPr wrap="square" rtlCol="0">
            <a:spAutoFit/>
          </a:bodyPr>
          <a:lstStyle/>
          <a:p>
            <a:r>
              <a:rPr lang="en-US" dirty="0">
                <a:highlight>
                  <a:srgbClr val="0000FF"/>
                </a:highlight>
              </a:rPr>
              <a:t>Up to layer 2</a:t>
            </a:r>
            <a:endParaRPr lang="en-IN" dirty="0">
              <a:highlight>
                <a:srgbClr val="0000FF"/>
              </a:highlight>
            </a:endParaRPr>
          </a:p>
        </p:txBody>
      </p:sp>
      <p:sp>
        <p:nvSpPr>
          <p:cNvPr id="17" name="TextBox 16">
            <a:extLst>
              <a:ext uri="{FF2B5EF4-FFF2-40B4-BE49-F238E27FC236}">
                <a16:creationId xmlns:a16="http://schemas.microsoft.com/office/drawing/2014/main" id="{FF53F3EC-ED14-2EDB-C980-C482EED49F6D}"/>
              </a:ext>
            </a:extLst>
          </p:cNvPr>
          <p:cNvSpPr txBox="1"/>
          <p:nvPr/>
        </p:nvSpPr>
        <p:spPr>
          <a:xfrm>
            <a:off x="2364889" y="1153560"/>
            <a:ext cx="1047082" cy="369332"/>
          </a:xfrm>
          <a:prstGeom prst="rect">
            <a:avLst/>
          </a:prstGeom>
          <a:noFill/>
        </p:spPr>
        <p:txBody>
          <a:bodyPr wrap="none" rtlCol="0">
            <a:spAutoFit/>
          </a:bodyPr>
          <a:lstStyle/>
          <a:p>
            <a:r>
              <a:rPr lang="en-US" dirty="0">
                <a:solidFill>
                  <a:srgbClr val="FF0000"/>
                </a:solidFill>
              </a:rPr>
              <a:t>13mil </a:t>
            </a:r>
            <a:r>
              <a:rPr lang="en-US" dirty="0" err="1">
                <a:solidFill>
                  <a:srgbClr val="FF0000"/>
                </a:solidFill>
              </a:rPr>
              <a:t>dia</a:t>
            </a:r>
            <a:endParaRPr lang="en-IN" dirty="0">
              <a:solidFill>
                <a:srgbClr val="FF0000"/>
              </a:solidFill>
            </a:endParaRPr>
          </a:p>
        </p:txBody>
      </p:sp>
      <p:sp>
        <p:nvSpPr>
          <p:cNvPr id="18" name="TextBox 17">
            <a:extLst>
              <a:ext uri="{FF2B5EF4-FFF2-40B4-BE49-F238E27FC236}">
                <a16:creationId xmlns:a16="http://schemas.microsoft.com/office/drawing/2014/main" id="{6399C7E5-9FF3-68AB-B780-6AC91E236A1E}"/>
              </a:ext>
            </a:extLst>
          </p:cNvPr>
          <p:cNvSpPr txBox="1"/>
          <p:nvPr/>
        </p:nvSpPr>
        <p:spPr>
          <a:xfrm>
            <a:off x="8319571" y="1132497"/>
            <a:ext cx="1047082" cy="369332"/>
          </a:xfrm>
          <a:prstGeom prst="rect">
            <a:avLst/>
          </a:prstGeom>
          <a:noFill/>
        </p:spPr>
        <p:txBody>
          <a:bodyPr wrap="none" rtlCol="0">
            <a:spAutoFit/>
          </a:bodyPr>
          <a:lstStyle/>
          <a:p>
            <a:r>
              <a:rPr lang="en-US" dirty="0">
                <a:solidFill>
                  <a:srgbClr val="FF0000"/>
                </a:solidFill>
              </a:rPr>
              <a:t>26mil </a:t>
            </a:r>
            <a:r>
              <a:rPr lang="en-US" dirty="0" err="1">
                <a:solidFill>
                  <a:srgbClr val="FF0000"/>
                </a:solidFill>
              </a:rPr>
              <a:t>dia</a:t>
            </a:r>
            <a:endParaRPr lang="en-IN" dirty="0">
              <a:solidFill>
                <a:srgbClr val="FF0000"/>
              </a:solidFill>
            </a:endParaRPr>
          </a:p>
        </p:txBody>
      </p:sp>
      <p:sp>
        <p:nvSpPr>
          <p:cNvPr id="19" name="TextBox 18">
            <a:extLst>
              <a:ext uri="{FF2B5EF4-FFF2-40B4-BE49-F238E27FC236}">
                <a16:creationId xmlns:a16="http://schemas.microsoft.com/office/drawing/2014/main" id="{F570435F-81A8-3AE3-76DE-605FD5EA5668}"/>
              </a:ext>
            </a:extLst>
          </p:cNvPr>
          <p:cNvSpPr txBox="1"/>
          <p:nvPr/>
        </p:nvSpPr>
        <p:spPr>
          <a:xfrm>
            <a:off x="2375230" y="2768825"/>
            <a:ext cx="1047082" cy="369332"/>
          </a:xfrm>
          <a:prstGeom prst="rect">
            <a:avLst/>
          </a:prstGeom>
          <a:noFill/>
        </p:spPr>
        <p:txBody>
          <a:bodyPr wrap="none" rtlCol="0">
            <a:spAutoFit/>
          </a:bodyPr>
          <a:lstStyle/>
          <a:p>
            <a:r>
              <a:rPr lang="en-US" dirty="0">
                <a:solidFill>
                  <a:srgbClr val="0000FF"/>
                </a:solidFill>
              </a:rPr>
              <a:t>13mil </a:t>
            </a:r>
            <a:r>
              <a:rPr lang="en-US" dirty="0" err="1">
                <a:solidFill>
                  <a:srgbClr val="0000FF"/>
                </a:solidFill>
              </a:rPr>
              <a:t>dia</a:t>
            </a:r>
            <a:endParaRPr lang="en-IN" dirty="0">
              <a:solidFill>
                <a:srgbClr val="0000FF"/>
              </a:solidFill>
            </a:endParaRPr>
          </a:p>
        </p:txBody>
      </p:sp>
      <p:sp>
        <p:nvSpPr>
          <p:cNvPr id="20" name="TextBox 19">
            <a:extLst>
              <a:ext uri="{FF2B5EF4-FFF2-40B4-BE49-F238E27FC236}">
                <a16:creationId xmlns:a16="http://schemas.microsoft.com/office/drawing/2014/main" id="{A10514E3-8BAF-AEB0-0D87-171331EE10D1}"/>
              </a:ext>
            </a:extLst>
          </p:cNvPr>
          <p:cNvSpPr txBox="1"/>
          <p:nvPr/>
        </p:nvSpPr>
        <p:spPr>
          <a:xfrm>
            <a:off x="8319571" y="2722792"/>
            <a:ext cx="1047082" cy="369332"/>
          </a:xfrm>
          <a:prstGeom prst="rect">
            <a:avLst/>
          </a:prstGeom>
          <a:noFill/>
        </p:spPr>
        <p:txBody>
          <a:bodyPr wrap="none" rtlCol="0">
            <a:spAutoFit/>
          </a:bodyPr>
          <a:lstStyle/>
          <a:p>
            <a:r>
              <a:rPr lang="en-US" dirty="0">
                <a:solidFill>
                  <a:srgbClr val="0000FF"/>
                </a:solidFill>
              </a:rPr>
              <a:t>26mil </a:t>
            </a:r>
            <a:r>
              <a:rPr lang="en-US" dirty="0" err="1">
                <a:solidFill>
                  <a:srgbClr val="0000FF"/>
                </a:solidFill>
              </a:rPr>
              <a:t>dia</a:t>
            </a:r>
            <a:endParaRPr lang="en-IN" dirty="0">
              <a:solidFill>
                <a:srgbClr val="0000FF"/>
              </a:solidFill>
            </a:endParaRPr>
          </a:p>
        </p:txBody>
      </p:sp>
      <p:sp>
        <p:nvSpPr>
          <p:cNvPr id="21" name="TextBox 20">
            <a:extLst>
              <a:ext uri="{FF2B5EF4-FFF2-40B4-BE49-F238E27FC236}">
                <a16:creationId xmlns:a16="http://schemas.microsoft.com/office/drawing/2014/main" id="{330EF89B-A712-9824-62CC-341490D4E4F2}"/>
              </a:ext>
            </a:extLst>
          </p:cNvPr>
          <p:cNvSpPr txBox="1"/>
          <p:nvPr/>
        </p:nvSpPr>
        <p:spPr>
          <a:xfrm>
            <a:off x="1850685" y="5480156"/>
            <a:ext cx="1540550" cy="369332"/>
          </a:xfrm>
          <a:prstGeom prst="rect">
            <a:avLst/>
          </a:prstGeom>
          <a:noFill/>
        </p:spPr>
        <p:txBody>
          <a:bodyPr wrap="none" rtlCol="0">
            <a:spAutoFit/>
          </a:bodyPr>
          <a:lstStyle/>
          <a:p>
            <a:r>
              <a:rPr lang="en-US" dirty="0">
                <a:solidFill>
                  <a:srgbClr val="FFC000"/>
                </a:solidFill>
              </a:rPr>
              <a:t>Port extension</a:t>
            </a:r>
            <a:endParaRPr lang="en-IN" dirty="0">
              <a:solidFill>
                <a:srgbClr val="FFC000"/>
              </a:solidFill>
            </a:endParaRPr>
          </a:p>
        </p:txBody>
      </p:sp>
      <p:sp>
        <p:nvSpPr>
          <p:cNvPr id="22" name="Rectangle 21">
            <a:extLst>
              <a:ext uri="{FF2B5EF4-FFF2-40B4-BE49-F238E27FC236}">
                <a16:creationId xmlns:a16="http://schemas.microsoft.com/office/drawing/2014/main" id="{502561BA-733E-3C7D-0DA2-DD06018DC0B0}"/>
              </a:ext>
            </a:extLst>
          </p:cNvPr>
          <p:cNvSpPr/>
          <p:nvPr/>
        </p:nvSpPr>
        <p:spPr>
          <a:xfrm>
            <a:off x="6090756" y="5197032"/>
            <a:ext cx="2196716" cy="771325"/>
          </a:xfrm>
          <a:prstGeom prst="rect">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4C582C37-56F2-9256-CB44-3EAAACAECEED}"/>
              </a:ext>
            </a:extLst>
          </p:cNvPr>
          <p:cNvSpPr txBox="1"/>
          <p:nvPr/>
        </p:nvSpPr>
        <p:spPr>
          <a:xfrm>
            <a:off x="8319571" y="5356171"/>
            <a:ext cx="1534394" cy="369332"/>
          </a:xfrm>
          <a:prstGeom prst="rect">
            <a:avLst/>
          </a:prstGeom>
          <a:noFill/>
        </p:spPr>
        <p:txBody>
          <a:bodyPr wrap="none" rtlCol="0">
            <a:spAutoFit/>
          </a:bodyPr>
          <a:lstStyle/>
          <a:p>
            <a:r>
              <a:rPr lang="en-US" dirty="0">
                <a:solidFill>
                  <a:srgbClr val="00B050"/>
                </a:solidFill>
              </a:rPr>
              <a:t>10m ohm </a:t>
            </a:r>
            <a:r>
              <a:rPr lang="el-GR" dirty="0">
                <a:solidFill>
                  <a:srgbClr val="00B050"/>
                </a:solidFill>
              </a:rPr>
              <a:t>±</a:t>
            </a:r>
            <a:r>
              <a:rPr lang="en-US" dirty="0">
                <a:solidFill>
                  <a:srgbClr val="00B050"/>
                </a:solidFill>
              </a:rPr>
              <a:t>1%</a:t>
            </a:r>
            <a:endParaRPr lang="en-IN" dirty="0">
              <a:solidFill>
                <a:srgbClr val="00B050"/>
              </a:solidFill>
            </a:endParaRPr>
          </a:p>
        </p:txBody>
      </p:sp>
    </p:spTree>
    <p:extLst>
      <p:ext uri="{BB962C8B-B14F-4D97-AF65-F5344CB8AC3E}">
        <p14:creationId xmlns:p14="http://schemas.microsoft.com/office/powerpoint/2010/main" val="3758021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25263-D8F6-D622-102B-B0AB1BA52AFB}"/>
              </a:ext>
            </a:extLst>
          </p:cNvPr>
          <p:cNvSpPr>
            <a:spLocks noGrp="1"/>
          </p:cNvSpPr>
          <p:nvPr>
            <p:ph type="title"/>
          </p:nvPr>
        </p:nvSpPr>
        <p:spPr/>
        <p:txBody>
          <a:bodyPr/>
          <a:lstStyle/>
          <a:p>
            <a:r>
              <a:rPr lang="en-US" dirty="0"/>
              <a:t>10m Ohm resistor</a:t>
            </a:r>
            <a:endParaRPr lang="en-IN" dirty="0"/>
          </a:p>
        </p:txBody>
      </p:sp>
      <p:sp>
        <p:nvSpPr>
          <p:cNvPr id="4" name="Slide Number Placeholder 3">
            <a:extLst>
              <a:ext uri="{FF2B5EF4-FFF2-40B4-BE49-F238E27FC236}">
                <a16:creationId xmlns:a16="http://schemas.microsoft.com/office/drawing/2014/main" id="{B742315F-43BC-8B5A-520F-C6C7CA309D32}"/>
              </a:ext>
            </a:extLst>
          </p:cNvPr>
          <p:cNvSpPr>
            <a:spLocks noGrp="1"/>
          </p:cNvSpPr>
          <p:nvPr>
            <p:ph type="sldNum" sz="quarter" idx="12"/>
          </p:nvPr>
        </p:nvSpPr>
        <p:spPr/>
        <p:txBody>
          <a:bodyPr/>
          <a:lstStyle/>
          <a:p>
            <a:fld id="{028CE896-619B-44F9-BE7F-139D1400166E}" type="slidenum">
              <a:rPr lang="en-US" smtClean="0"/>
              <a:t>33</a:t>
            </a:fld>
            <a:endParaRPr lang="en-US"/>
          </a:p>
        </p:txBody>
      </p:sp>
      <p:pic>
        <p:nvPicPr>
          <p:cNvPr id="6" name="Picture 5">
            <a:extLst>
              <a:ext uri="{FF2B5EF4-FFF2-40B4-BE49-F238E27FC236}">
                <a16:creationId xmlns:a16="http://schemas.microsoft.com/office/drawing/2014/main" id="{24D8F971-54D0-59BA-D448-1DA4DD11AB01}"/>
              </a:ext>
            </a:extLst>
          </p:cNvPr>
          <p:cNvPicPr>
            <a:picLocks noChangeAspect="1"/>
          </p:cNvPicPr>
          <p:nvPr/>
        </p:nvPicPr>
        <p:blipFill>
          <a:blip r:embed="rId2"/>
          <a:stretch>
            <a:fillRect/>
          </a:stretch>
        </p:blipFill>
        <p:spPr>
          <a:xfrm>
            <a:off x="194418" y="1065835"/>
            <a:ext cx="11997582" cy="3970560"/>
          </a:xfrm>
          <a:prstGeom prst="rect">
            <a:avLst/>
          </a:prstGeom>
        </p:spPr>
      </p:pic>
      <p:sp>
        <p:nvSpPr>
          <p:cNvPr id="7" name="Oval 6">
            <a:extLst>
              <a:ext uri="{FF2B5EF4-FFF2-40B4-BE49-F238E27FC236}">
                <a16:creationId xmlns:a16="http://schemas.microsoft.com/office/drawing/2014/main" id="{15C3CE57-F8F8-8614-8FA7-49D4A37F5E82}"/>
              </a:ext>
            </a:extLst>
          </p:cNvPr>
          <p:cNvSpPr/>
          <p:nvPr/>
        </p:nvSpPr>
        <p:spPr>
          <a:xfrm>
            <a:off x="7468768" y="2117810"/>
            <a:ext cx="1562582" cy="48613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8994E0A4-E780-E2D6-3456-C5C850C273B0}"/>
              </a:ext>
            </a:extLst>
          </p:cNvPr>
          <p:cNvSpPr txBox="1"/>
          <p:nvPr/>
        </p:nvSpPr>
        <p:spPr>
          <a:xfrm>
            <a:off x="8935656" y="1520080"/>
            <a:ext cx="1158212" cy="369332"/>
          </a:xfrm>
          <a:prstGeom prst="rect">
            <a:avLst/>
          </a:prstGeom>
          <a:noFill/>
        </p:spPr>
        <p:txBody>
          <a:bodyPr wrap="square" rtlCol="0">
            <a:spAutoFit/>
          </a:bodyPr>
          <a:lstStyle/>
          <a:p>
            <a:r>
              <a:rPr lang="en-US" dirty="0">
                <a:solidFill>
                  <a:srgbClr val="00B050"/>
                </a:solidFill>
              </a:rPr>
              <a:t>10m</a:t>
            </a:r>
            <a:r>
              <a:rPr lang="el-GR" dirty="0">
                <a:solidFill>
                  <a:srgbClr val="00B050"/>
                </a:solidFill>
              </a:rPr>
              <a:t>Ω±</a:t>
            </a:r>
            <a:r>
              <a:rPr lang="en-US" dirty="0">
                <a:solidFill>
                  <a:srgbClr val="00B050"/>
                </a:solidFill>
              </a:rPr>
              <a:t>1%</a:t>
            </a:r>
            <a:endParaRPr lang="en-IN" dirty="0">
              <a:solidFill>
                <a:srgbClr val="00B050"/>
              </a:solidFill>
            </a:endParaRPr>
          </a:p>
        </p:txBody>
      </p:sp>
      <p:sp>
        <p:nvSpPr>
          <p:cNvPr id="9" name="TextBox 8">
            <a:extLst>
              <a:ext uri="{FF2B5EF4-FFF2-40B4-BE49-F238E27FC236}">
                <a16:creationId xmlns:a16="http://schemas.microsoft.com/office/drawing/2014/main" id="{49AA6C7D-20B5-C682-EF37-4BAFDF0B4EA0}"/>
              </a:ext>
            </a:extLst>
          </p:cNvPr>
          <p:cNvSpPr txBox="1"/>
          <p:nvPr/>
        </p:nvSpPr>
        <p:spPr>
          <a:xfrm>
            <a:off x="8935656" y="1796503"/>
            <a:ext cx="1158212" cy="369332"/>
          </a:xfrm>
          <a:prstGeom prst="rect">
            <a:avLst/>
          </a:prstGeom>
          <a:noFill/>
        </p:spPr>
        <p:txBody>
          <a:bodyPr wrap="square" rtlCol="0">
            <a:spAutoFit/>
          </a:bodyPr>
          <a:lstStyle/>
          <a:p>
            <a:r>
              <a:rPr lang="en-US" dirty="0">
                <a:solidFill>
                  <a:srgbClr val="FF0000"/>
                </a:solidFill>
              </a:rPr>
              <a:t>11m</a:t>
            </a:r>
            <a:r>
              <a:rPr lang="el-GR" dirty="0">
                <a:solidFill>
                  <a:srgbClr val="FF0000"/>
                </a:solidFill>
              </a:rPr>
              <a:t>Ω</a:t>
            </a:r>
            <a:endParaRPr lang="en-IN" dirty="0">
              <a:solidFill>
                <a:srgbClr val="FF0000"/>
              </a:solidFill>
            </a:endParaRPr>
          </a:p>
        </p:txBody>
      </p:sp>
      <p:sp>
        <p:nvSpPr>
          <p:cNvPr id="10" name="TextBox 9">
            <a:extLst>
              <a:ext uri="{FF2B5EF4-FFF2-40B4-BE49-F238E27FC236}">
                <a16:creationId xmlns:a16="http://schemas.microsoft.com/office/drawing/2014/main" id="{5C16D215-C914-43BA-3444-1139B60482DC}"/>
              </a:ext>
            </a:extLst>
          </p:cNvPr>
          <p:cNvSpPr txBox="1"/>
          <p:nvPr/>
        </p:nvSpPr>
        <p:spPr>
          <a:xfrm>
            <a:off x="8935656" y="2091215"/>
            <a:ext cx="1158212" cy="369332"/>
          </a:xfrm>
          <a:prstGeom prst="rect">
            <a:avLst/>
          </a:prstGeom>
          <a:noFill/>
        </p:spPr>
        <p:txBody>
          <a:bodyPr wrap="square" rtlCol="0">
            <a:spAutoFit/>
          </a:bodyPr>
          <a:lstStyle/>
          <a:p>
            <a:r>
              <a:rPr lang="en-US" dirty="0">
                <a:solidFill>
                  <a:srgbClr val="0000FF"/>
                </a:solidFill>
              </a:rPr>
              <a:t>8m</a:t>
            </a:r>
            <a:r>
              <a:rPr lang="el-GR" dirty="0">
                <a:solidFill>
                  <a:srgbClr val="0000FF"/>
                </a:solidFill>
              </a:rPr>
              <a:t>Ω</a:t>
            </a:r>
            <a:endParaRPr lang="en-IN" dirty="0">
              <a:solidFill>
                <a:srgbClr val="0000FF"/>
              </a:solidFill>
            </a:endParaRPr>
          </a:p>
        </p:txBody>
      </p:sp>
    </p:spTree>
    <p:extLst>
      <p:ext uri="{BB962C8B-B14F-4D97-AF65-F5344CB8AC3E}">
        <p14:creationId xmlns:p14="http://schemas.microsoft.com/office/powerpoint/2010/main" val="675893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3600-098C-2946-79DD-D6141516AE6F}"/>
              </a:ext>
            </a:extLst>
          </p:cNvPr>
          <p:cNvSpPr>
            <a:spLocks noGrp="1"/>
          </p:cNvSpPr>
          <p:nvPr>
            <p:ph type="title"/>
          </p:nvPr>
        </p:nvSpPr>
        <p:spPr/>
        <p:txBody>
          <a:bodyPr/>
          <a:lstStyle/>
          <a:p>
            <a:r>
              <a:rPr lang="en-US" dirty="0"/>
              <a:t>Phase of 10m Ohm resistor</a:t>
            </a:r>
            <a:endParaRPr lang="en-IN" dirty="0"/>
          </a:p>
        </p:txBody>
      </p:sp>
      <p:sp>
        <p:nvSpPr>
          <p:cNvPr id="4" name="Slide Number Placeholder 3">
            <a:extLst>
              <a:ext uri="{FF2B5EF4-FFF2-40B4-BE49-F238E27FC236}">
                <a16:creationId xmlns:a16="http://schemas.microsoft.com/office/drawing/2014/main" id="{F8408496-A938-80BE-FD95-203E78F07AC2}"/>
              </a:ext>
            </a:extLst>
          </p:cNvPr>
          <p:cNvSpPr>
            <a:spLocks noGrp="1"/>
          </p:cNvSpPr>
          <p:nvPr>
            <p:ph type="sldNum" sz="quarter" idx="12"/>
          </p:nvPr>
        </p:nvSpPr>
        <p:spPr/>
        <p:txBody>
          <a:bodyPr/>
          <a:lstStyle/>
          <a:p>
            <a:fld id="{028CE896-619B-44F9-BE7F-139D1400166E}" type="slidenum">
              <a:rPr lang="en-US" smtClean="0"/>
              <a:t>34</a:t>
            </a:fld>
            <a:endParaRPr lang="en-US"/>
          </a:p>
        </p:txBody>
      </p:sp>
      <p:pic>
        <p:nvPicPr>
          <p:cNvPr id="6" name="Picture 5">
            <a:extLst>
              <a:ext uri="{FF2B5EF4-FFF2-40B4-BE49-F238E27FC236}">
                <a16:creationId xmlns:a16="http://schemas.microsoft.com/office/drawing/2014/main" id="{A8F091C6-B9C3-8648-DC81-D40DAD717140}"/>
              </a:ext>
            </a:extLst>
          </p:cNvPr>
          <p:cNvPicPr>
            <a:picLocks noChangeAspect="1"/>
          </p:cNvPicPr>
          <p:nvPr/>
        </p:nvPicPr>
        <p:blipFill>
          <a:blip r:embed="rId2"/>
          <a:stretch>
            <a:fillRect/>
          </a:stretch>
        </p:blipFill>
        <p:spPr>
          <a:xfrm>
            <a:off x="2314151" y="826979"/>
            <a:ext cx="7524329" cy="5016219"/>
          </a:xfrm>
          <a:prstGeom prst="rect">
            <a:avLst/>
          </a:prstGeom>
        </p:spPr>
      </p:pic>
      <p:sp>
        <p:nvSpPr>
          <p:cNvPr id="7" name="TextBox 6">
            <a:extLst>
              <a:ext uri="{FF2B5EF4-FFF2-40B4-BE49-F238E27FC236}">
                <a16:creationId xmlns:a16="http://schemas.microsoft.com/office/drawing/2014/main" id="{A8EB8E04-9F02-E42E-4D74-0C3CCFAC52EE}"/>
              </a:ext>
            </a:extLst>
          </p:cNvPr>
          <p:cNvSpPr txBox="1"/>
          <p:nvPr/>
        </p:nvSpPr>
        <p:spPr>
          <a:xfrm>
            <a:off x="6261904" y="1083835"/>
            <a:ext cx="2025570" cy="369332"/>
          </a:xfrm>
          <a:prstGeom prst="rect">
            <a:avLst/>
          </a:prstGeom>
          <a:noFill/>
        </p:spPr>
        <p:txBody>
          <a:bodyPr wrap="square" rtlCol="0">
            <a:spAutoFit/>
          </a:bodyPr>
          <a:lstStyle/>
          <a:p>
            <a:r>
              <a:rPr lang="en-US" dirty="0">
                <a:highlight>
                  <a:srgbClr val="FFFF00"/>
                </a:highlight>
              </a:rPr>
              <a:t>Z = R + </a:t>
            </a:r>
            <a:r>
              <a:rPr lang="en-US" dirty="0" err="1">
                <a:highlight>
                  <a:srgbClr val="FFFF00"/>
                </a:highlight>
              </a:rPr>
              <a:t>jwL</a:t>
            </a:r>
            <a:endParaRPr lang="en-IN" dirty="0">
              <a:highlight>
                <a:srgbClr val="FFFF00"/>
              </a:highlight>
            </a:endParaRPr>
          </a:p>
        </p:txBody>
      </p:sp>
      <p:sp>
        <p:nvSpPr>
          <p:cNvPr id="10" name="Oval 9">
            <a:extLst>
              <a:ext uri="{FF2B5EF4-FFF2-40B4-BE49-F238E27FC236}">
                <a16:creationId xmlns:a16="http://schemas.microsoft.com/office/drawing/2014/main" id="{AA01E59D-62C0-BED7-35A4-44DBCAC96FAA}"/>
              </a:ext>
            </a:extLst>
          </p:cNvPr>
          <p:cNvSpPr/>
          <p:nvPr/>
        </p:nvSpPr>
        <p:spPr>
          <a:xfrm>
            <a:off x="3588152" y="3924346"/>
            <a:ext cx="2812648" cy="90176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DE1D9759-F616-1144-548D-96D2652AD90C}"/>
              </a:ext>
            </a:extLst>
          </p:cNvPr>
          <p:cNvSpPr txBox="1"/>
          <p:nvPr/>
        </p:nvSpPr>
        <p:spPr>
          <a:xfrm>
            <a:off x="566621" y="5754753"/>
            <a:ext cx="3877023" cy="369332"/>
          </a:xfrm>
          <a:prstGeom prst="rect">
            <a:avLst/>
          </a:prstGeom>
          <a:noFill/>
        </p:spPr>
        <p:txBody>
          <a:bodyPr wrap="none" rtlCol="0">
            <a:spAutoFit/>
          </a:bodyPr>
          <a:lstStyle/>
          <a:p>
            <a:pPr marL="285750" indent="-285750">
              <a:buFont typeface="Arial" panose="020B0604020202020204" pitchFamily="34" charset="0"/>
              <a:buChar char="•"/>
            </a:pPr>
            <a:r>
              <a:rPr lang="en-US" dirty="0"/>
              <a:t>Failing to sample the phase properly</a:t>
            </a:r>
            <a:endParaRPr lang="en-IN" dirty="0"/>
          </a:p>
        </p:txBody>
      </p:sp>
    </p:spTree>
    <p:extLst>
      <p:ext uri="{BB962C8B-B14F-4D97-AF65-F5344CB8AC3E}">
        <p14:creationId xmlns:p14="http://schemas.microsoft.com/office/powerpoint/2010/main" val="4288647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0FF9-345C-E7CA-BCDE-6B8BC9895C1A}"/>
              </a:ext>
            </a:extLst>
          </p:cNvPr>
          <p:cNvSpPr>
            <a:spLocks noGrp="1"/>
          </p:cNvSpPr>
          <p:nvPr>
            <p:ph type="title"/>
          </p:nvPr>
        </p:nvSpPr>
        <p:spPr/>
        <p:txBody>
          <a:bodyPr/>
          <a:lstStyle/>
          <a:p>
            <a:r>
              <a:rPr lang="en-US" dirty="0"/>
              <a:t>Attenuator setup</a:t>
            </a:r>
            <a:endParaRPr lang="en-IN" dirty="0"/>
          </a:p>
        </p:txBody>
      </p:sp>
      <p:sp>
        <p:nvSpPr>
          <p:cNvPr id="4" name="Slide Number Placeholder 3">
            <a:extLst>
              <a:ext uri="{FF2B5EF4-FFF2-40B4-BE49-F238E27FC236}">
                <a16:creationId xmlns:a16="http://schemas.microsoft.com/office/drawing/2014/main" id="{E36EE2BB-D20C-7935-2642-69D69A86CBB1}"/>
              </a:ext>
            </a:extLst>
          </p:cNvPr>
          <p:cNvSpPr>
            <a:spLocks noGrp="1"/>
          </p:cNvSpPr>
          <p:nvPr>
            <p:ph type="sldNum" sz="quarter" idx="12"/>
          </p:nvPr>
        </p:nvSpPr>
        <p:spPr/>
        <p:txBody>
          <a:bodyPr/>
          <a:lstStyle/>
          <a:p>
            <a:fld id="{028CE896-619B-44F9-BE7F-139D1400166E}" type="slidenum">
              <a:rPr lang="en-US" smtClean="0"/>
              <a:t>35</a:t>
            </a:fld>
            <a:endParaRPr lang="en-US"/>
          </a:p>
        </p:txBody>
      </p:sp>
      <p:pic>
        <p:nvPicPr>
          <p:cNvPr id="6" name="Picture 5">
            <a:extLst>
              <a:ext uri="{FF2B5EF4-FFF2-40B4-BE49-F238E27FC236}">
                <a16:creationId xmlns:a16="http://schemas.microsoft.com/office/drawing/2014/main" id="{0010C121-CD0A-6C4F-45DD-29B32689EA4B}"/>
              </a:ext>
            </a:extLst>
          </p:cNvPr>
          <p:cNvPicPr>
            <a:picLocks noChangeAspect="1"/>
          </p:cNvPicPr>
          <p:nvPr/>
        </p:nvPicPr>
        <p:blipFill>
          <a:blip r:embed="rId2"/>
          <a:stretch>
            <a:fillRect/>
          </a:stretch>
        </p:blipFill>
        <p:spPr>
          <a:xfrm>
            <a:off x="585787" y="2124075"/>
            <a:ext cx="11020425" cy="2609850"/>
          </a:xfrm>
          <a:prstGeom prst="rect">
            <a:avLst/>
          </a:prstGeom>
        </p:spPr>
      </p:pic>
      <p:sp>
        <p:nvSpPr>
          <p:cNvPr id="7" name="Rectangle 6">
            <a:extLst>
              <a:ext uri="{FF2B5EF4-FFF2-40B4-BE49-F238E27FC236}">
                <a16:creationId xmlns:a16="http://schemas.microsoft.com/office/drawing/2014/main" id="{BBBF58B0-E564-C9B1-83BB-7D84E17AFEF9}"/>
              </a:ext>
            </a:extLst>
          </p:cNvPr>
          <p:cNvSpPr/>
          <p:nvPr/>
        </p:nvSpPr>
        <p:spPr>
          <a:xfrm>
            <a:off x="2152890" y="2124075"/>
            <a:ext cx="2615879" cy="2494224"/>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76D376D-29B2-5FC4-04E0-26DC6FD0999C}"/>
              </a:ext>
            </a:extLst>
          </p:cNvPr>
          <p:cNvSpPr/>
          <p:nvPr/>
        </p:nvSpPr>
        <p:spPr>
          <a:xfrm>
            <a:off x="4768770" y="2176041"/>
            <a:ext cx="2430683" cy="2442258"/>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B8416CDE-001D-08FF-0854-27443DB4F463}"/>
              </a:ext>
            </a:extLst>
          </p:cNvPr>
          <p:cNvSpPr/>
          <p:nvPr/>
        </p:nvSpPr>
        <p:spPr>
          <a:xfrm>
            <a:off x="7199453" y="2176041"/>
            <a:ext cx="4406759" cy="2442258"/>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69A2E583-7A51-6E67-10BC-0BC164F08AE6}"/>
              </a:ext>
            </a:extLst>
          </p:cNvPr>
          <p:cNvSpPr txBox="1"/>
          <p:nvPr/>
        </p:nvSpPr>
        <p:spPr>
          <a:xfrm>
            <a:off x="2957330" y="4306780"/>
            <a:ext cx="1006997" cy="369332"/>
          </a:xfrm>
          <a:prstGeom prst="rect">
            <a:avLst/>
          </a:prstGeom>
          <a:noFill/>
        </p:spPr>
        <p:txBody>
          <a:bodyPr wrap="square" rtlCol="0">
            <a:spAutoFit/>
          </a:bodyPr>
          <a:lstStyle/>
          <a:p>
            <a:r>
              <a:rPr lang="en-US" dirty="0">
                <a:highlight>
                  <a:srgbClr val="FFFF00"/>
                </a:highlight>
              </a:rPr>
              <a:t>-30dB</a:t>
            </a:r>
            <a:endParaRPr lang="en-IN" dirty="0">
              <a:highlight>
                <a:srgbClr val="FFFF00"/>
              </a:highlight>
            </a:endParaRPr>
          </a:p>
        </p:txBody>
      </p:sp>
      <p:sp>
        <p:nvSpPr>
          <p:cNvPr id="11" name="TextBox 10">
            <a:extLst>
              <a:ext uri="{FF2B5EF4-FFF2-40B4-BE49-F238E27FC236}">
                <a16:creationId xmlns:a16="http://schemas.microsoft.com/office/drawing/2014/main" id="{123ABCE2-869D-27AD-217B-1DBC00CA6E8B}"/>
              </a:ext>
            </a:extLst>
          </p:cNvPr>
          <p:cNvSpPr txBox="1"/>
          <p:nvPr/>
        </p:nvSpPr>
        <p:spPr>
          <a:xfrm>
            <a:off x="5737351" y="4300933"/>
            <a:ext cx="1006997" cy="369332"/>
          </a:xfrm>
          <a:prstGeom prst="rect">
            <a:avLst/>
          </a:prstGeom>
          <a:noFill/>
        </p:spPr>
        <p:txBody>
          <a:bodyPr wrap="square" rtlCol="0">
            <a:spAutoFit/>
          </a:bodyPr>
          <a:lstStyle/>
          <a:p>
            <a:r>
              <a:rPr lang="en-US" dirty="0">
                <a:highlight>
                  <a:srgbClr val="FFFF00"/>
                </a:highlight>
              </a:rPr>
              <a:t>-30dB</a:t>
            </a:r>
            <a:endParaRPr lang="en-IN" dirty="0">
              <a:highlight>
                <a:srgbClr val="FFFF00"/>
              </a:highlight>
            </a:endParaRPr>
          </a:p>
        </p:txBody>
      </p:sp>
      <p:sp>
        <p:nvSpPr>
          <p:cNvPr id="12" name="Left Brace 11">
            <a:extLst>
              <a:ext uri="{FF2B5EF4-FFF2-40B4-BE49-F238E27FC236}">
                <a16:creationId xmlns:a16="http://schemas.microsoft.com/office/drawing/2014/main" id="{7DEF2378-7014-2DCA-CBCD-5103539BC336}"/>
              </a:ext>
            </a:extLst>
          </p:cNvPr>
          <p:cNvSpPr/>
          <p:nvPr/>
        </p:nvSpPr>
        <p:spPr>
          <a:xfrm rot="5400000">
            <a:off x="8427498" y="3103852"/>
            <a:ext cx="480351" cy="8912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Left Brace 12">
            <a:extLst>
              <a:ext uri="{FF2B5EF4-FFF2-40B4-BE49-F238E27FC236}">
                <a16:creationId xmlns:a16="http://schemas.microsoft.com/office/drawing/2014/main" id="{11251DC9-08EB-5637-AEE4-DC24031EEE58}"/>
              </a:ext>
            </a:extLst>
          </p:cNvPr>
          <p:cNvSpPr/>
          <p:nvPr/>
        </p:nvSpPr>
        <p:spPr>
          <a:xfrm rot="5400000">
            <a:off x="7501689" y="3103852"/>
            <a:ext cx="480351" cy="8912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Left Brace 13">
            <a:extLst>
              <a:ext uri="{FF2B5EF4-FFF2-40B4-BE49-F238E27FC236}">
                <a16:creationId xmlns:a16="http://schemas.microsoft.com/office/drawing/2014/main" id="{23FD8742-6AC9-C5D9-3CC3-558B8F4D3D4D}"/>
              </a:ext>
            </a:extLst>
          </p:cNvPr>
          <p:cNvSpPr/>
          <p:nvPr/>
        </p:nvSpPr>
        <p:spPr>
          <a:xfrm rot="5400000">
            <a:off x="9353309" y="3103852"/>
            <a:ext cx="480351" cy="8912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5" name="Left Brace 14">
            <a:extLst>
              <a:ext uri="{FF2B5EF4-FFF2-40B4-BE49-F238E27FC236}">
                <a16:creationId xmlns:a16="http://schemas.microsoft.com/office/drawing/2014/main" id="{6AC04DAD-B483-E5E7-5BBD-D394A5391014}"/>
              </a:ext>
            </a:extLst>
          </p:cNvPr>
          <p:cNvSpPr/>
          <p:nvPr/>
        </p:nvSpPr>
        <p:spPr>
          <a:xfrm rot="5400000">
            <a:off x="10244559" y="3102794"/>
            <a:ext cx="480351" cy="8912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Left Brace 15">
            <a:extLst>
              <a:ext uri="{FF2B5EF4-FFF2-40B4-BE49-F238E27FC236}">
                <a16:creationId xmlns:a16="http://schemas.microsoft.com/office/drawing/2014/main" id="{F7EBC399-9887-902E-634D-837E20D8F5CF}"/>
              </a:ext>
            </a:extLst>
          </p:cNvPr>
          <p:cNvSpPr/>
          <p:nvPr/>
        </p:nvSpPr>
        <p:spPr>
          <a:xfrm rot="5400000">
            <a:off x="11038016" y="3220401"/>
            <a:ext cx="495102" cy="6412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8" name="TextBox 17">
            <a:extLst>
              <a:ext uri="{FF2B5EF4-FFF2-40B4-BE49-F238E27FC236}">
                <a16:creationId xmlns:a16="http://schemas.microsoft.com/office/drawing/2014/main" id="{2E925D84-35E1-AB3D-6EAF-507D27497773}"/>
              </a:ext>
            </a:extLst>
          </p:cNvPr>
          <p:cNvSpPr txBox="1"/>
          <p:nvPr/>
        </p:nvSpPr>
        <p:spPr>
          <a:xfrm>
            <a:off x="7413582" y="2874473"/>
            <a:ext cx="1006997" cy="369332"/>
          </a:xfrm>
          <a:prstGeom prst="rect">
            <a:avLst/>
          </a:prstGeom>
          <a:noFill/>
        </p:spPr>
        <p:txBody>
          <a:bodyPr wrap="square" rtlCol="0">
            <a:spAutoFit/>
          </a:bodyPr>
          <a:lstStyle/>
          <a:p>
            <a:r>
              <a:rPr lang="en-US" dirty="0">
                <a:highlight>
                  <a:srgbClr val="FFFF00"/>
                </a:highlight>
              </a:rPr>
              <a:t>-20dB</a:t>
            </a:r>
            <a:endParaRPr lang="en-IN" dirty="0">
              <a:highlight>
                <a:srgbClr val="FFFF00"/>
              </a:highlight>
            </a:endParaRPr>
          </a:p>
        </p:txBody>
      </p:sp>
      <p:sp>
        <p:nvSpPr>
          <p:cNvPr id="19" name="TextBox 18">
            <a:extLst>
              <a:ext uri="{FF2B5EF4-FFF2-40B4-BE49-F238E27FC236}">
                <a16:creationId xmlns:a16="http://schemas.microsoft.com/office/drawing/2014/main" id="{A9C58AF0-55FA-99F7-BDAB-0E1AA89F5EF0}"/>
              </a:ext>
            </a:extLst>
          </p:cNvPr>
          <p:cNvSpPr txBox="1"/>
          <p:nvPr/>
        </p:nvSpPr>
        <p:spPr>
          <a:xfrm>
            <a:off x="8281851" y="2871579"/>
            <a:ext cx="1006997" cy="369332"/>
          </a:xfrm>
          <a:prstGeom prst="rect">
            <a:avLst/>
          </a:prstGeom>
          <a:noFill/>
        </p:spPr>
        <p:txBody>
          <a:bodyPr wrap="square" rtlCol="0">
            <a:spAutoFit/>
          </a:bodyPr>
          <a:lstStyle/>
          <a:p>
            <a:r>
              <a:rPr lang="en-US" dirty="0">
                <a:highlight>
                  <a:srgbClr val="FFFF00"/>
                </a:highlight>
              </a:rPr>
              <a:t>-10dB</a:t>
            </a:r>
            <a:endParaRPr lang="en-IN" dirty="0">
              <a:highlight>
                <a:srgbClr val="FFFF00"/>
              </a:highlight>
            </a:endParaRPr>
          </a:p>
        </p:txBody>
      </p:sp>
      <p:sp>
        <p:nvSpPr>
          <p:cNvPr id="20" name="TextBox 19">
            <a:extLst>
              <a:ext uri="{FF2B5EF4-FFF2-40B4-BE49-F238E27FC236}">
                <a16:creationId xmlns:a16="http://schemas.microsoft.com/office/drawing/2014/main" id="{9579DCAC-FAE6-41A0-B4DB-927BE939B296}"/>
              </a:ext>
            </a:extLst>
          </p:cNvPr>
          <p:cNvSpPr txBox="1"/>
          <p:nvPr/>
        </p:nvSpPr>
        <p:spPr>
          <a:xfrm>
            <a:off x="9230976" y="2877367"/>
            <a:ext cx="1006997" cy="369332"/>
          </a:xfrm>
          <a:prstGeom prst="rect">
            <a:avLst/>
          </a:prstGeom>
          <a:noFill/>
        </p:spPr>
        <p:txBody>
          <a:bodyPr wrap="square" rtlCol="0">
            <a:spAutoFit/>
          </a:bodyPr>
          <a:lstStyle/>
          <a:p>
            <a:r>
              <a:rPr lang="en-US" dirty="0">
                <a:highlight>
                  <a:srgbClr val="FFFF00"/>
                </a:highlight>
              </a:rPr>
              <a:t>-6dB</a:t>
            </a:r>
            <a:endParaRPr lang="en-IN" dirty="0">
              <a:highlight>
                <a:srgbClr val="FFFF00"/>
              </a:highlight>
            </a:endParaRPr>
          </a:p>
        </p:txBody>
      </p:sp>
      <p:sp>
        <p:nvSpPr>
          <p:cNvPr id="21" name="TextBox 20">
            <a:extLst>
              <a:ext uri="{FF2B5EF4-FFF2-40B4-BE49-F238E27FC236}">
                <a16:creationId xmlns:a16="http://schemas.microsoft.com/office/drawing/2014/main" id="{94EC3874-B7E7-812F-0BA9-B519E972D6D6}"/>
              </a:ext>
            </a:extLst>
          </p:cNvPr>
          <p:cNvSpPr txBox="1"/>
          <p:nvPr/>
        </p:nvSpPr>
        <p:spPr>
          <a:xfrm>
            <a:off x="10087503" y="2865451"/>
            <a:ext cx="1006997" cy="369332"/>
          </a:xfrm>
          <a:prstGeom prst="rect">
            <a:avLst/>
          </a:prstGeom>
          <a:noFill/>
        </p:spPr>
        <p:txBody>
          <a:bodyPr wrap="square" rtlCol="0">
            <a:spAutoFit/>
          </a:bodyPr>
          <a:lstStyle/>
          <a:p>
            <a:r>
              <a:rPr lang="en-US" dirty="0">
                <a:highlight>
                  <a:srgbClr val="FFFF00"/>
                </a:highlight>
              </a:rPr>
              <a:t>-3dB</a:t>
            </a:r>
            <a:endParaRPr lang="en-IN" dirty="0">
              <a:highlight>
                <a:srgbClr val="FFFF00"/>
              </a:highlight>
            </a:endParaRPr>
          </a:p>
        </p:txBody>
      </p:sp>
      <p:sp>
        <p:nvSpPr>
          <p:cNvPr id="22" name="TextBox 21">
            <a:extLst>
              <a:ext uri="{FF2B5EF4-FFF2-40B4-BE49-F238E27FC236}">
                <a16:creationId xmlns:a16="http://schemas.microsoft.com/office/drawing/2014/main" id="{C6245031-9B63-ECCE-1BA9-E666ED28B1E7}"/>
              </a:ext>
            </a:extLst>
          </p:cNvPr>
          <p:cNvSpPr txBox="1"/>
          <p:nvPr/>
        </p:nvSpPr>
        <p:spPr>
          <a:xfrm>
            <a:off x="10928842" y="2871580"/>
            <a:ext cx="1006997" cy="369332"/>
          </a:xfrm>
          <a:prstGeom prst="rect">
            <a:avLst/>
          </a:prstGeom>
          <a:noFill/>
        </p:spPr>
        <p:txBody>
          <a:bodyPr wrap="square" rtlCol="0">
            <a:spAutoFit/>
          </a:bodyPr>
          <a:lstStyle/>
          <a:p>
            <a:r>
              <a:rPr lang="en-US" dirty="0">
                <a:highlight>
                  <a:srgbClr val="FFFF00"/>
                </a:highlight>
              </a:rPr>
              <a:t>-1dB</a:t>
            </a:r>
            <a:endParaRPr lang="en-IN" dirty="0">
              <a:highlight>
                <a:srgbClr val="FFFF00"/>
              </a:highlight>
            </a:endParaRPr>
          </a:p>
        </p:txBody>
      </p:sp>
    </p:spTree>
    <p:extLst>
      <p:ext uri="{BB962C8B-B14F-4D97-AF65-F5344CB8AC3E}">
        <p14:creationId xmlns:p14="http://schemas.microsoft.com/office/powerpoint/2010/main" val="10307264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CA11-C15A-DD6D-EC58-D5F5F1D12276}"/>
              </a:ext>
            </a:extLst>
          </p:cNvPr>
          <p:cNvSpPr>
            <a:spLocks noGrp="1"/>
          </p:cNvSpPr>
          <p:nvPr>
            <p:ph type="title"/>
          </p:nvPr>
        </p:nvSpPr>
        <p:spPr/>
        <p:txBody>
          <a:bodyPr/>
          <a:lstStyle/>
          <a:p>
            <a:r>
              <a:rPr lang="en-US" dirty="0"/>
              <a:t>Consistency check</a:t>
            </a:r>
            <a:endParaRPr lang="en-IN" dirty="0"/>
          </a:p>
        </p:txBody>
      </p:sp>
      <p:sp>
        <p:nvSpPr>
          <p:cNvPr id="4" name="Slide Number Placeholder 3">
            <a:extLst>
              <a:ext uri="{FF2B5EF4-FFF2-40B4-BE49-F238E27FC236}">
                <a16:creationId xmlns:a16="http://schemas.microsoft.com/office/drawing/2014/main" id="{324D105B-3C18-1E6D-36A1-9B7CF4636AD0}"/>
              </a:ext>
            </a:extLst>
          </p:cNvPr>
          <p:cNvSpPr>
            <a:spLocks noGrp="1"/>
          </p:cNvSpPr>
          <p:nvPr>
            <p:ph type="sldNum" sz="quarter" idx="12"/>
          </p:nvPr>
        </p:nvSpPr>
        <p:spPr/>
        <p:txBody>
          <a:bodyPr/>
          <a:lstStyle/>
          <a:p>
            <a:fld id="{028CE896-619B-44F9-BE7F-139D1400166E}" type="slidenum">
              <a:rPr lang="en-US" smtClean="0"/>
              <a:t>36</a:t>
            </a:fld>
            <a:endParaRPr lang="en-US"/>
          </a:p>
        </p:txBody>
      </p:sp>
      <p:pic>
        <p:nvPicPr>
          <p:cNvPr id="6" name="Picture 5">
            <a:extLst>
              <a:ext uri="{FF2B5EF4-FFF2-40B4-BE49-F238E27FC236}">
                <a16:creationId xmlns:a16="http://schemas.microsoft.com/office/drawing/2014/main" id="{067980C5-65A6-FC03-229D-F3DF8CBAFFB3}"/>
              </a:ext>
            </a:extLst>
          </p:cNvPr>
          <p:cNvPicPr>
            <a:picLocks noChangeAspect="1"/>
          </p:cNvPicPr>
          <p:nvPr/>
        </p:nvPicPr>
        <p:blipFill>
          <a:blip r:embed="rId2"/>
          <a:stretch>
            <a:fillRect/>
          </a:stretch>
        </p:blipFill>
        <p:spPr>
          <a:xfrm>
            <a:off x="-1" y="830085"/>
            <a:ext cx="12125325" cy="4210050"/>
          </a:xfrm>
          <a:prstGeom prst="rect">
            <a:avLst/>
          </a:prstGeom>
        </p:spPr>
      </p:pic>
      <p:sp>
        <p:nvSpPr>
          <p:cNvPr id="7" name="TextBox 6">
            <a:extLst>
              <a:ext uri="{FF2B5EF4-FFF2-40B4-BE49-F238E27FC236}">
                <a16:creationId xmlns:a16="http://schemas.microsoft.com/office/drawing/2014/main" id="{1E255234-9559-4A2A-C56B-B60D4110A0FE}"/>
              </a:ext>
            </a:extLst>
          </p:cNvPr>
          <p:cNvSpPr txBox="1"/>
          <p:nvPr/>
        </p:nvSpPr>
        <p:spPr>
          <a:xfrm>
            <a:off x="8332015" y="2560105"/>
            <a:ext cx="821803" cy="369332"/>
          </a:xfrm>
          <a:prstGeom prst="rect">
            <a:avLst/>
          </a:prstGeom>
          <a:noFill/>
        </p:spPr>
        <p:txBody>
          <a:bodyPr wrap="square" rtlCol="0">
            <a:spAutoFit/>
          </a:bodyPr>
          <a:lstStyle/>
          <a:p>
            <a:r>
              <a:rPr lang="en-US" dirty="0">
                <a:solidFill>
                  <a:srgbClr val="FF0000"/>
                </a:solidFill>
              </a:rPr>
              <a:t>5°</a:t>
            </a:r>
            <a:endParaRPr lang="en-IN" dirty="0">
              <a:solidFill>
                <a:srgbClr val="FF0000"/>
              </a:solidFill>
            </a:endParaRPr>
          </a:p>
        </p:txBody>
      </p:sp>
      <p:sp>
        <p:nvSpPr>
          <p:cNvPr id="9" name="TextBox 8">
            <a:extLst>
              <a:ext uri="{FF2B5EF4-FFF2-40B4-BE49-F238E27FC236}">
                <a16:creationId xmlns:a16="http://schemas.microsoft.com/office/drawing/2014/main" id="{56A220C6-94CB-C6B4-8EDB-D3E357F4AA53}"/>
              </a:ext>
            </a:extLst>
          </p:cNvPr>
          <p:cNvSpPr txBox="1"/>
          <p:nvPr/>
        </p:nvSpPr>
        <p:spPr>
          <a:xfrm>
            <a:off x="8482313" y="2987813"/>
            <a:ext cx="821803" cy="369332"/>
          </a:xfrm>
          <a:prstGeom prst="rect">
            <a:avLst/>
          </a:prstGeom>
          <a:noFill/>
        </p:spPr>
        <p:txBody>
          <a:bodyPr wrap="square" rtlCol="0">
            <a:spAutoFit/>
          </a:bodyPr>
          <a:lstStyle/>
          <a:p>
            <a:r>
              <a:rPr lang="en-US" dirty="0">
                <a:solidFill>
                  <a:srgbClr val="0000FF"/>
                </a:solidFill>
              </a:rPr>
              <a:t>50°</a:t>
            </a:r>
            <a:endParaRPr lang="en-IN" dirty="0">
              <a:solidFill>
                <a:srgbClr val="0000FF"/>
              </a:solidFill>
            </a:endParaRPr>
          </a:p>
        </p:txBody>
      </p:sp>
      <p:sp>
        <p:nvSpPr>
          <p:cNvPr id="10" name="TextBox 9">
            <a:extLst>
              <a:ext uri="{FF2B5EF4-FFF2-40B4-BE49-F238E27FC236}">
                <a16:creationId xmlns:a16="http://schemas.microsoft.com/office/drawing/2014/main" id="{D1CC3C11-EF21-8BD7-C7C2-9A115AA9B0E2}"/>
              </a:ext>
            </a:extLst>
          </p:cNvPr>
          <p:cNvSpPr txBox="1"/>
          <p:nvPr/>
        </p:nvSpPr>
        <p:spPr>
          <a:xfrm>
            <a:off x="8688900" y="3829233"/>
            <a:ext cx="821803" cy="369332"/>
          </a:xfrm>
          <a:prstGeom prst="rect">
            <a:avLst/>
          </a:prstGeom>
          <a:noFill/>
        </p:spPr>
        <p:txBody>
          <a:bodyPr wrap="square" rtlCol="0">
            <a:spAutoFit/>
          </a:bodyPr>
          <a:lstStyle/>
          <a:p>
            <a:r>
              <a:rPr lang="en-US" dirty="0">
                <a:solidFill>
                  <a:srgbClr val="EE12CF"/>
                </a:solidFill>
              </a:rPr>
              <a:t>70°</a:t>
            </a:r>
            <a:endParaRPr lang="en-IN" dirty="0">
              <a:solidFill>
                <a:srgbClr val="EE12CF"/>
              </a:solidFill>
            </a:endParaRPr>
          </a:p>
        </p:txBody>
      </p:sp>
      <p:sp>
        <p:nvSpPr>
          <p:cNvPr id="11" name="TextBox 10">
            <a:extLst>
              <a:ext uri="{FF2B5EF4-FFF2-40B4-BE49-F238E27FC236}">
                <a16:creationId xmlns:a16="http://schemas.microsoft.com/office/drawing/2014/main" id="{43F54089-D466-D672-CAF8-51B96BDC08FF}"/>
              </a:ext>
            </a:extLst>
          </p:cNvPr>
          <p:cNvSpPr txBox="1"/>
          <p:nvPr/>
        </p:nvSpPr>
        <p:spPr>
          <a:xfrm>
            <a:off x="7965655" y="3316190"/>
            <a:ext cx="821803" cy="369332"/>
          </a:xfrm>
          <a:prstGeom prst="rect">
            <a:avLst/>
          </a:prstGeom>
          <a:noFill/>
        </p:spPr>
        <p:txBody>
          <a:bodyPr wrap="square" rtlCol="0">
            <a:spAutoFit/>
          </a:bodyPr>
          <a:lstStyle/>
          <a:p>
            <a:r>
              <a:rPr lang="en-US" dirty="0">
                <a:solidFill>
                  <a:srgbClr val="00B0F0"/>
                </a:solidFill>
              </a:rPr>
              <a:t>50°</a:t>
            </a:r>
            <a:endParaRPr lang="en-IN" dirty="0">
              <a:solidFill>
                <a:srgbClr val="00B0F0"/>
              </a:solidFill>
            </a:endParaRPr>
          </a:p>
        </p:txBody>
      </p:sp>
      <p:sp>
        <p:nvSpPr>
          <p:cNvPr id="13" name="TextBox 12">
            <a:extLst>
              <a:ext uri="{FF2B5EF4-FFF2-40B4-BE49-F238E27FC236}">
                <a16:creationId xmlns:a16="http://schemas.microsoft.com/office/drawing/2014/main" id="{EF411CA6-2D9B-24EB-8131-BAF6621F6983}"/>
              </a:ext>
            </a:extLst>
          </p:cNvPr>
          <p:cNvSpPr txBox="1"/>
          <p:nvPr/>
        </p:nvSpPr>
        <p:spPr>
          <a:xfrm>
            <a:off x="317168" y="5658584"/>
            <a:ext cx="11083895" cy="369332"/>
          </a:xfrm>
          <a:prstGeom prst="rect">
            <a:avLst/>
          </a:prstGeom>
          <a:noFill/>
        </p:spPr>
        <p:txBody>
          <a:bodyPr wrap="square">
            <a:spAutoFit/>
          </a:bodyPr>
          <a:lstStyle/>
          <a:p>
            <a:r>
              <a:rPr lang="en-IN" dirty="0"/>
              <a:t>Supporting resource from Tim Wang Lee: https://groups.io/g/VNWA/topic/looking_for_ways_to_improve/74472949</a:t>
            </a:r>
          </a:p>
        </p:txBody>
      </p:sp>
    </p:spTree>
    <p:extLst>
      <p:ext uri="{BB962C8B-B14F-4D97-AF65-F5344CB8AC3E}">
        <p14:creationId xmlns:p14="http://schemas.microsoft.com/office/powerpoint/2010/main" val="4094725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010E5-5118-1EC2-7344-7BFB0D29C176}"/>
              </a:ext>
            </a:extLst>
          </p:cNvPr>
          <p:cNvSpPr>
            <a:spLocks noGrp="1"/>
          </p:cNvSpPr>
          <p:nvPr>
            <p:ph type="title"/>
          </p:nvPr>
        </p:nvSpPr>
        <p:spPr/>
        <p:txBody>
          <a:bodyPr/>
          <a:lstStyle/>
          <a:p>
            <a:r>
              <a:rPr lang="en-US" dirty="0"/>
              <a:t>Via - layer 2</a:t>
            </a:r>
            <a:endParaRPr lang="en-IN" dirty="0"/>
          </a:p>
        </p:txBody>
      </p:sp>
      <p:sp>
        <p:nvSpPr>
          <p:cNvPr id="4" name="Slide Number Placeholder 3">
            <a:extLst>
              <a:ext uri="{FF2B5EF4-FFF2-40B4-BE49-F238E27FC236}">
                <a16:creationId xmlns:a16="http://schemas.microsoft.com/office/drawing/2014/main" id="{C8BAC035-C44C-EDEA-A8F6-D88D626DB8B2}"/>
              </a:ext>
            </a:extLst>
          </p:cNvPr>
          <p:cNvSpPr>
            <a:spLocks noGrp="1"/>
          </p:cNvSpPr>
          <p:nvPr>
            <p:ph type="sldNum" sz="quarter" idx="12"/>
          </p:nvPr>
        </p:nvSpPr>
        <p:spPr/>
        <p:txBody>
          <a:bodyPr/>
          <a:lstStyle/>
          <a:p>
            <a:fld id="{028CE896-619B-44F9-BE7F-139D1400166E}" type="slidenum">
              <a:rPr lang="en-US" smtClean="0"/>
              <a:t>37</a:t>
            </a:fld>
            <a:endParaRPr lang="en-US"/>
          </a:p>
        </p:txBody>
      </p:sp>
      <p:pic>
        <p:nvPicPr>
          <p:cNvPr id="6" name="Picture 5">
            <a:extLst>
              <a:ext uri="{FF2B5EF4-FFF2-40B4-BE49-F238E27FC236}">
                <a16:creationId xmlns:a16="http://schemas.microsoft.com/office/drawing/2014/main" id="{6794A25A-0414-1AAA-354D-6D32FCC256A0}"/>
              </a:ext>
            </a:extLst>
          </p:cNvPr>
          <p:cNvPicPr>
            <a:picLocks noChangeAspect="1"/>
          </p:cNvPicPr>
          <p:nvPr/>
        </p:nvPicPr>
        <p:blipFill>
          <a:blip r:embed="rId2"/>
          <a:stretch>
            <a:fillRect/>
          </a:stretch>
        </p:blipFill>
        <p:spPr>
          <a:xfrm>
            <a:off x="1" y="1495484"/>
            <a:ext cx="1557686" cy="2104243"/>
          </a:xfrm>
          <a:prstGeom prst="rect">
            <a:avLst/>
          </a:prstGeom>
        </p:spPr>
      </p:pic>
      <p:pic>
        <p:nvPicPr>
          <p:cNvPr id="8" name="Picture 7">
            <a:extLst>
              <a:ext uri="{FF2B5EF4-FFF2-40B4-BE49-F238E27FC236}">
                <a16:creationId xmlns:a16="http://schemas.microsoft.com/office/drawing/2014/main" id="{0D6B835C-6C80-7A4F-EEC7-C4F6951B8F06}"/>
              </a:ext>
            </a:extLst>
          </p:cNvPr>
          <p:cNvPicPr>
            <a:picLocks noChangeAspect="1"/>
          </p:cNvPicPr>
          <p:nvPr/>
        </p:nvPicPr>
        <p:blipFill>
          <a:blip r:embed="rId3"/>
          <a:stretch>
            <a:fillRect/>
          </a:stretch>
        </p:blipFill>
        <p:spPr>
          <a:xfrm>
            <a:off x="1724628" y="833377"/>
            <a:ext cx="10467370" cy="3970117"/>
          </a:xfrm>
          <a:prstGeom prst="rect">
            <a:avLst/>
          </a:prstGeom>
        </p:spPr>
      </p:pic>
      <p:sp>
        <p:nvSpPr>
          <p:cNvPr id="9" name="TextBox 8">
            <a:extLst>
              <a:ext uri="{FF2B5EF4-FFF2-40B4-BE49-F238E27FC236}">
                <a16:creationId xmlns:a16="http://schemas.microsoft.com/office/drawing/2014/main" id="{FECE6AEF-D050-5860-7FC9-D1D63D5FAABE}"/>
              </a:ext>
            </a:extLst>
          </p:cNvPr>
          <p:cNvSpPr txBox="1"/>
          <p:nvPr/>
        </p:nvSpPr>
        <p:spPr>
          <a:xfrm>
            <a:off x="9988208" y="2547605"/>
            <a:ext cx="1158212" cy="369332"/>
          </a:xfrm>
          <a:prstGeom prst="rect">
            <a:avLst/>
          </a:prstGeom>
          <a:noFill/>
        </p:spPr>
        <p:txBody>
          <a:bodyPr wrap="square" rtlCol="0">
            <a:spAutoFit/>
          </a:bodyPr>
          <a:lstStyle/>
          <a:p>
            <a:r>
              <a:rPr lang="en-US" b="1" dirty="0">
                <a:highlight>
                  <a:srgbClr val="00FF00"/>
                </a:highlight>
              </a:rPr>
              <a:t>200u</a:t>
            </a:r>
            <a:r>
              <a:rPr lang="el-GR" b="1" dirty="0">
                <a:highlight>
                  <a:srgbClr val="00FF00"/>
                </a:highlight>
              </a:rPr>
              <a:t>Ω</a:t>
            </a:r>
            <a:endParaRPr lang="en-IN" b="1" dirty="0">
              <a:highlight>
                <a:srgbClr val="00FF00"/>
              </a:highlight>
            </a:endParaRPr>
          </a:p>
        </p:txBody>
      </p:sp>
      <p:sp>
        <p:nvSpPr>
          <p:cNvPr id="10" name="TextBox 9">
            <a:extLst>
              <a:ext uri="{FF2B5EF4-FFF2-40B4-BE49-F238E27FC236}">
                <a16:creationId xmlns:a16="http://schemas.microsoft.com/office/drawing/2014/main" id="{B73F7960-19E0-17A2-9A37-3F868E1F7018}"/>
              </a:ext>
            </a:extLst>
          </p:cNvPr>
          <p:cNvSpPr txBox="1"/>
          <p:nvPr/>
        </p:nvSpPr>
        <p:spPr>
          <a:xfrm>
            <a:off x="10734255" y="2362939"/>
            <a:ext cx="1158212" cy="369332"/>
          </a:xfrm>
          <a:prstGeom prst="rect">
            <a:avLst/>
          </a:prstGeom>
          <a:noFill/>
        </p:spPr>
        <p:txBody>
          <a:bodyPr wrap="square" rtlCol="0">
            <a:spAutoFit/>
          </a:bodyPr>
          <a:lstStyle/>
          <a:p>
            <a:r>
              <a:rPr lang="en-US" dirty="0">
                <a:solidFill>
                  <a:schemeClr val="bg1"/>
                </a:solidFill>
                <a:highlight>
                  <a:srgbClr val="0000FF"/>
                </a:highlight>
              </a:rPr>
              <a:t>226u</a:t>
            </a:r>
            <a:r>
              <a:rPr lang="el-GR" dirty="0">
                <a:solidFill>
                  <a:schemeClr val="bg1"/>
                </a:solidFill>
                <a:highlight>
                  <a:srgbClr val="0000FF"/>
                </a:highlight>
              </a:rPr>
              <a:t>Ω</a:t>
            </a:r>
            <a:endParaRPr lang="en-IN" dirty="0">
              <a:solidFill>
                <a:schemeClr val="bg1"/>
              </a:solidFill>
              <a:highlight>
                <a:srgbClr val="0000FF"/>
              </a:highlight>
            </a:endParaRPr>
          </a:p>
        </p:txBody>
      </p:sp>
      <p:sp>
        <p:nvSpPr>
          <p:cNvPr id="11" name="Rectangle 10">
            <a:extLst>
              <a:ext uri="{FF2B5EF4-FFF2-40B4-BE49-F238E27FC236}">
                <a16:creationId xmlns:a16="http://schemas.microsoft.com/office/drawing/2014/main" id="{ABEC662D-A9F0-7B1A-28ED-7198F9C6A488}"/>
              </a:ext>
            </a:extLst>
          </p:cNvPr>
          <p:cNvSpPr/>
          <p:nvPr/>
        </p:nvSpPr>
        <p:spPr>
          <a:xfrm>
            <a:off x="676418" y="2096722"/>
            <a:ext cx="748679" cy="266217"/>
          </a:xfrm>
          <a:prstGeom prst="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12" name="TextBox 11">
            <a:extLst>
              <a:ext uri="{FF2B5EF4-FFF2-40B4-BE49-F238E27FC236}">
                <a16:creationId xmlns:a16="http://schemas.microsoft.com/office/drawing/2014/main" id="{CB42C27B-DDAC-409C-DF1B-3EC1D247942C}"/>
              </a:ext>
            </a:extLst>
          </p:cNvPr>
          <p:cNvSpPr txBox="1"/>
          <p:nvPr/>
        </p:nvSpPr>
        <p:spPr>
          <a:xfrm>
            <a:off x="57874" y="4650964"/>
            <a:ext cx="2767803" cy="1323439"/>
          </a:xfrm>
          <a:prstGeom prst="rect">
            <a:avLst/>
          </a:prstGeom>
          <a:noFill/>
        </p:spPr>
        <p:txBody>
          <a:bodyPr wrap="square" rtlCol="0">
            <a:spAutoFit/>
          </a:bodyPr>
          <a:lstStyle/>
          <a:p>
            <a:r>
              <a:rPr lang="en-US" sz="1600" b="1" u="sng" dirty="0"/>
              <a:t>Rule of thumb:</a:t>
            </a:r>
            <a:endParaRPr lang="en-US" sz="1600" dirty="0"/>
          </a:p>
          <a:p>
            <a:pPr marL="285750" indent="-285750">
              <a:buFont typeface="Arial" panose="020B0604020202020204" pitchFamily="34" charset="0"/>
              <a:buChar char="•"/>
            </a:pPr>
            <a:r>
              <a:rPr lang="en-US" sz="1600" dirty="0"/>
              <a:t>Via height = length = 10mil</a:t>
            </a:r>
          </a:p>
          <a:p>
            <a:pPr marL="285750" indent="-285750">
              <a:buFont typeface="Arial" panose="020B0604020202020204" pitchFamily="34" charset="0"/>
              <a:buChar char="•"/>
            </a:pPr>
            <a:r>
              <a:rPr lang="en-US" sz="1600" dirty="0"/>
              <a:t>Via thickness =  0.5Oz </a:t>
            </a:r>
          </a:p>
          <a:p>
            <a:pPr marL="285750" indent="-285750">
              <a:buFont typeface="Arial" panose="020B0604020202020204" pitchFamily="34" charset="0"/>
              <a:buChar char="•"/>
            </a:pPr>
            <a:r>
              <a:rPr lang="en-US" sz="1600" dirty="0"/>
              <a:t>Via diameter = 13mil</a:t>
            </a:r>
          </a:p>
          <a:p>
            <a:pPr marL="285750" indent="-285750">
              <a:buFont typeface="Arial" panose="020B0604020202020204" pitchFamily="34" charset="0"/>
              <a:buChar char="•"/>
            </a:pPr>
            <a:r>
              <a:rPr lang="en-US" sz="1600" dirty="0"/>
              <a:t>R per Sq = 1m</a:t>
            </a:r>
            <a:r>
              <a:rPr lang="el-GR" sz="1600" dirty="0"/>
              <a:t>Ω</a:t>
            </a:r>
            <a:endParaRPr lang="en-US" sz="1600" dirty="0"/>
          </a:p>
        </p:txBody>
      </p:sp>
      <p:sp>
        <p:nvSpPr>
          <p:cNvPr id="14" name="TextBox 13">
            <a:extLst>
              <a:ext uri="{FF2B5EF4-FFF2-40B4-BE49-F238E27FC236}">
                <a16:creationId xmlns:a16="http://schemas.microsoft.com/office/drawing/2014/main" id="{866CFA27-FA39-ADB5-F4FE-966D4A683FC6}"/>
              </a:ext>
            </a:extLst>
          </p:cNvPr>
          <p:cNvSpPr txBox="1"/>
          <p:nvPr/>
        </p:nvSpPr>
        <p:spPr>
          <a:xfrm>
            <a:off x="2711370" y="4898676"/>
            <a:ext cx="3515810" cy="861774"/>
          </a:xfrm>
          <a:prstGeom prst="rect">
            <a:avLst/>
          </a:prstGeom>
          <a:noFill/>
        </p:spPr>
        <p:txBody>
          <a:bodyPr wrap="square">
            <a:spAutoFit/>
          </a:bodyPr>
          <a:lstStyle/>
          <a:p>
            <a:r>
              <a:rPr lang="en-US" sz="1600" dirty="0"/>
              <a:t>N of Sq = 10/(3.14 *13) = 0.244</a:t>
            </a:r>
          </a:p>
          <a:p>
            <a:r>
              <a:rPr lang="en-US" sz="1600" dirty="0"/>
              <a:t>R = 0.244* 1m</a:t>
            </a:r>
            <a:r>
              <a:rPr lang="el-GR" sz="1600" dirty="0"/>
              <a:t>Ω</a:t>
            </a:r>
            <a:r>
              <a:rPr lang="en-US" sz="1600" dirty="0"/>
              <a:t> = </a:t>
            </a:r>
            <a:r>
              <a:rPr lang="en-US" sz="1600" dirty="0">
                <a:highlight>
                  <a:srgbClr val="FFFF00"/>
                </a:highlight>
              </a:rPr>
              <a:t>244u</a:t>
            </a:r>
            <a:r>
              <a:rPr lang="el-GR" sz="1600" dirty="0">
                <a:highlight>
                  <a:srgbClr val="FFFF00"/>
                </a:highlight>
              </a:rPr>
              <a:t>Ω</a:t>
            </a:r>
            <a:br>
              <a:rPr lang="en-US" sz="1800" dirty="0">
                <a:highlight>
                  <a:srgbClr val="00FF00"/>
                </a:highlight>
              </a:rPr>
            </a:br>
            <a:endParaRPr lang="en-US" sz="1800" dirty="0"/>
          </a:p>
        </p:txBody>
      </p:sp>
      <p:sp>
        <p:nvSpPr>
          <p:cNvPr id="15" name="TextBox 14">
            <a:extLst>
              <a:ext uri="{FF2B5EF4-FFF2-40B4-BE49-F238E27FC236}">
                <a16:creationId xmlns:a16="http://schemas.microsoft.com/office/drawing/2014/main" id="{88B7F36D-9672-F0BF-3678-44D405F5AFD2}"/>
              </a:ext>
            </a:extLst>
          </p:cNvPr>
          <p:cNvSpPr txBox="1"/>
          <p:nvPr/>
        </p:nvSpPr>
        <p:spPr>
          <a:xfrm>
            <a:off x="7437721" y="5204282"/>
            <a:ext cx="4768293" cy="369332"/>
          </a:xfrm>
          <a:prstGeom prst="rect">
            <a:avLst/>
          </a:prstGeom>
          <a:noFill/>
        </p:spPr>
        <p:txBody>
          <a:bodyPr wrap="none" rtlCol="0">
            <a:spAutoFit/>
          </a:bodyPr>
          <a:lstStyle/>
          <a:p>
            <a:r>
              <a:rPr lang="en-US" dirty="0"/>
              <a:t>Conclusion: Measured values are around </a:t>
            </a:r>
            <a:r>
              <a:rPr lang="en-US" dirty="0">
                <a:highlight>
                  <a:srgbClr val="FFFF00"/>
                </a:highlight>
              </a:rPr>
              <a:t>11% off</a:t>
            </a:r>
            <a:endParaRPr lang="en-IN" dirty="0">
              <a:highlight>
                <a:srgbClr val="FFFF00"/>
              </a:highlight>
            </a:endParaRPr>
          </a:p>
        </p:txBody>
      </p:sp>
    </p:spTree>
    <p:extLst>
      <p:ext uri="{BB962C8B-B14F-4D97-AF65-F5344CB8AC3E}">
        <p14:creationId xmlns:p14="http://schemas.microsoft.com/office/powerpoint/2010/main" val="284749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DBBCB-5E66-3B43-9810-5E490AC3C880}"/>
              </a:ext>
            </a:extLst>
          </p:cNvPr>
          <p:cNvSpPr>
            <a:spLocks noGrp="1"/>
          </p:cNvSpPr>
          <p:nvPr>
            <p:ph type="title"/>
          </p:nvPr>
        </p:nvSpPr>
        <p:spPr/>
        <p:txBody>
          <a:bodyPr/>
          <a:lstStyle/>
          <a:p>
            <a:r>
              <a:rPr lang="en-US" dirty="0"/>
              <a:t>Via- layer 2</a:t>
            </a:r>
            <a:endParaRPr lang="en-IN" dirty="0"/>
          </a:p>
        </p:txBody>
      </p:sp>
      <p:sp>
        <p:nvSpPr>
          <p:cNvPr id="4" name="Slide Number Placeholder 3">
            <a:extLst>
              <a:ext uri="{FF2B5EF4-FFF2-40B4-BE49-F238E27FC236}">
                <a16:creationId xmlns:a16="http://schemas.microsoft.com/office/drawing/2014/main" id="{83C199C4-2F03-BE31-DACA-F297EE3CBE85}"/>
              </a:ext>
            </a:extLst>
          </p:cNvPr>
          <p:cNvSpPr>
            <a:spLocks noGrp="1"/>
          </p:cNvSpPr>
          <p:nvPr>
            <p:ph type="sldNum" sz="quarter" idx="12"/>
          </p:nvPr>
        </p:nvSpPr>
        <p:spPr/>
        <p:txBody>
          <a:bodyPr/>
          <a:lstStyle/>
          <a:p>
            <a:fld id="{028CE896-619B-44F9-BE7F-139D1400166E}" type="slidenum">
              <a:rPr lang="en-US" smtClean="0"/>
              <a:t>38</a:t>
            </a:fld>
            <a:endParaRPr lang="en-US"/>
          </a:p>
        </p:txBody>
      </p:sp>
      <p:pic>
        <p:nvPicPr>
          <p:cNvPr id="10" name="Picture 9">
            <a:extLst>
              <a:ext uri="{FF2B5EF4-FFF2-40B4-BE49-F238E27FC236}">
                <a16:creationId xmlns:a16="http://schemas.microsoft.com/office/drawing/2014/main" id="{081C81CB-4A9A-18F3-DC9C-8D3C90859A96}"/>
              </a:ext>
            </a:extLst>
          </p:cNvPr>
          <p:cNvPicPr>
            <a:picLocks noChangeAspect="1"/>
          </p:cNvPicPr>
          <p:nvPr/>
        </p:nvPicPr>
        <p:blipFill>
          <a:blip r:embed="rId2"/>
          <a:stretch>
            <a:fillRect/>
          </a:stretch>
        </p:blipFill>
        <p:spPr>
          <a:xfrm>
            <a:off x="57151" y="1782134"/>
            <a:ext cx="1270262" cy="1777050"/>
          </a:xfrm>
          <a:prstGeom prst="rect">
            <a:avLst/>
          </a:prstGeom>
        </p:spPr>
      </p:pic>
      <p:pic>
        <p:nvPicPr>
          <p:cNvPr id="16" name="Picture 15">
            <a:extLst>
              <a:ext uri="{FF2B5EF4-FFF2-40B4-BE49-F238E27FC236}">
                <a16:creationId xmlns:a16="http://schemas.microsoft.com/office/drawing/2014/main" id="{BCDD2858-CC31-D7FF-6B60-9DBB092D6AF7}"/>
              </a:ext>
            </a:extLst>
          </p:cNvPr>
          <p:cNvPicPr>
            <a:picLocks noChangeAspect="1"/>
          </p:cNvPicPr>
          <p:nvPr/>
        </p:nvPicPr>
        <p:blipFill>
          <a:blip r:embed="rId3"/>
          <a:stretch>
            <a:fillRect/>
          </a:stretch>
        </p:blipFill>
        <p:spPr>
          <a:xfrm>
            <a:off x="1357020" y="868102"/>
            <a:ext cx="10777830" cy="4109012"/>
          </a:xfrm>
          <a:prstGeom prst="rect">
            <a:avLst/>
          </a:prstGeom>
        </p:spPr>
      </p:pic>
      <p:sp>
        <p:nvSpPr>
          <p:cNvPr id="18" name="TextBox 17">
            <a:extLst>
              <a:ext uri="{FF2B5EF4-FFF2-40B4-BE49-F238E27FC236}">
                <a16:creationId xmlns:a16="http://schemas.microsoft.com/office/drawing/2014/main" id="{1F48EBB6-9A42-C622-E851-34097B9140BB}"/>
              </a:ext>
            </a:extLst>
          </p:cNvPr>
          <p:cNvSpPr txBox="1"/>
          <p:nvPr/>
        </p:nvSpPr>
        <p:spPr>
          <a:xfrm>
            <a:off x="9525221" y="2819493"/>
            <a:ext cx="1158212" cy="369332"/>
          </a:xfrm>
          <a:prstGeom prst="rect">
            <a:avLst/>
          </a:prstGeom>
          <a:noFill/>
        </p:spPr>
        <p:txBody>
          <a:bodyPr wrap="square" rtlCol="0">
            <a:spAutoFit/>
          </a:bodyPr>
          <a:lstStyle/>
          <a:p>
            <a:r>
              <a:rPr lang="en-US" b="1" dirty="0">
                <a:highlight>
                  <a:srgbClr val="00FF00"/>
                </a:highlight>
              </a:rPr>
              <a:t>75u</a:t>
            </a:r>
            <a:r>
              <a:rPr lang="el-GR" b="1" dirty="0">
                <a:highlight>
                  <a:srgbClr val="00FF00"/>
                </a:highlight>
              </a:rPr>
              <a:t>Ω</a:t>
            </a:r>
            <a:endParaRPr lang="en-IN" b="1" dirty="0">
              <a:highlight>
                <a:srgbClr val="00FF00"/>
              </a:highlight>
            </a:endParaRPr>
          </a:p>
        </p:txBody>
      </p:sp>
      <p:sp>
        <p:nvSpPr>
          <p:cNvPr id="20" name="TextBox 19">
            <a:extLst>
              <a:ext uri="{FF2B5EF4-FFF2-40B4-BE49-F238E27FC236}">
                <a16:creationId xmlns:a16="http://schemas.microsoft.com/office/drawing/2014/main" id="{EBD21625-98D5-0AAA-5C34-DD3D3CF96889}"/>
              </a:ext>
            </a:extLst>
          </p:cNvPr>
          <p:cNvSpPr txBox="1"/>
          <p:nvPr/>
        </p:nvSpPr>
        <p:spPr>
          <a:xfrm>
            <a:off x="10334704" y="2737942"/>
            <a:ext cx="1158212" cy="369332"/>
          </a:xfrm>
          <a:prstGeom prst="rect">
            <a:avLst/>
          </a:prstGeom>
          <a:noFill/>
        </p:spPr>
        <p:txBody>
          <a:bodyPr wrap="square" rtlCol="0">
            <a:spAutoFit/>
          </a:bodyPr>
          <a:lstStyle/>
          <a:p>
            <a:r>
              <a:rPr lang="en-US" dirty="0">
                <a:solidFill>
                  <a:schemeClr val="bg1"/>
                </a:solidFill>
                <a:highlight>
                  <a:srgbClr val="0000FF"/>
                </a:highlight>
              </a:rPr>
              <a:t>83u</a:t>
            </a:r>
            <a:r>
              <a:rPr lang="el-GR" dirty="0">
                <a:solidFill>
                  <a:schemeClr val="bg1"/>
                </a:solidFill>
                <a:highlight>
                  <a:srgbClr val="0000FF"/>
                </a:highlight>
              </a:rPr>
              <a:t>Ω</a:t>
            </a:r>
            <a:endParaRPr lang="en-IN" dirty="0">
              <a:solidFill>
                <a:schemeClr val="bg1"/>
              </a:solidFill>
              <a:highlight>
                <a:srgbClr val="0000FF"/>
              </a:highlight>
            </a:endParaRPr>
          </a:p>
        </p:txBody>
      </p:sp>
      <p:sp>
        <p:nvSpPr>
          <p:cNvPr id="22" name="TextBox 21">
            <a:extLst>
              <a:ext uri="{FF2B5EF4-FFF2-40B4-BE49-F238E27FC236}">
                <a16:creationId xmlns:a16="http://schemas.microsoft.com/office/drawing/2014/main" id="{CF9722ED-CCA7-3355-A115-48BFDF8DB2D6}"/>
              </a:ext>
            </a:extLst>
          </p:cNvPr>
          <p:cNvSpPr txBox="1"/>
          <p:nvPr/>
        </p:nvSpPr>
        <p:spPr>
          <a:xfrm>
            <a:off x="141790" y="4977114"/>
            <a:ext cx="3145420" cy="1477328"/>
          </a:xfrm>
          <a:prstGeom prst="rect">
            <a:avLst/>
          </a:prstGeom>
          <a:noFill/>
        </p:spPr>
        <p:txBody>
          <a:bodyPr wrap="square">
            <a:spAutoFit/>
          </a:bodyPr>
          <a:lstStyle/>
          <a:p>
            <a:r>
              <a:rPr lang="en-US" sz="1800" b="1" u="sng" dirty="0"/>
              <a:t>Rule of thumb:</a:t>
            </a:r>
            <a:endParaRPr lang="en-US" sz="1800" dirty="0"/>
          </a:p>
          <a:p>
            <a:pPr marL="285750" indent="-285750">
              <a:buFont typeface="Arial" panose="020B0604020202020204" pitchFamily="34" charset="0"/>
              <a:buChar char="•"/>
            </a:pPr>
            <a:r>
              <a:rPr lang="en-US" sz="1800" dirty="0"/>
              <a:t>Via height = length = 10mil</a:t>
            </a:r>
          </a:p>
          <a:p>
            <a:pPr marL="285750" indent="-285750">
              <a:buFont typeface="Arial" panose="020B0604020202020204" pitchFamily="34" charset="0"/>
              <a:buChar char="•"/>
            </a:pPr>
            <a:r>
              <a:rPr lang="en-US" sz="1800" dirty="0"/>
              <a:t>Via thickness = 0.5Oz </a:t>
            </a:r>
          </a:p>
          <a:p>
            <a:pPr marL="285750" indent="-285750">
              <a:buFont typeface="Arial" panose="020B0604020202020204" pitchFamily="34" charset="0"/>
              <a:buChar char="•"/>
            </a:pPr>
            <a:r>
              <a:rPr lang="en-US" sz="1800" dirty="0"/>
              <a:t>Via diameter = 26mil</a:t>
            </a:r>
          </a:p>
          <a:p>
            <a:pPr marL="285750" indent="-285750">
              <a:buFont typeface="Arial" panose="020B0604020202020204" pitchFamily="34" charset="0"/>
              <a:buChar char="•"/>
            </a:pPr>
            <a:r>
              <a:rPr lang="en-US" sz="1800" dirty="0"/>
              <a:t>R per Sq = 1m</a:t>
            </a:r>
            <a:r>
              <a:rPr lang="el-GR" sz="1800" dirty="0"/>
              <a:t>Ω</a:t>
            </a:r>
            <a:endParaRPr lang="en-US" sz="1800" dirty="0"/>
          </a:p>
        </p:txBody>
      </p:sp>
      <p:sp>
        <p:nvSpPr>
          <p:cNvPr id="23" name="TextBox 22">
            <a:extLst>
              <a:ext uri="{FF2B5EF4-FFF2-40B4-BE49-F238E27FC236}">
                <a16:creationId xmlns:a16="http://schemas.microsoft.com/office/drawing/2014/main" id="{CD72D41B-CDA9-C3FE-D58F-FCBA6D1B16EE}"/>
              </a:ext>
            </a:extLst>
          </p:cNvPr>
          <p:cNvSpPr txBox="1"/>
          <p:nvPr/>
        </p:nvSpPr>
        <p:spPr>
          <a:xfrm>
            <a:off x="3287210" y="4669661"/>
            <a:ext cx="3156633" cy="1200329"/>
          </a:xfrm>
          <a:prstGeom prst="rect">
            <a:avLst/>
          </a:prstGeom>
          <a:noFill/>
        </p:spPr>
        <p:txBody>
          <a:bodyPr wrap="none" rtlCol="0">
            <a:spAutoFit/>
          </a:bodyPr>
          <a:lstStyle/>
          <a:p>
            <a:pPr marL="285750" indent="-285750">
              <a:buFont typeface="Arial" panose="020B0604020202020204" pitchFamily="34" charset="0"/>
              <a:buChar char="•"/>
            </a:pPr>
            <a:endParaRPr lang="en-US" sz="1800" dirty="0"/>
          </a:p>
          <a:p>
            <a:r>
              <a:rPr lang="en-US" sz="1800" dirty="0"/>
              <a:t>N of Sq = 10/(3.14 * 26) = 0.122</a:t>
            </a:r>
          </a:p>
          <a:p>
            <a:r>
              <a:rPr lang="en-US" sz="1800" dirty="0"/>
              <a:t>R = 0.122* 1m</a:t>
            </a:r>
            <a:r>
              <a:rPr lang="el-GR" sz="1800" dirty="0"/>
              <a:t>Ω</a:t>
            </a:r>
            <a:r>
              <a:rPr lang="en-US" sz="1800" dirty="0"/>
              <a:t> = </a:t>
            </a:r>
            <a:r>
              <a:rPr lang="en-US" sz="1800" dirty="0">
                <a:highlight>
                  <a:srgbClr val="FFFF00"/>
                </a:highlight>
              </a:rPr>
              <a:t>122u</a:t>
            </a:r>
            <a:r>
              <a:rPr lang="el-GR" sz="1800" dirty="0">
                <a:highlight>
                  <a:srgbClr val="FFFF00"/>
                </a:highlight>
              </a:rPr>
              <a:t>Ω</a:t>
            </a:r>
            <a:endParaRPr lang="en-IN" dirty="0">
              <a:highlight>
                <a:srgbClr val="FFFF00"/>
              </a:highlight>
            </a:endParaRPr>
          </a:p>
          <a:p>
            <a:endParaRPr lang="en-IN" dirty="0"/>
          </a:p>
        </p:txBody>
      </p:sp>
      <p:sp>
        <p:nvSpPr>
          <p:cNvPr id="25" name="TextBox 24">
            <a:extLst>
              <a:ext uri="{FF2B5EF4-FFF2-40B4-BE49-F238E27FC236}">
                <a16:creationId xmlns:a16="http://schemas.microsoft.com/office/drawing/2014/main" id="{C1883DAA-01B0-FE4D-9A9E-0D64A9B5308E}"/>
              </a:ext>
            </a:extLst>
          </p:cNvPr>
          <p:cNvSpPr txBox="1"/>
          <p:nvPr/>
        </p:nvSpPr>
        <p:spPr>
          <a:xfrm>
            <a:off x="10113473" y="417219"/>
            <a:ext cx="2078527" cy="369332"/>
          </a:xfrm>
          <a:prstGeom prst="rect">
            <a:avLst/>
          </a:prstGeom>
          <a:noFill/>
        </p:spPr>
        <p:txBody>
          <a:bodyPr wrap="square" rtlCol="0">
            <a:spAutoFit/>
          </a:bodyPr>
          <a:lstStyle/>
          <a:p>
            <a:r>
              <a:rPr lang="en-US" dirty="0">
                <a:highlight>
                  <a:srgbClr val="FFFF00"/>
                </a:highlight>
              </a:rPr>
              <a:t>*Moving avg: 10pts</a:t>
            </a:r>
            <a:endParaRPr lang="en-IN" dirty="0">
              <a:highlight>
                <a:srgbClr val="FFFF00"/>
              </a:highlight>
            </a:endParaRPr>
          </a:p>
        </p:txBody>
      </p:sp>
      <p:sp>
        <p:nvSpPr>
          <p:cNvPr id="26" name="TextBox 25">
            <a:extLst>
              <a:ext uri="{FF2B5EF4-FFF2-40B4-BE49-F238E27FC236}">
                <a16:creationId xmlns:a16="http://schemas.microsoft.com/office/drawing/2014/main" id="{DE8AB653-A049-8BD6-120B-215FF40B6260}"/>
              </a:ext>
            </a:extLst>
          </p:cNvPr>
          <p:cNvSpPr txBox="1"/>
          <p:nvPr/>
        </p:nvSpPr>
        <p:spPr>
          <a:xfrm>
            <a:off x="7423707" y="5208557"/>
            <a:ext cx="4768293" cy="369332"/>
          </a:xfrm>
          <a:prstGeom prst="rect">
            <a:avLst/>
          </a:prstGeom>
          <a:noFill/>
        </p:spPr>
        <p:txBody>
          <a:bodyPr wrap="none" rtlCol="0">
            <a:spAutoFit/>
          </a:bodyPr>
          <a:lstStyle/>
          <a:p>
            <a:r>
              <a:rPr lang="en-US" dirty="0"/>
              <a:t>Conclusion: Measured values are around </a:t>
            </a:r>
            <a:r>
              <a:rPr lang="en-US" dirty="0">
                <a:highlight>
                  <a:srgbClr val="FFFF00"/>
                </a:highlight>
              </a:rPr>
              <a:t>10% off</a:t>
            </a:r>
            <a:endParaRPr lang="en-IN" dirty="0">
              <a:highlight>
                <a:srgbClr val="FFFF00"/>
              </a:highlight>
            </a:endParaRPr>
          </a:p>
        </p:txBody>
      </p:sp>
      <p:sp>
        <p:nvSpPr>
          <p:cNvPr id="27" name="Rectangle 26">
            <a:extLst>
              <a:ext uri="{FF2B5EF4-FFF2-40B4-BE49-F238E27FC236}">
                <a16:creationId xmlns:a16="http://schemas.microsoft.com/office/drawing/2014/main" id="{722FC851-A18A-3A98-05F8-868DBA59851F}"/>
              </a:ext>
            </a:extLst>
          </p:cNvPr>
          <p:cNvSpPr/>
          <p:nvPr/>
        </p:nvSpPr>
        <p:spPr>
          <a:xfrm>
            <a:off x="578734" y="2210765"/>
            <a:ext cx="748679" cy="266217"/>
          </a:xfrm>
          <a:prstGeom prst="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Tree>
    <p:extLst>
      <p:ext uri="{BB962C8B-B14F-4D97-AF65-F5344CB8AC3E}">
        <p14:creationId xmlns:p14="http://schemas.microsoft.com/office/powerpoint/2010/main" val="2340591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EBD82-E4B9-815F-611E-AB5A02EB4EEC}"/>
              </a:ext>
            </a:extLst>
          </p:cNvPr>
          <p:cNvSpPr>
            <a:spLocks noGrp="1"/>
          </p:cNvSpPr>
          <p:nvPr>
            <p:ph type="title"/>
          </p:nvPr>
        </p:nvSpPr>
        <p:spPr/>
        <p:txBody>
          <a:bodyPr/>
          <a:lstStyle/>
          <a:p>
            <a:r>
              <a:rPr lang="en-US" dirty="0"/>
              <a:t>Summary table</a:t>
            </a:r>
            <a:endParaRPr lang="en-IN" dirty="0"/>
          </a:p>
        </p:txBody>
      </p:sp>
      <p:sp>
        <p:nvSpPr>
          <p:cNvPr id="4" name="Slide Number Placeholder 3">
            <a:extLst>
              <a:ext uri="{FF2B5EF4-FFF2-40B4-BE49-F238E27FC236}">
                <a16:creationId xmlns:a16="http://schemas.microsoft.com/office/drawing/2014/main" id="{124C46C3-18EF-E64E-5A54-0278BBAF9277}"/>
              </a:ext>
            </a:extLst>
          </p:cNvPr>
          <p:cNvSpPr>
            <a:spLocks noGrp="1"/>
          </p:cNvSpPr>
          <p:nvPr>
            <p:ph type="sldNum" sz="quarter" idx="12"/>
          </p:nvPr>
        </p:nvSpPr>
        <p:spPr/>
        <p:txBody>
          <a:bodyPr/>
          <a:lstStyle/>
          <a:p>
            <a:fld id="{028CE896-619B-44F9-BE7F-139D1400166E}" type="slidenum">
              <a:rPr lang="en-US" smtClean="0"/>
              <a:t>39</a:t>
            </a:fld>
            <a:endParaRPr lang="en-US"/>
          </a:p>
        </p:txBody>
      </p:sp>
      <p:graphicFrame>
        <p:nvGraphicFramePr>
          <p:cNvPr id="5" name="Table 4">
            <a:extLst>
              <a:ext uri="{FF2B5EF4-FFF2-40B4-BE49-F238E27FC236}">
                <a16:creationId xmlns:a16="http://schemas.microsoft.com/office/drawing/2014/main" id="{9A03E089-7656-33F2-4AB5-DC4F8425F348}"/>
              </a:ext>
            </a:extLst>
          </p:cNvPr>
          <p:cNvGraphicFramePr>
            <a:graphicFrameLocks noGrp="1"/>
          </p:cNvGraphicFramePr>
          <p:nvPr>
            <p:extLst>
              <p:ext uri="{D42A27DB-BD31-4B8C-83A1-F6EECF244321}">
                <p14:modId xmlns:p14="http://schemas.microsoft.com/office/powerpoint/2010/main" val="3355803603"/>
              </p:ext>
            </p:extLst>
          </p:nvPr>
        </p:nvGraphicFramePr>
        <p:xfrm>
          <a:off x="781932" y="1402572"/>
          <a:ext cx="11005414" cy="2394414"/>
        </p:xfrm>
        <a:graphic>
          <a:graphicData uri="http://schemas.openxmlformats.org/drawingml/2006/table">
            <a:tbl>
              <a:tblPr firstRow="1" bandRow="1">
                <a:tableStyleId>{5C22544A-7EE6-4342-B048-85BDC9FD1C3A}</a:tableStyleId>
              </a:tblPr>
              <a:tblGrid>
                <a:gridCol w="3204869">
                  <a:extLst>
                    <a:ext uri="{9D8B030D-6E8A-4147-A177-3AD203B41FA5}">
                      <a16:colId xmlns:a16="http://schemas.microsoft.com/office/drawing/2014/main" val="3741258748"/>
                    </a:ext>
                  </a:extLst>
                </a:gridCol>
                <a:gridCol w="2194080">
                  <a:extLst>
                    <a:ext uri="{9D8B030D-6E8A-4147-A177-3AD203B41FA5}">
                      <a16:colId xmlns:a16="http://schemas.microsoft.com/office/drawing/2014/main" val="3291238314"/>
                    </a:ext>
                  </a:extLst>
                </a:gridCol>
                <a:gridCol w="1907114">
                  <a:extLst>
                    <a:ext uri="{9D8B030D-6E8A-4147-A177-3AD203B41FA5}">
                      <a16:colId xmlns:a16="http://schemas.microsoft.com/office/drawing/2014/main" val="401927824"/>
                    </a:ext>
                  </a:extLst>
                </a:gridCol>
                <a:gridCol w="1787080">
                  <a:extLst>
                    <a:ext uri="{9D8B030D-6E8A-4147-A177-3AD203B41FA5}">
                      <a16:colId xmlns:a16="http://schemas.microsoft.com/office/drawing/2014/main" val="9907192"/>
                    </a:ext>
                  </a:extLst>
                </a:gridCol>
                <a:gridCol w="1912271">
                  <a:extLst>
                    <a:ext uri="{9D8B030D-6E8A-4147-A177-3AD203B41FA5}">
                      <a16:colId xmlns:a16="http://schemas.microsoft.com/office/drawing/2014/main" val="884262592"/>
                    </a:ext>
                  </a:extLst>
                </a:gridCol>
              </a:tblGrid>
              <a:tr h="675476">
                <a:tc rowSpan="2">
                  <a:txBody>
                    <a:bodyPr/>
                    <a:lstStyle/>
                    <a:p>
                      <a:pPr algn="ctr"/>
                      <a:r>
                        <a:rPr lang="en-US" dirty="0"/>
                        <a:t>DUT</a:t>
                      </a:r>
                      <a:endParaRPr lang="en-IN" dirty="0"/>
                    </a:p>
                  </a:txBody>
                  <a:tcPr/>
                </a:tc>
                <a:tc gridSpan="2">
                  <a:txBody>
                    <a:bodyPr/>
                    <a:lstStyle/>
                    <a:p>
                      <a:pPr algn="ctr"/>
                      <a:r>
                        <a:rPr lang="en-US" dirty="0"/>
                        <a:t>SDR VNA</a:t>
                      </a:r>
                      <a:endParaRPr lang="en-IN" dirty="0"/>
                    </a:p>
                  </a:txBody>
                  <a:tcPr/>
                </a:tc>
                <a:tc hMerge="1">
                  <a:txBody>
                    <a:bodyPr/>
                    <a:lstStyle/>
                    <a:p>
                      <a:endParaRPr lang="en-IN"/>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SDR Turbo VNA</a:t>
                      </a:r>
                      <a:endParaRPr lang="en-IN" dirty="0"/>
                    </a:p>
                  </a:txBody>
                  <a:tcPr/>
                </a:tc>
                <a:tc hMerge="1">
                  <a:txBody>
                    <a:bodyPr/>
                    <a:lstStyle/>
                    <a:p>
                      <a:endParaRPr lang="en-IN"/>
                    </a:p>
                  </a:txBody>
                  <a:tcPr/>
                </a:tc>
                <a:extLst>
                  <a:ext uri="{0D108BD9-81ED-4DB2-BD59-A6C34878D82A}">
                    <a16:rowId xmlns:a16="http://schemas.microsoft.com/office/drawing/2014/main" val="1637888993"/>
                  </a:ext>
                </a:extLst>
              </a:tr>
              <a:tr h="560980">
                <a:tc vMerge="1">
                  <a:txBody>
                    <a:bodyPr/>
                    <a:lstStyle/>
                    <a:p>
                      <a:endParaRPr lang="en-IN"/>
                    </a:p>
                  </a:txBody>
                  <a:tcPr/>
                </a:tc>
                <a:tc>
                  <a:txBody>
                    <a:bodyPr/>
                    <a:lstStyle/>
                    <a:p>
                      <a:pPr algn="ctr"/>
                      <a:r>
                        <a:rPr lang="en-US" dirty="0"/>
                        <a:t>Measured</a:t>
                      </a:r>
                      <a:endParaRPr lang="en-IN" dirty="0"/>
                    </a:p>
                  </a:txBody>
                  <a:tcPr/>
                </a:tc>
                <a:tc>
                  <a:txBody>
                    <a:bodyPr/>
                    <a:lstStyle/>
                    <a:p>
                      <a:pPr algn="ctr"/>
                      <a:r>
                        <a:rPr lang="en-US" dirty="0"/>
                        <a:t>Error %</a:t>
                      </a:r>
                      <a:endParaRPr lang="en-IN" dirty="0"/>
                    </a:p>
                  </a:txBody>
                  <a:tcPr/>
                </a:tc>
                <a:tc>
                  <a:txBody>
                    <a:bodyPr/>
                    <a:lstStyle/>
                    <a:p>
                      <a:pPr algn="ctr"/>
                      <a:r>
                        <a:rPr lang="en-US" dirty="0"/>
                        <a:t>Measured</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Error %</a:t>
                      </a:r>
                      <a:endParaRPr lang="en-IN" dirty="0"/>
                    </a:p>
                  </a:txBody>
                  <a:tcPr/>
                </a:tc>
                <a:extLst>
                  <a:ext uri="{0D108BD9-81ED-4DB2-BD59-A6C34878D82A}">
                    <a16:rowId xmlns:a16="http://schemas.microsoft.com/office/drawing/2014/main" val="169940492"/>
                  </a:ext>
                </a:extLst>
              </a:tr>
              <a:tr h="3859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10m</a:t>
                      </a:r>
                      <a:r>
                        <a:rPr lang="el-GR" dirty="0">
                          <a:solidFill>
                            <a:schemeClr val="tx1"/>
                          </a:solidFill>
                        </a:rPr>
                        <a:t>Ω</a:t>
                      </a:r>
                      <a:endParaRPr lang="en-IN" dirty="0">
                        <a:solidFill>
                          <a:schemeClr val="tx1"/>
                        </a:solidFill>
                      </a:endParaRPr>
                    </a:p>
                  </a:txBody>
                  <a:tcPr/>
                </a:tc>
                <a:tc>
                  <a:txBody>
                    <a:bodyPr/>
                    <a:lstStyle/>
                    <a:p>
                      <a:pPr algn="ctr"/>
                      <a:r>
                        <a:rPr lang="en-US" dirty="0"/>
                        <a:t>11m</a:t>
                      </a:r>
                      <a:r>
                        <a:rPr lang="el-GR" dirty="0">
                          <a:solidFill>
                            <a:schemeClr val="tx1"/>
                          </a:solidFill>
                        </a:rPr>
                        <a:t>Ω</a:t>
                      </a:r>
                      <a:endParaRPr lang="en-IN" dirty="0"/>
                    </a:p>
                  </a:txBody>
                  <a:tcPr/>
                </a:tc>
                <a:tc>
                  <a:txBody>
                    <a:bodyPr/>
                    <a:lstStyle/>
                    <a:p>
                      <a:pPr algn="ctr"/>
                      <a:r>
                        <a:rPr lang="en-US" dirty="0">
                          <a:highlight>
                            <a:srgbClr val="FFFF00"/>
                          </a:highlight>
                        </a:rPr>
                        <a:t>10%</a:t>
                      </a:r>
                      <a:endParaRPr lang="en-IN" dirty="0">
                        <a:highlight>
                          <a:srgbClr val="FFFF00"/>
                        </a:highlight>
                      </a:endParaRPr>
                    </a:p>
                  </a:txBody>
                  <a:tcPr/>
                </a:tc>
                <a:tc>
                  <a:txBody>
                    <a:bodyPr/>
                    <a:lstStyle/>
                    <a:p>
                      <a:pPr algn="ctr"/>
                      <a:r>
                        <a:rPr lang="en-US" dirty="0"/>
                        <a:t>8m</a:t>
                      </a:r>
                      <a:r>
                        <a:rPr lang="el-GR" dirty="0">
                          <a:solidFill>
                            <a:schemeClr val="tx1"/>
                          </a:solidFill>
                        </a:rPr>
                        <a:t>Ω</a:t>
                      </a:r>
                      <a:endParaRPr lang="en-IN" dirty="0"/>
                    </a:p>
                  </a:txBody>
                  <a:tcPr/>
                </a:tc>
                <a:tc>
                  <a:txBody>
                    <a:bodyPr/>
                    <a:lstStyle/>
                    <a:p>
                      <a:pPr algn="ctr"/>
                      <a:r>
                        <a:rPr lang="en-US" dirty="0"/>
                        <a:t>20%</a:t>
                      </a:r>
                      <a:endParaRPr lang="en-IN" dirty="0"/>
                    </a:p>
                  </a:txBody>
                  <a:tcPr/>
                </a:tc>
                <a:extLst>
                  <a:ext uri="{0D108BD9-81ED-4DB2-BD59-A6C34878D82A}">
                    <a16:rowId xmlns:a16="http://schemas.microsoft.com/office/drawing/2014/main" val="2089128319"/>
                  </a:ext>
                </a:extLst>
              </a:tr>
              <a:tr h="3859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Via-GL2-13mil(200u</a:t>
                      </a:r>
                      <a:r>
                        <a:rPr lang="el-GR" dirty="0">
                          <a:solidFill>
                            <a:schemeClr val="tx1"/>
                          </a:solidFill>
                        </a:rPr>
                        <a:t>Ω</a:t>
                      </a:r>
                      <a:r>
                        <a:rPr lang="en-US" dirty="0">
                          <a:solidFill>
                            <a:schemeClr val="tx1"/>
                          </a:solidFill>
                        </a:rPr>
                        <a:t>)</a:t>
                      </a:r>
                      <a:endParaRPr lang="en-IN" dirty="0">
                        <a:solidFill>
                          <a:schemeClr val="tx1"/>
                        </a:solidFill>
                      </a:endParaRPr>
                    </a:p>
                  </a:txBody>
                  <a:tcPr/>
                </a:tc>
                <a:tc>
                  <a:txBody>
                    <a:bodyPr/>
                    <a:lstStyle/>
                    <a:p>
                      <a:pPr algn="ctr"/>
                      <a:r>
                        <a:rPr lang="en-US" dirty="0"/>
                        <a:t>Saturated</a:t>
                      </a:r>
                      <a:endParaRPr lang="en-IN" dirty="0"/>
                    </a:p>
                  </a:txBody>
                  <a:tcPr/>
                </a:tc>
                <a:tc>
                  <a:txBody>
                    <a:bodyPr/>
                    <a:lstStyle/>
                    <a:p>
                      <a:pPr algn="ctr"/>
                      <a:r>
                        <a:rPr lang="en-US" dirty="0"/>
                        <a:t>-</a:t>
                      </a:r>
                      <a:endParaRPr lang="en-IN" dirty="0"/>
                    </a:p>
                  </a:txBody>
                  <a:tcPr/>
                </a:tc>
                <a:tc>
                  <a:txBody>
                    <a:bodyPr/>
                    <a:lstStyle/>
                    <a:p>
                      <a:pPr algn="ctr"/>
                      <a:r>
                        <a:rPr lang="en-US" dirty="0"/>
                        <a:t>226u</a:t>
                      </a:r>
                      <a:r>
                        <a:rPr lang="el-GR" dirty="0">
                          <a:solidFill>
                            <a:schemeClr val="tx1"/>
                          </a:solidFill>
                        </a:rPr>
                        <a:t>Ω</a:t>
                      </a:r>
                      <a:endParaRPr lang="en-IN" dirty="0"/>
                    </a:p>
                  </a:txBody>
                  <a:tcPr/>
                </a:tc>
                <a:tc>
                  <a:txBody>
                    <a:bodyPr/>
                    <a:lstStyle/>
                    <a:p>
                      <a:pPr algn="ctr"/>
                      <a:r>
                        <a:rPr lang="en-US" dirty="0">
                          <a:highlight>
                            <a:srgbClr val="FFFF00"/>
                          </a:highlight>
                        </a:rPr>
                        <a:t>13%</a:t>
                      </a:r>
                      <a:endParaRPr lang="en-IN" dirty="0">
                        <a:highlight>
                          <a:srgbClr val="FFFF00"/>
                        </a:highlight>
                      </a:endParaRPr>
                    </a:p>
                  </a:txBody>
                  <a:tcPr/>
                </a:tc>
                <a:extLst>
                  <a:ext uri="{0D108BD9-81ED-4DB2-BD59-A6C34878D82A}">
                    <a16:rowId xmlns:a16="http://schemas.microsoft.com/office/drawing/2014/main" val="1506055036"/>
                  </a:ext>
                </a:extLst>
              </a:tr>
              <a:tr h="3859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Via-GL2-26mil(75u</a:t>
                      </a:r>
                      <a:r>
                        <a:rPr lang="el-GR" dirty="0">
                          <a:solidFill>
                            <a:schemeClr val="tx1"/>
                          </a:solidFill>
                        </a:rPr>
                        <a:t>Ω</a:t>
                      </a:r>
                      <a:r>
                        <a:rPr lang="en-US" dirty="0">
                          <a:solidFill>
                            <a:schemeClr val="tx1"/>
                          </a:solidFill>
                        </a:rPr>
                        <a:t>)</a:t>
                      </a:r>
                      <a:endParaRPr lang="en-IN" dirty="0">
                        <a:solidFill>
                          <a:schemeClr val="tx1"/>
                        </a:solidFill>
                      </a:endParaRPr>
                    </a:p>
                  </a:txBody>
                  <a:tcPr/>
                </a:tc>
                <a:tc>
                  <a:txBody>
                    <a:bodyPr/>
                    <a:lstStyle/>
                    <a:p>
                      <a:pPr algn="ctr"/>
                      <a:r>
                        <a:rPr lang="en-US" dirty="0"/>
                        <a:t>Saturated</a:t>
                      </a:r>
                      <a:endParaRPr lang="en-IN" dirty="0"/>
                    </a:p>
                  </a:txBody>
                  <a:tcPr/>
                </a:tc>
                <a:tc>
                  <a:txBody>
                    <a:bodyPr/>
                    <a:lstStyle/>
                    <a:p>
                      <a:pPr algn="ctr"/>
                      <a:r>
                        <a:rPr lang="en-US" dirty="0"/>
                        <a:t>-</a:t>
                      </a:r>
                      <a:endParaRPr lang="en-IN" dirty="0"/>
                    </a:p>
                  </a:txBody>
                  <a:tcPr/>
                </a:tc>
                <a:tc>
                  <a:txBody>
                    <a:bodyPr/>
                    <a:lstStyle/>
                    <a:p>
                      <a:pPr algn="ctr"/>
                      <a:r>
                        <a:rPr lang="en-US" dirty="0"/>
                        <a:t>83u</a:t>
                      </a:r>
                      <a:r>
                        <a:rPr lang="el-GR" dirty="0">
                          <a:solidFill>
                            <a:schemeClr val="tx1"/>
                          </a:solidFill>
                        </a:rPr>
                        <a:t>Ω</a:t>
                      </a:r>
                      <a:endParaRPr lang="en-IN" dirty="0"/>
                    </a:p>
                  </a:txBody>
                  <a:tcPr/>
                </a:tc>
                <a:tc>
                  <a:txBody>
                    <a:bodyPr/>
                    <a:lstStyle/>
                    <a:p>
                      <a:pPr algn="ctr"/>
                      <a:r>
                        <a:rPr lang="en-US" dirty="0">
                          <a:highlight>
                            <a:srgbClr val="FFFF00"/>
                          </a:highlight>
                        </a:rPr>
                        <a:t>10.6%</a:t>
                      </a:r>
                      <a:endParaRPr lang="en-IN" dirty="0">
                        <a:highlight>
                          <a:srgbClr val="FFFF00"/>
                        </a:highlight>
                      </a:endParaRPr>
                    </a:p>
                  </a:txBody>
                  <a:tcPr/>
                </a:tc>
                <a:extLst>
                  <a:ext uri="{0D108BD9-81ED-4DB2-BD59-A6C34878D82A}">
                    <a16:rowId xmlns:a16="http://schemas.microsoft.com/office/drawing/2014/main" val="3650928997"/>
                  </a:ext>
                </a:extLst>
              </a:tr>
            </a:tbl>
          </a:graphicData>
        </a:graphic>
      </p:graphicFrame>
    </p:spTree>
    <p:extLst>
      <p:ext uri="{BB962C8B-B14F-4D97-AF65-F5344CB8AC3E}">
        <p14:creationId xmlns:p14="http://schemas.microsoft.com/office/powerpoint/2010/main" val="3025447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C13FA-1C1D-0CC4-3DE2-978231045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4B1B8-04FD-0476-B5A2-BAE35FF57E4E}"/>
              </a:ext>
            </a:extLst>
          </p:cNvPr>
          <p:cNvSpPr>
            <a:spLocks noGrp="1"/>
          </p:cNvSpPr>
          <p:nvPr>
            <p:ph type="title"/>
          </p:nvPr>
        </p:nvSpPr>
        <p:spPr/>
        <p:txBody>
          <a:bodyPr/>
          <a:lstStyle/>
          <a:p>
            <a:r>
              <a:rPr lang="en-US" dirty="0"/>
              <a:t>So What?</a:t>
            </a:r>
            <a:endParaRPr lang="en-IN" dirty="0"/>
          </a:p>
        </p:txBody>
      </p:sp>
      <p:sp>
        <p:nvSpPr>
          <p:cNvPr id="3" name="Content Placeholder 2">
            <a:extLst>
              <a:ext uri="{FF2B5EF4-FFF2-40B4-BE49-F238E27FC236}">
                <a16:creationId xmlns:a16="http://schemas.microsoft.com/office/drawing/2014/main" id="{621FF30E-9DEE-55FF-7D4C-1ED487EC2A2A}"/>
              </a:ext>
            </a:extLst>
          </p:cNvPr>
          <p:cNvSpPr>
            <a:spLocks noGrp="1"/>
          </p:cNvSpPr>
          <p:nvPr>
            <p:ph idx="1"/>
          </p:nvPr>
        </p:nvSpPr>
        <p:spPr>
          <a:xfrm>
            <a:off x="520995" y="1089091"/>
            <a:ext cx="11100391" cy="4351338"/>
          </a:xfrm>
        </p:spPr>
        <p:txBody>
          <a:bodyPr>
            <a:normAutofit/>
          </a:bodyPr>
          <a:lstStyle/>
          <a:p>
            <a:r>
              <a:rPr lang="en-US" sz="2400" dirty="0">
                <a:latin typeface="+mn-lt"/>
              </a:rPr>
              <a:t>Measuring ultra-low impedance using an affordable VNA and RF amplifier.</a:t>
            </a:r>
          </a:p>
          <a:p>
            <a:r>
              <a:rPr lang="en-US" sz="2400" dirty="0">
                <a:latin typeface="+mn-lt"/>
              </a:rPr>
              <a:t>Approach for characterizing the RF amplifier for low impedance measurements.</a:t>
            </a:r>
          </a:p>
          <a:p>
            <a:r>
              <a:rPr lang="en-US" sz="2400" dirty="0">
                <a:latin typeface="+mn-lt"/>
              </a:rPr>
              <a:t>Despite phase shift limitations at lower frequencies, we can still approximate the structure's resistance closely.</a:t>
            </a:r>
          </a:p>
        </p:txBody>
      </p:sp>
      <p:sp>
        <p:nvSpPr>
          <p:cNvPr id="4" name="Slide Number Placeholder 3">
            <a:extLst>
              <a:ext uri="{FF2B5EF4-FFF2-40B4-BE49-F238E27FC236}">
                <a16:creationId xmlns:a16="http://schemas.microsoft.com/office/drawing/2014/main" id="{8B5F5FB8-70EF-3465-222E-60B12D3B7A15}"/>
              </a:ext>
            </a:extLst>
          </p:cNvPr>
          <p:cNvSpPr>
            <a:spLocks noGrp="1"/>
          </p:cNvSpPr>
          <p:nvPr>
            <p:ph type="sldNum" sz="quarter" idx="12"/>
          </p:nvPr>
        </p:nvSpPr>
        <p:spPr/>
        <p:txBody>
          <a:bodyPr/>
          <a:lstStyle/>
          <a:p>
            <a:fld id="{028CE896-619B-44F9-BE7F-139D1400166E}" type="slidenum">
              <a:rPr lang="en-US" smtClean="0"/>
              <a:t>40</a:t>
            </a:fld>
            <a:endParaRPr lang="en-US"/>
          </a:p>
        </p:txBody>
      </p:sp>
    </p:spTree>
    <p:extLst>
      <p:ext uri="{BB962C8B-B14F-4D97-AF65-F5344CB8AC3E}">
        <p14:creationId xmlns:p14="http://schemas.microsoft.com/office/powerpoint/2010/main" val="32442386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6B3E8-E437-905E-E11D-140A108B44D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2DD0B26-89F4-85AD-96B5-B84BBC3EE6F9}"/>
              </a:ext>
            </a:extLst>
          </p:cNvPr>
          <p:cNvSpPr>
            <a:spLocks noGrp="1"/>
          </p:cNvSpPr>
          <p:nvPr>
            <p:ph type="sldNum" sz="quarter" idx="12"/>
          </p:nvPr>
        </p:nvSpPr>
        <p:spPr/>
        <p:txBody>
          <a:bodyPr/>
          <a:lstStyle/>
          <a:p>
            <a:fld id="{E31375A4-56A4-47D6-9801-1991572033F7}" type="slidenum">
              <a:rPr lang="en-US" smtClean="0"/>
              <a:t>41</a:t>
            </a:fld>
            <a:endParaRPr lang="en-US"/>
          </a:p>
        </p:txBody>
      </p:sp>
      <p:sp>
        <p:nvSpPr>
          <p:cNvPr id="6" name="Content Placeholder 5">
            <a:extLst>
              <a:ext uri="{FF2B5EF4-FFF2-40B4-BE49-F238E27FC236}">
                <a16:creationId xmlns:a16="http://schemas.microsoft.com/office/drawing/2014/main" id="{7BB6C727-BB01-BAB3-F503-22DF270FEC2B}"/>
              </a:ext>
            </a:extLst>
          </p:cNvPr>
          <p:cNvSpPr>
            <a:spLocks noGrp="1"/>
          </p:cNvSpPr>
          <p:nvPr>
            <p:ph idx="1"/>
          </p:nvPr>
        </p:nvSpPr>
        <p:spPr>
          <a:xfrm>
            <a:off x="838200" y="2671199"/>
            <a:ext cx="10515600" cy="1267201"/>
          </a:xfrm>
        </p:spPr>
        <p:txBody>
          <a:bodyPr>
            <a:normAutofit/>
          </a:bodyPr>
          <a:lstStyle/>
          <a:p>
            <a:pPr marL="0" indent="0" algn="ctr">
              <a:buNone/>
            </a:pPr>
            <a:r>
              <a:rPr lang="en-US" sz="4000" dirty="0"/>
              <a:t>Questions?</a:t>
            </a:r>
          </a:p>
        </p:txBody>
      </p:sp>
    </p:spTree>
    <p:extLst>
      <p:ext uri="{BB962C8B-B14F-4D97-AF65-F5344CB8AC3E}">
        <p14:creationId xmlns:p14="http://schemas.microsoft.com/office/powerpoint/2010/main" val="5358055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5CBDD-8471-396A-435C-82570BB6103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87174E-E7E0-DF41-D6D0-F04CCECF7DB9}"/>
              </a:ext>
            </a:extLst>
          </p:cNvPr>
          <p:cNvSpPr>
            <a:spLocks noGrp="1"/>
          </p:cNvSpPr>
          <p:nvPr>
            <p:ph type="ctrTitle"/>
          </p:nvPr>
        </p:nvSpPr>
        <p:spPr>
          <a:xfrm>
            <a:off x="637954" y="779235"/>
            <a:ext cx="10480157" cy="2251044"/>
          </a:xfrm>
        </p:spPr>
        <p:txBody>
          <a:bodyPr>
            <a:normAutofit/>
          </a:bodyPr>
          <a:lstStyle/>
          <a:p>
            <a:r>
              <a:rPr lang="en-US" sz="4000" dirty="0">
                <a:highlight>
                  <a:srgbClr val="808080"/>
                </a:highlight>
              </a:rPr>
              <a:t>7.3.4</a:t>
            </a:r>
            <a:r>
              <a:rPr lang="en-US" sz="4000" dirty="0"/>
              <a:t> Using power amplifiers as high current buffers in low Z VNA measurements(Turbo VNA)</a:t>
            </a:r>
          </a:p>
        </p:txBody>
      </p:sp>
      <p:sp>
        <p:nvSpPr>
          <p:cNvPr id="6" name="Subtitle 5">
            <a:extLst>
              <a:ext uri="{FF2B5EF4-FFF2-40B4-BE49-F238E27FC236}">
                <a16:creationId xmlns:a16="http://schemas.microsoft.com/office/drawing/2014/main" id="{801346EF-E8F5-2351-55E8-DACC8E8F92C1}"/>
              </a:ext>
            </a:extLst>
          </p:cNvPr>
          <p:cNvSpPr>
            <a:spLocks noGrp="1"/>
          </p:cNvSpPr>
          <p:nvPr>
            <p:ph type="subTitle" idx="1"/>
          </p:nvPr>
        </p:nvSpPr>
        <p:spPr>
          <a:xfrm>
            <a:off x="4359349" y="3827722"/>
            <a:ext cx="2821172" cy="1655762"/>
          </a:xfrm>
        </p:spPr>
        <p:txBody>
          <a:bodyPr/>
          <a:lstStyle/>
          <a:p>
            <a:r>
              <a:rPr lang="en-US" sz="2000" dirty="0"/>
              <a:t>Presented by:</a:t>
            </a:r>
          </a:p>
          <a:p>
            <a:r>
              <a:rPr lang="en-US" dirty="0"/>
              <a:t>Jithendra H S</a:t>
            </a:r>
          </a:p>
          <a:p>
            <a:r>
              <a:rPr lang="en-US" dirty="0"/>
              <a:t>4/10/2025</a:t>
            </a:r>
          </a:p>
        </p:txBody>
      </p:sp>
      <p:sp>
        <p:nvSpPr>
          <p:cNvPr id="4" name="Slide Number Placeholder 3">
            <a:extLst>
              <a:ext uri="{FF2B5EF4-FFF2-40B4-BE49-F238E27FC236}">
                <a16:creationId xmlns:a16="http://schemas.microsoft.com/office/drawing/2014/main" id="{F80305EE-1DC3-1246-D0E3-CB82D376A238}"/>
              </a:ext>
            </a:extLst>
          </p:cNvPr>
          <p:cNvSpPr>
            <a:spLocks noGrp="1"/>
          </p:cNvSpPr>
          <p:nvPr>
            <p:ph type="sldNum" sz="quarter" idx="12"/>
          </p:nvPr>
        </p:nvSpPr>
        <p:spPr/>
        <p:txBody>
          <a:bodyPr/>
          <a:lstStyle/>
          <a:p>
            <a:fld id="{028CE896-619B-44F9-BE7F-139D1400166E}" type="slidenum">
              <a:rPr lang="en-US" smtClean="0"/>
              <a:t>42</a:t>
            </a:fld>
            <a:endParaRPr lang="en-US"/>
          </a:p>
        </p:txBody>
      </p:sp>
    </p:spTree>
    <p:extLst>
      <p:ext uri="{BB962C8B-B14F-4D97-AF65-F5344CB8AC3E}">
        <p14:creationId xmlns:p14="http://schemas.microsoft.com/office/powerpoint/2010/main" val="1777851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7FABF-1EA4-962E-D560-DFA551E62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D30BF-312C-062F-7FBB-F59EF988A802}"/>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CE2E0963-3293-066B-D659-B12DAA8F647B}"/>
              </a:ext>
            </a:extLst>
          </p:cNvPr>
          <p:cNvSpPr>
            <a:spLocks noGrp="1"/>
          </p:cNvSpPr>
          <p:nvPr>
            <p:ph idx="1"/>
          </p:nvPr>
        </p:nvSpPr>
        <p:spPr/>
        <p:txBody>
          <a:bodyPr/>
          <a:lstStyle/>
          <a:p>
            <a:r>
              <a:rPr lang="en-US" dirty="0"/>
              <a:t>Problem statement &amp; Proposed Solution</a:t>
            </a:r>
          </a:p>
          <a:p>
            <a:r>
              <a:rPr lang="en-US" dirty="0"/>
              <a:t>Artifacts and Improvements</a:t>
            </a:r>
          </a:p>
          <a:p>
            <a:r>
              <a:rPr lang="en-IN" dirty="0"/>
              <a:t>Measurement analysis</a:t>
            </a:r>
          </a:p>
          <a:p>
            <a:r>
              <a:rPr lang="en-IN" dirty="0"/>
              <a:t>Conclusion</a:t>
            </a:r>
          </a:p>
        </p:txBody>
      </p:sp>
      <p:sp>
        <p:nvSpPr>
          <p:cNvPr id="4" name="Slide Number Placeholder 3">
            <a:extLst>
              <a:ext uri="{FF2B5EF4-FFF2-40B4-BE49-F238E27FC236}">
                <a16:creationId xmlns:a16="http://schemas.microsoft.com/office/drawing/2014/main" id="{A36A370A-4EED-5DBA-D16D-2613B251E4A8}"/>
              </a:ext>
            </a:extLst>
          </p:cNvPr>
          <p:cNvSpPr>
            <a:spLocks noGrp="1"/>
          </p:cNvSpPr>
          <p:nvPr>
            <p:ph type="sldNum" sz="quarter" idx="12"/>
          </p:nvPr>
        </p:nvSpPr>
        <p:spPr/>
        <p:txBody>
          <a:bodyPr/>
          <a:lstStyle/>
          <a:p>
            <a:fld id="{028CE896-619B-44F9-BE7F-139D1400166E}" type="slidenum">
              <a:rPr lang="en-US" smtClean="0"/>
              <a:t>43</a:t>
            </a:fld>
            <a:endParaRPr lang="en-US"/>
          </a:p>
        </p:txBody>
      </p:sp>
    </p:spTree>
    <p:extLst>
      <p:ext uri="{BB962C8B-B14F-4D97-AF65-F5344CB8AC3E}">
        <p14:creationId xmlns:p14="http://schemas.microsoft.com/office/powerpoint/2010/main" val="20133292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922B9-68AB-32EA-7403-8AC50B522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00738-F338-D906-1BAA-E1BCC753F67E}"/>
              </a:ext>
            </a:extLst>
          </p:cNvPr>
          <p:cNvSpPr>
            <a:spLocks noGrp="1"/>
          </p:cNvSpPr>
          <p:nvPr>
            <p:ph type="title"/>
          </p:nvPr>
        </p:nvSpPr>
        <p:spPr/>
        <p:txBody>
          <a:bodyPr/>
          <a:lstStyle/>
          <a:p>
            <a:r>
              <a:rPr lang="en-US" dirty="0"/>
              <a:t>Problem Statement</a:t>
            </a:r>
            <a:endParaRPr lang="en-IN" dirty="0"/>
          </a:p>
        </p:txBody>
      </p:sp>
      <p:pic>
        <p:nvPicPr>
          <p:cNvPr id="6" name="Content Placeholder 5">
            <a:extLst>
              <a:ext uri="{FF2B5EF4-FFF2-40B4-BE49-F238E27FC236}">
                <a16:creationId xmlns:a16="http://schemas.microsoft.com/office/drawing/2014/main" id="{538B32B8-7BD9-9021-F847-83A9EF9246D5}"/>
              </a:ext>
            </a:extLst>
          </p:cNvPr>
          <p:cNvPicPr>
            <a:picLocks noGrp="1" noChangeAspect="1"/>
          </p:cNvPicPr>
          <p:nvPr>
            <p:ph idx="1"/>
          </p:nvPr>
        </p:nvPicPr>
        <p:blipFill>
          <a:blip r:embed="rId2"/>
          <a:stretch>
            <a:fillRect/>
          </a:stretch>
        </p:blipFill>
        <p:spPr>
          <a:xfrm>
            <a:off x="309701" y="1979282"/>
            <a:ext cx="11572593" cy="3812676"/>
          </a:xfrm>
        </p:spPr>
      </p:pic>
      <p:sp>
        <p:nvSpPr>
          <p:cNvPr id="4" name="Slide Number Placeholder 3">
            <a:extLst>
              <a:ext uri="{FF2B5EF4-FFF2-40B4-BE49-F238E27FC236}">
                <a16:creationId xmlns:a16="http://schemas.microsoft.com/office/drawing/2014/main" id="{09660CDE-7E6F-D6EB-DA09-02C7647BC09E}"/>
              </a:ext>
            </a:extLst>
          </p:cNvPr>
          <p:cNvSpPr>
            <a:spLocks noGrp="1"/>
          </p:cNvSpPr>
          <p:nvPr>
            <p:ph type="sldNum" sz="quarter" idx="12"/>
          </p:nvPr>
        </p:nvSpPr>
        <p:spPr/>
        <p:txBody>
          <a:bodyPr/>
          <a:lstStyle/>
          <a:p>
            <a:fld id="{028CE896-619B-44F9-BE7F-139D1400166E}" type="slidenum">
              <a:rPr lang="en-US" smtClean="0"/>
              <a:t>44</a:t>
            </a:fld>
            <a:endParaRPr lang="en-US"/>
          </a:p>
        </p:txBody>
      </p:sp>
      <p:sp>
        <p:nvSpPr>
          <p:cNvPr id="7" name="TextBox 6">
            <a:extLst>
              <a:ext uri="{FF2B5EF4-FFF2-40B4-BE49-F238E27FC236}">
                <a16:creationId xmlns:a16="http://schemas.microsoft.com/office/drawing/2014/main" id="{A52F7B18-EC25-2355-CACB-7BEFFD0DD8DE}"/>
              </a:ext>
            </a:extLst>
          </p:cNvPr>
          <p:cNvSpPr txBox="1"/>
          <p:nvPr/>
        </p:nvSpPr>
        <p:spPr>
          <a:xfrm>
            <a:off x="776175" y="5791958"/>
            <a:ext cx="2220673" cy="369332"/>
          </a:xfrm>
          <a:prstGeom prst="rect">
            <a:avLst/>
          </a:prstGeom>
          <a:noFill/>
        </p:spPr>
        <p:txBody>
          <a:bodyPr wrap="none" rtlCol="0">
            <a:spAutoFit/>
          </a:bodyPr>
          <a:lstStyle/>
          <a:p>
            <a:r>
              <a:rPr lang="en-US" dirty="0">
                <a:highlight>
                  <a:srgbClr val="FFFF00"/>
                </a:highlight>
              </a:rPr>
              <a:t>*Simulated using ADS</a:t>
            </a:r>
            <a:endParaRPr lang="en-IN" dirty="0">
              <a:highlight>
                <a:srgbClr val="FFFF00"/>
              </a:highlight>
            </a:endParaRPr>
          </a:p>
        </p:txBody>
      </p:sp>
      <p:sp>
        <p:nvSpPr>
          <p:cNvPr id="8" name="TextBox 7">
            <a:extLst>
              <a:ext uri="{FF2B5EF4-FFF2-40B4-BE49-F238E27FC236}">
                <a16:creationId xmlns:a16="http://schemas.microsoft.com/office/drawing/2014/main" id="{B0871A4B-FDEC-9E39-850D-3BE6B57CB025}"/>
              </a:ext>
            </a:extLst>
          </p:cNvPr>
          <p:cNvSpPr txBox="1"/>
          <p:nvPr/>
        </p:nvSpPr>
        <p:spPr>
          <a:xfrm>
            <a:off x="1776379" y="3616257"/>
            <a:ext cx="2440939" cy="369332"/>
          </a:xfrm>
          <a:prstGeom prst="rect">
            <a:avLst/>
          </a:prstGeom>
          <a:noFill/>
        </p:spPr>
        <p:txBody>
          <a:bodyPr wrap="square" rtlCol="0">
            <a:spAutoFit/>
          </a:bodyPr>
          <a:lstStyle/>
          <a:p>
            <a:r>
              <a:rPr lang="en-US" dirty="0">
                <a:solidFill>
                  <a:srgbClr val="0000FF"/>
                </a:solidFill>
              </a:rPr>
              <a:t>-100dB VNA Noise floor</a:t>
            </a:r>
            <a:endParaRPr lang="en-IN" dirty="0">
              <a:solidFill>
                <a:srgbClr val="0000FF"/>
              </a:solidFill>
            </a:endParaRPr>
          </a:p>
        </p:txBody>
      </p:sp>
      <p:sp>
        <p:nvSpPr>
          <p:cNvPr id="9" name="TextBox 8">
            <a:extLst>
              <a:ext uri="{FF2B5EF4-FFF2-40B4-BE49-F238E27FC236}">
                <a16:creationId xmlns:a16="http://schemas.microsoft.com/office/drawing/2014/main" id="{3C909155-3289-39AE-2BBA-54F863DA63AB}"/>
              </a:ext>
            </a:extLst>
          </p:cNvPr>
          <p:cNvSpPr txBox="1"/>
          <p:nvPr/>
        </p:nvSpPr>
        <p:spPr>
          <a:xfrm>
            <a:off x="2061027" y="4120126"/>
            <a:ext cx="1385507" cy="369332"/>
          </a:xfrm>
          <a:prstGeom prst="rect">
            <a:avLst/>
          </a:prstGeom>
          <a:noFill/>
        </p:spPr>
        <p:txBody>
          <a:bodyPr wrap="square" rtlCol="0">
            <a:spAutoFit/>
          </a:bodyPr>
          <a:lstStyle/>
          <a:p>
            <a:r>
              <a:rPr lang="en-US" dirty="0">
                <a:solidFill>
                  <a:srgbClr val="FF0000"/>
                </a:solidFill>
              </a:rPr>
              <a:t>Via response</a:t>
            </a:r>
            <a:endParaRPr lang="en-IN" dirty="0">
              <a:solidFill>
                <a:srgbClr val="FF0000"/>
              </a:solidFill>
            </a:endParaRPr>
          </a:p>
        </p:txBody>
      </p:sp>
      <p:sp>
        <p:nvSpPr>
          <p:cNvPr id="10" name="TextBox 9">
            <a:extLst>
              <a:ext uri="{FF2B5EF4-FFF2-40B4-BE49-F238E27FC236}">
                <a16:creationId xmlns:a16="http://schemas.microsoft.com/office/drawing/2014/main" id="{8EE1F215-F2DD-972E-0747-E3EBEEB6E8CA}"/>
              </a:ext>
            </a:extLst>
          </p:cNvPr>
          <p:cNvSpPr txBox="1"/>
          <p:nvPr/>
        </p:nvSpPr>
        <p:spPr>
          <a:xfrm>
            <a:off x="9165265" y="2817627"/>
            <a:ext cx="184731" cy="369332"/>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id="{343E932D-15DB-9E2E-FAE4-BA9A7BC4F8FA}"/>
              </a:ext>
            </a:extLst>
          </p:cNvPr>
          <p:cNvSpPr txBox="1"/>
          <p:nvPr/>
        </p:nvSpPr>
        <p:spPr>
          <a:xfrm>
            <a:off x="8080610" y="3400407"/>
            <a:ext cx="1236236" cy="369332"/>
          </a:xfrm>
          <a:prstGeom prst="rect">
            <a:avLst/>
          </a:prstGeom>
          <a:noFill/>
        </p:spPr>
        <p:txBody>
          <a:bodyPr wrap="none" rtlCol="0">
            <a:spAutoFit/>
          </a:bodyPr>
          <a:lstStyle/>
          <a:p>
            <a:r>
              <a:rPr lang="en-US" dirty="0">
                <a:solidFill>
                  <a:srgbClr val="0000FF"/>
                </a:solidFill>
              </a:rPr>
              <a:t>Min 250u</a:t>
            </a:r>
            <a:r>
              <a:rPr lang="el-GR" dirty="0">
                <a:solidFill>
                  <a:srgbClr val="0000FF"/>
                </a:solidFill>
              </a:rPr>
              <a:t>Ω</a:t>
            </a:r>
            <a:endParaRPr lang="en-IN" dirty="0">
              <a:solidFill>
                <a:srgbClr val="0000FF"/>
              </a:solidFill>
            </a:endParaRPr>
          </a:p>
        </p:txBody>
      </p:sp>
      <p:sp>
        <p:nvSpPr>
          <p:cNvPr id="12" name="TextBox 11">
            <a:extLst>
              <a:ext uri="{FF2B5EF4-FFF2-40B4-BE49-F238E27FC236}">
                <a16:creationId xmlns:a16="http://schemas.microsoft.com/office/drawing/2014/main" id="{4873A34E-386D-A63C-C627-9F58F48028F3}"/>
              </a:ext>
            </a:extLst>
          </p:cNvPr>
          <p:cNvSpPr txBox="1"/>
          <p:nvPr/>
        </p:nvSpPr>
        <p:spPr>
          <a:xfrm>
            <a:off x="7576320" y="3887371"/>
            <a:ext cx="2037353" cy="369332"/>
          </a:xfrm>
          <a:prstGeom prst="rect">
            <a:avLst/>
          </a:prstGeom>
          <a:noFill/>
        </p:spPr>
        <p:txBody>
          <a:bodyPr wrap="none" rtlCol="0">
            <a:spAutoFit/>
          </a:bodyPr>
          <a:lstStyle/>
          <a:p>
            <a:r>
              <a:rPr lang="en-US" dirty="0">
                <a:solidFill>
                  <a:srgbClr val="FF0000"/>
                </a:solidFill>
              </a:rPr>
              <a:t>Via resistance 75u</a:t>
            </a:r>
            <a:r>
              <a:rPr lang="el-GR" dirty="0">
                <a:solidFill>
                  <a:srgbClr val="FF0000"/>
                </a:solidFill>
              </a:rPr>
              <a:t>Ω</a:t>
            </a:r>
            <a:endParaRPr lang="en-IN" dirty="0">
              <a:solidFill>
                <a:srgbClr val="FF0000"/>
              </a:solidFill>
            </a:endParaRPr>
          </a:p>
        </p:txBody>
      </p:sp>
      <p:pic>
        <p:nvPicPr>
          <p:cNvPr id="3" name="Picture 2">
            <a:extLst>
              <a:ext uri="{FF2B5EF4-FFF2-40B4-BE49-F238E27FC236}">
                <a16:creationId xmlns:a16="http://schemas.microsoft.com/office/drawing/2014/main" id="{F92E6064-E9A9-D199-402F-BADF2BF35770}"/>
              </a:ext>
            </a:extLst>
          </p:cNvPr>
          <p:cNvPicPr>
            <a:picLocks noChangeAspect="1"/>
          </p:cNvPicPr>
          <p:nvPr/>
        </p:nvPicPr>
        <p:blipFill>
          <a:blip r:embed="rId3"/>
          <a:stretch>
            <a:fillRect/>
          </a:stretch>
        </p:blipFill>
        <p:spPr>
          <a:xfrm>
            <a:off x="1776379" y="867265"/>
            <a:ext cx="3221865" cy="954147"/>
          </a:xfrm>
          <a:prstGeom prst="rect">
            <a:avLst/>
          </a:prstGeom>
        </p:spPr>
      </p:pic>
      <p:pic>
        <p:nvPicPr>
          <p:cNvPr id="5" name="Picture 4">
            <a:extLst>
              <a:ext uri="{FF2B5EF4-FFF2-40B4-BE49-F238E27FC236}">
                <a16:creationId xmlns:a16="http://schemas.microsoft.com/office/drawing/2014/main" id="{4DC403A7-3D32-AA48-0DDA-F55B3D8A1338}"/>
              </a:ext>
            </a:extLst>
          </p:cNvPr>
          <p:cNvPicPr>
            <a:picLocks noChangeAspect="1"/>
          </p:cNvPicPr>
          <p:nvPr/>
        </p:nvPicPr>
        <p:blipFill>
          <a:blip r:embed="rId4"/>
          <a:stretch>
            <a:fillRect/>
          </a:stretch>
        </p:blipFill>
        <p:spPr>
          <a:xfrm>
            <a:off x="7852186" y="926849"/>
            <a:ext cx="2276475" cy="800100"/>
          </a:xfrm>
          <a:prstGeom prst="rect">
            <a:avLst/>
          </a:prstGeom>
        </p:spPr>
      </p:pic>
    </p:spTree>
    <p:extLst>
      <p:ext uri="{BB962C8B-B14F-4D97-AF65-F5344CB8AC3E}">
        <p14:creationId xmlns:p14="http://schemas.microsoft.com/office/powerpoint/2010/main" val="9817386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684C7-3F52-B779-5563-16A54759A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0C35A-BD12-2104-EF3B-03BBABFDF4AA}"/>
              </a:ext>
            </a:extLst>
          </p:cNvPr>
          <p:cNvSpPr>
            <a:spLocks noGrp="1"/>
          </p:cNvSpPr>
          <p:nvPr>
            <p:ph type="title"/>
          </p:nvPr>
        </p:nvSpPr>
        <p:spPr/>
        <p:txBody>
          <a:bodyPr/>
          <a:lstStyle/>
          <a:p>
            <a:r>
              <a:rPr lang="en-US" dirty="0"/>
              <a:t>Solution</a:t>
            </a:r>
            <a:endParaRPr lang="en-IN" dirty="0"/>
          </a:p>
        </p:txBody>
      </p:sp>
      <p:sp>
        <p:nvSpPr>
          <p:cNvPr id="4" name="Slide Number Placeholder 3">
            <a:extLst>
              <a:ext uri="{FF2B5EF4-FFF2-40B4-BE49-F238E27FC236}">
                <a16:creationId xmlns:a16="http://schemas.microsoft.com/office/drawing/2014/main" id="{A82596B8-D168-B9AE-3ED2-963FA54A55DC}"/>
              </a:ext>
            </a:extLst>
          </p:cNvPr>
          <p:cNvSpPr>
            <a:spLocks noGrp="1"/>
          </p:cNvSpPr>
          <p:nvPr>
            <p:ph type="sldNum" sz="quarter" idx="12"/>
          </p:nvPr>
        </p:nvSpPr>
        <p:spPr/>
        <p:txBody>
          <a:bodyPr/>
          <a:lstStyle/>
          <a:p>
            <a:fld id="{028CE896-619B-44F9-BE7F-139D1400166E}" type="slidenum">
              <a:rPr lang="en-US" smtClean="0"/>
              <a:t>45</a:t>
            </a:fld>
            <a:endParaRPr lang="en-US"/>
          </a:p>
        </p:txBody>
      </p:sp>
      <p:pic>
        <p:nvPicPr>
          <p:cNvPr id="6" name="Picture 5">
            <a:extLst>
              <a:ext uri="{FF2B5EF4-FFF2-40B4-BE49-F238E27FC236}">
                <a16:creationId xmlns:a16="http://schemas.microsoft.com/office/drawing/2014/main" id="{145B242C-6DA4-ED92-AF35-D59FF9B9969F}"/>
              </a:ext>
            </a:extLst>
          </p:cNvPr>
          <p:cNvPicPr>
            <a:picLocks noChangeAspect="1"/>
          </p:cNvPicPr>
          <p:nvPr/>
        </p:nvPicPr>
        <p:blipFill>
          <a:blip r:embed="rId2"/>
          <a:stretch>
            <a:fillRect/>
          </a:stretch>
        </p:blipFill>
        <p:spPr>
          <a:xfrm rot="5400000">
            <a:off x="-182767" y="1298498"/>
            <a:ext cx="3807146" cy="3441611"/>
          </a:xfrm>
          <a:prstGeom prst="rect">
            <a:avLst/>
          </a:prstGeom>
        </p:spPr>
      </p:pic>
      <p:pic>
        <p:nvPicPr>
          <p:cNvPr id="8" name="Picture 7">
            <a:extLst>
              <a:ext uri="{FF2B5EF4-FFF2-40B4-BE49-F238E27FC236}">
                <a16:creationId xmlns:a16="http://schemas.microsoft.com/office/drawing/2014/main" id="{EAAF49D2-A33E-CF3B-6B25-9A83071DB72B}"/>
              </a:ext>
            </a:extLst>
          </p:cNvPr>
          <p:cNvPicPr>
            <a:picLocks noChangeAspect="1"/>
          </p:cNvPicPr>
          <p:nvPr/>
        </p:nvPicPr>
        <p:blipFill>
          <a:blip r:embed="rId3"/>
          <a:stretch>
            <a:fillRect/>
          </a:stretch>
        </p:blipFill>
        <p:spPr>
          <a:xfrm rot="5400000">
            <a:off x="8502977" y="1233857"/>
            <a:ext cx="3807147" cy="3570894"/>
          </a:xfrm>
          <a:prstGeom prst="rect">
            <a:avLst/>
          </a:prstGeom>
        </p:spPr>
      </p:pic>
      <p:pic>
        <p:nvPicPr>
          <p:cNvPr id="10" name="Picture 9">
            <a:extLst>
              <a:ext uri="{FF2B5EF4-FFF2-40B4-BE49-F238E27FC236}">
                <a16:creationId xmlns:a16="http://schemas.microsoft.com/office/drawing/2014/main" id="{BA4596DF-DF4F-61C2-56A5-074DFD9268DF}"/>
              </a:ext>
            </a:extLst>
          </p:cNvPr>
          <p:cNvPicPr>
            <a:picLocks noChangeAspect="1"/>
          </p:cNvPicPr>
          <p:nvPr/>
        </p:nvPicPr>
        <p:blipFill>
          <a:blip r:embed="rId4"/>
          <a:stretch>
            <a:fillRect/>
          </a:stretch>
        </p:blipFill>
        <p:spPr>
          <a:xfrm>
            <a:off x="3570898" y="829340"/>
            <a:ext cx="4945781" cy="5252483"/>
          </a:xfrm>
          <a:prstGeom prst="rect">
            <a:avLst/>
          </a:prstGeom>
        </p:spPr>
      </p:pic>
      <p:sp>
        <p:nvSpPr>
          <p:cNvPr id="12" name="TextBox 11">
            <a:extLst>
              <a:ext uri="{FF2B5EF4-FFF2-40B4-BE49-F238E27FC236}">
                <a16:creationId xmlns:a16="http://schemas.microsoft.com/office/drawing/2014/main" id="{45946EA6-4569-2728-A9A4-9A91B777C14C}"/>
              </a:ext>
            </a:extLst>
          </p:cNvPr>
          <p:cNvSpPr txBox="1"/>
          <p:nvPr/>
        </p:nvSpPr>
        <p:spPr>
          <a:xfrm>
            <a:off x="4714772" y="1541720"/>
            <a:ext cx="2440939" cy="338554"/>
          </a:xfrm>
          <a:prstGeom prst="rect">
            <a:avLst/>
          </a:prstGeom>
          <a:noFill/>
        </p:spPr>
        <p:txBody>
          <a:bodyPr wrap="square" rtlCol="0">
            <a:spAutoFit/>
          </a:bodyPr>
          <a:lstStyle/>
          <a:p>
            <a:r>
              <a:rPr lang="en-US" sz="1600" dirty="0">
                <a:solidFill>
                  <a:srgbClr val="0000FF"/>
                </a:solidFill>
              </a:rPr>
              <a:t>-100dB VNA Noise floor</a:t>
            </a:r>
            <a:endParaRPr lang="en-IN" sz="1600" dirty="0">
              <a:solidFill>
                <a:srgbClr val="0000FF"/>
              </a:solidFill>
            </a:endParaRPr>
          </a:p>
        </p:txBody>
      </p:sp>
      <p:sp>
        <p:nvSpPr>
          <p:cNvPr id="13" name="TextBox 12">
            <a:extLst>
              <a:ext uri="{FF2B5EF4-FFF2-40B4-BE49-F238E27FC236}">
                <a16:creationId xmlns:a16="http://schemas.microsoft.com/office/drawing/2014/main" id="{1BDCC16E-7335-BA8D-B487-DEACD2E10FA1}"/>
              </a:ext>
            </a:extLst>
          </p:cNvPr>
          <p:cNvSpPr txBox="1"/>
          <p:nvPr/>
        </p:nvSpPr>
        <p:spPr>
          <a:xfrm>
            <a:off x="4898440" y="1880274"/>
            <a:ext cx="1385507" cy="338554"/>
          </a:xfrm>
          <a:prstGeom prst="rect">
            <a:avLst/>
          </a:prstGeom>
          <a:noFill/>
        </p:spPr>
        <p:txBody>
          <a:bodyPr wrap="square" rtlCol="0">
            <a:spAutoFit/>
          </a:bodyPr>
          <a:lstStyle/>
          <a:p>
            <a:r>
              <a:rPr lang="en-US" sz="1600" dirty="0">
                <a:solidFill>
                  <a:srgbClr val="FF0000"/>
                </a:solidFill>
              </a:rPr>
              <a:t>Via response</a:t>
            </a:r>
            <a:endParaRPr lang="en-IN" sz="1600" dirty="0">
              <a:solidFill>
                <a:srgbClr val="FF0000"/>
              </a:solidFill>
            </a:endParaRPr>
          </a:p>
        </p:txBody>
      </p:sp>
      <p:sp>
        <p:nvSpPr>
          <p:cNvPr id="14" name="TextBox 13">
            <a:extLst>
              <a:ext uri="{FF2B5EF4-FFF2-40B4-BE49-F238E27FC236}">
                <a16:creationId xmlns:a16="http://schemas.microsoft.com/office/drawing/2014/main" id="{5064834A-9C2A-5DBE-E5F8-78D2AB04B00E}"/>
              </a:ext>
            </a:extLst>
          </p:cNvPr>
          <p:cNvSpPr txBox="1"/>
          <p:nvPr/>
        </p:nvSpPr>
        <p:spPr>
          <a:xfrm>
            <a:off x="4714772" y="2323701"/>
            <a:ext cx="2770549" cy="338554"/>
          </a:xfrm>
          <a:prstGeom prst="rect">
            <a:avLst/>
          </a:prstGeom>
          <a:noFill/>
        </p:spPr>
        <p:txBody>
          <a:bodyPr wrap="square" rtlCol="0">
            <a:spAutoFit/>
          </a:bodyPr>
          <a:lstStyle/>
          <a:p>
            <a:r>
              <a:rPr lang="en-US" sz="1600" dirty="0">
                <a:solidFill>
                  <a:srgbClr val="EE12CF"/>
                </a:solidFill>
              </a:rPr>
              <a:t>-130dB TURBO VNA Noise floor</a:t>
            </a:r>
            <a:endParaRPr lang="en-IN" sz="1600" dirty="0">
              <a:solidFill>
                <a:srgbClr val="EE12CF"/>
              </a:solidFill>
            </a:endParaRPr>
          </a:p>
        </p:txBody>
      </p:sp>
      <p:sp>
        <p:nvSpPr>
          <p:cNvPr id="15" name="TextBox 14">
            <a:extLst>
              <a:ext uri="{FF2B5EF4-FFF2-40B4-BE49-F238E27FC236}">
                <a16:creationId xmlns:a16="http://schemas.microsoft.com/office/drawing/2014/main" id="{3CDB5FC4-B8DF-EEAF-95B7-1633F9EE1449}"/>
              </a:ext>
            </a:extLst>
          </p:cNvPr>
          <p:cNvSpPr txBox="1"/>
          <p:nvPr/>
        </p:nvSpPr>
        <p:spPr>
          <a:xfrm>
            <a:off x="5156656" y="4011080"/>
            <a:ext cx="1116011" cy="338554"/>
          </a:xfrm>
          <a:prstGeom prst="rect">
            <a:avLst/>
          </a:prstGeom>
          <a:noFill/>
        </p:spPr>
        <p:txBody>
          <a:bodyPr wrap="none" rtlCol="0">
            <a:spAutoFit/>
          </a:bodyPr>
          <a:lstStyle/>
          <a:p>
            <a:r>
              <a:rPr lang="en-US" sz="1600" dirty="0">
                <a:solidFill>
                  <a:srgbClr val="0000FF"/>
                </a:solidFill>
              </a:rPr>
              <a:t>Min 250u</a:t>
            </a:r>
            <a:r>
              <a:rPr lang="el-GR" sz="1600" dirty="0">
                <a:solidFill>
                  <a:srgbClr val="0000FF"/>
                </a:solidFill>
              </a:rPr>
              <a:t>Ω</a:t>
            </a:r>
            <a:endParaRPr lang="en-IN" sz="1600" dirty="0">
              <a:solidFill>
                <a:srgbClr val="0000FF"/>
              </a:solidFill>
            </a:endParaRPr>
          </a:p>
        </p:txBody>
      </p:sp>
      <p:sp>
        <p:nvSpPr>
          <p:cNvPr id="16" name="TextBox 15">
            <a:extLst>
              <a:ext uri="{FF2B5EF4-FFF2-40B4-BE49-F238E27FC236}">
                <a16:creationId xmlns:a16="http://schemas.microsoft.com/office/drawing/2014/main" id="{15B947A9-04FF-74DD-3087-A2C36D5F6075}"/>
              </a:ext>
            </a:extLst>
          </p:cNvPr>
          <p:cNvSpPr txBox="1"/>
          <p:nvPr/>
        </p:nvSpPr>
        <p:spPr>
          <a:xfrm>
            <a:off x="4711053" y="4349634"/>
            <a:ext cx="1828257" cy="338554"/>
          </a:xfrm>
          <a:prstGeom prst="rect">
            <a:avLst/>
          </a:prstGeom>
          <a:noFill/>
        </p:spPr>
        <p:txBody>
          <a:bodyPr wrap="none" rtlCol="0">
            <a:spAutoFit/>
          </a:bodyPr>
          <a:lstStyle/>
          <a:p>
            <a:r>
              <a:rPr lang="en-US" sz="1600" dirty="0">
                <a:solidFill>
                  <a:srgbClr val="FF0000"/>
                </a:solidFill>
              </a:rPr>
              <a:t>Via resistance 75u</a:t>
            </a:r>
            <a:r>
              <a:rPr lang="el-GR" sz="1600" dirty="0">
                <a:solidFill>
                  <a:srgbClr val="FF0000"/>
                </a:solidFill>
              </a:rPr>
              <a:t>Ω</a:t>
            </a:r>
            <a:endParaRPr lang="en-IN" sz="1600" dirty="0">
              <a:solidFill>
                <a:srgbClr val="FF0000"/>
              </a:solidFill>
            </a:endParaRPr>
          </a:p>
        </p:txBody>
      </p:sp>
      <p:sp>
        <p:nvSpPr>
          <p:cNvPr id="17" name="TextBox 16">
            <a:extLst>
              <a:ext uri="{FF2B5EF4-FFF2-40B4-BE49-F238E27FC236}">
                <a16:creationId xmlns:a16="http://schemas.microsoft.com/office/drawing/2014/main" id="{C2DE7632-C255-8390-CBB8-2651779DD5C5}"/>
              </a:ext>
            </a:extLst>
          </p:cNvPr>
          <p:cNvSpPr txBox="1"/>
          <p:nvPr/>
        </p:nvSpPr>
        <p:spPr>
          <a:xfrm>
            <a:off x="4711053" y="4738211"/>
            <a:ext cx="2730363" cy="338554"/>
          </a:xfrm>
          <a:prstGeom prst="rect">
            <a:avLst/>
          </a:prstGeom>
          <a:noFill/>
        </p:spPr>
        <p:txBody>
          <a:bodyPr wrap="none" rtlCol="0">
            <a:spAutoFit/>
          </a:bodyPr>
          <a:lstStyle/>
          <a:p>
            <a:r>
              <a:rPr lang="en-US" sz="1600" dirty="0">
                <a:solidFill>
                  <a:srgbClr val="EE12CF"/>
                </a:solidFill>
              </a:rPr>
              <a:t>Extended resistance up to 8u</a:t>
            </a:r>
            <a:r>
              <a:rPr lang="el-GR" sz="1600" dirty="0">
                <a:solidFill>
                  <a:srgbClr val="EE12CF"/>
                </a:solidFill>
              </a:rPr>
              <a:t>Ω</a:t>
            </a:r>
            <a:endParaRPr lang="en-IN" sz="1600" dirty="0">
              <a:solidFill>
                <a:srgbClr val="EE12CF"/>
              </a:solidFill>
            </a:endParaRPr>
          </a:p>
        </p:txBody>
      </p:sp>
      <p:sp>
        <p:nvSpPr>
          <p:cNvPr id="3" name="TextBox 2">
            <a:extLst>
              <a:ext uri="{FF2B5EF4-FFF2-40B4-BE49-F238E27FC236}">
                <a16:creationId xmlns:a16="http://schemas.microsoft.com/office/drawing/2014/main" id="{2796CCF3-7907-19C6-8058-DAC2824691F8}"/>
              </a:ext>
            </a:extLst>
          </p:cNvPr>
          <p:cNvSpPr txBox="1"/>
          <p:nvPr/>
        </p:nvSpPr>
        <p:spPr>
          <a:xfrm>
            <a:off x="833049" y="3244334"/>
            <a:ext cx="2141317" cy="369332"/>
          </a:xfrm>
          <a:prstGeom prst="rect">
            <a:avLst/>
          </a:prstGeom>
          <a:noFill/>
        </p:spPr>
        <p:txBody>
          <a:bodyPr wrap="square" rtlCol="0">
            <a:spAutoFit/>
          </a:bodyPr>
          <a:lstStyle/>
          <a:p>
            <a:r>
              <a:rPr lang="en-US" dirty="0">
                <a:solidFill>
                  <a:srgbClr val="0000FF"/>
                </a:solidFill>
                <a:highlight>
                  <a:srgbClr val="C0C0C0"/>
                </a:highlight>
              </a:rPr>
              <a:t>Normal VNA setup</a:t>
            </a:r>
            <a:endParaRPr lang="en-IN" dirty="0">
              <a:solidFill>
                <a:srgbClr val="0000FF"/>
              </a:solidFill>
              <a:highlight>
                <a:srgbClr val="C0C0C0"/>
              </a:highlight>
            </a:endParaRPr>
          </a:p>
        </p:txBody>
      </p:sp>
      <p:sp>
        <p:nvSpPr>
          <p:cNvPr id="5" name="TextBox 4">
            <a:extLst>
              <a:ext uri="{FF2B5EF4-FFF2-40B4-BE49-F238E27FC236}">
                <a16:creationId xmlns:a16="http://schemas.microsoft.com/office/drawing/2014/main" id="{B2381FB3-6B1F-019C-0DF3-80C40BE67410}"/>
              </a:ext>
            </a:extLst>
          </p:cNvPr>
          <p:cNvSpPr txBox="1"/>
          <p:nvPr/>
        </p:nvSpPr>
        <p:spPr>
          <a:xfrm>
            <a:off x="9463213" y="3087476"/>
            <a:ext cx="2141317" cy="369332"/>
          </a:xfrm>
          <a:prstGeom prst="rect">
            <a:avLst/>
          </a:prstGeom>
          <a:noFill/>
        </p:spPr>
        <p:txBody>
          <a:bodyPr wrap="square" rtlCol="0">
            <a:spAutoFit/>
          </a:bodyPr>
          <a:lstStyle/>
          <a:p>
            <a:r>
              <a:rPr lang="en-US" dirty="0">
                <a:solidFill>
                  <a:srgbClr val="FF0000"/>
                </a:solidFill>
                <a:highlight>
                  <a:srgbClr val="C0C0C0"/>
                </a:highlight>
              </a:rPr>
              <a:t>Turbo VNA setup</a:t>
            </a:r>
            <a:endParaRPr lang="en-IN" dirty="0">
              <a:solidFill>
                <a:srgbClr val="FF0000"/>
              </a:solidFill>
              <a:highlight>
                <a:srgbClr val="C0C0C0"/>
              </a:highlight>
            </a:endParaRPr>
          </a:p>
        </p:txBody>
      </p:sp>
      <p:pic>
        <p:nvPicPr>
          <p:cNvPr id="11" name="Picture 10">
            <a:extLst>
              <a:ext uri="{FF2B5EF4-FFF2-40B4-BE49-F238E27FC236}">
                <a16:creationId xmlns:a16="http://schemas.microsoft.com/office/drawing/2014/main" id="{F5D19B9E-8A67-5E76-7B37-CC6548660542}"/>
              </a:ext>
            </a:extLst>
          </p:cNvPr>
          <p:cNvPicPr>
            <a:picLocks noChangeAspect="1"/>
          </p:cNvPicPr>
          <p:nvPr/>
        </p:nvPicPr>
        <p:blipFill>
          <a:blip r:embed="rId5"/>
          <a:stretch>
            <a:fillRect/>
          </a:stretch>
        </p:blipFill>
        <p:spPr>
          <a:xfrm>
            <a:off x="8750695" y="4961040"/>
            <a:ext cx="2742221" cy="1120783"/>
          </a:xfrm>
          <a:prstGeom prst="rect">
            <a:avLst/>
          </a:prstGeom>
        </p:spPr>
      </p:pic>
      <p:pic>
        <p:nvPicPr>
          <p:cNvPr id="19" name="Picture 18">
            <a:extLst>
              <a:ext uri="{FF2B5EF4-FFF2-40B4-BE49-F238E27FC236}">
                <a16:creationId xmlns:a16="http://schemas.microsoft.com/office/drawing/2014/main" id="{E099A3F0-5F66-8D48-42C6-86A13CFF00C0}"/>
              </a:ext>
            </a:extLst>
          </p:cNvPr>
          <p:cNvPicPr>
            <a:picLocks noChangeAspect="1"/>
          </p:cNvPicPr>
          <p:nvPr/>
        </p:nvPicPr>
        <p:blipFill>
          <a:blip r:embed="rId6"/>
          <a:stretch>
            <a:fillRect/>
          </a:stretch>
        </p:blipFill>
        <p:spPr>
          <a:xfrm>
            <a:off x="228932" y="4999708"/>
            <a:ext cx="1504175" cy="972280"/>
          </a:xfrm>
          <a:prstGeom prst="rect">
            <a:avLst/>
          </a:prstGeom>
        </p:spPr>
      </p:pic>
      <p:pic>
        <p:nvPicPr>
          <p:cNvPr id="21" name="Picture 20">
            <a:extLst>
              <a:ext uri="{FF2B5EF4-FFF2-40B4-BE49-F238E27FC236}">
                <a16:creationId xmlns:a16="http://schemas.microsoft.com/office/drawing/2014/main" id="{45B8700F-86D2-FCE6-46D4-64A8A1FB605A}"/>
              </a:ext>
            </a:extLst>
          </p:cNvPr>
          <p:cNvPicPr>
            <a:picLocks noChangeAspect="1"/>
          </p:cNvPicPr>
          <p:nvPr/>
        </p:nvPicPr>
        <p:blipFill>
          <a:blip r:embed="rId7"/>
          <a:stretch>
            <a:fillRect/>
          </a:stretch>
        </p:blipFill>
        <p:spPr>
          <a:xfrm>
            <a:off x="1733107" y="4999708"/>
            <a:ext cx="640561" cy="972280"/>
          </a:xfrm>
          <a:prstGeom prst="rect">
            <a:avLst/>
          </a:prstGeom>
        </p:spPr>
      </p:pic>
    </p:spTree>
    <p:extLst>
      <p:ext uri="{BB962C8B-B14F-4D97-AF65-F5344CB8AC3E}">
        <p14:creationId xmlns:p14="http://schemas.microsoft.com/office/powerpoint/2010/main" val="1384627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F417D-1F66-7440-4890-F767AE0AC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BD901-0489-FCD5-DEEF-179EC66FB96D}"/>
              </a:ext>
            </a:extLst>
          </p:cNvPr>
          <p:cNvSpPr>
            <a:spLocks noGrp="1"/>
          </p:cNvSpPr>
          <p:nvPr>
            <p:ph type="title"/>
          </p:nvPr>
        </p:nvSpPr>
        <p:spPr/>
        <p:txBody>
          <a:bodyPr/>
          <a:lstStyle/>
          <a:p>
            <a:r>
              <a:rPr lang="en-US" dirty="0"/>
              <a:t>RF amp Improvements</a:t>
            </a:r>
            <a:endParaRPr lang="en-IN" dirty="0"/>
          </a:p>
        </p:txBody>
      </p:sp>
      <p:sp>
        <p:nvSpPr>
          <p:cNvPr id="4" name="Slide Number Placeholder 3">
            <a:extLst>
              <a:ext uri="{FF2B5EF4-FFF2-40B4-BE49-F238E27FC236}">
                <a16:creationId xmlns:a16="http://schemas.microsoft.com/office/drawing/2014/main" id="{F4288720-656C-7963-DC89-60FD8FFB74DA}"/>
              </a:ext>
            </a:extLst>
          </p:cNvPr>
          <p:cNvSpPr>
            <a:spLocks noGrp="1"/>
          </p:cNvSpPr>
          <p:nvPr>
            <p:ph type="sldNum" sz="quarter" idx="12"/>
          </p:nvPr>
        </p:nvSpPr>
        <p:spPr/>
        <p:txBody>
          <a:bodyPr/>
          <a:lstStyle/>
          <a:p>
            <a:fld id="{028CE896-619B-44F9-BE7F-139D1400166E}" type="slidenum">
              <a:rPr lang="en-US" smtClean="0"/>
              <a:t>46</a:t>
            </a:fld>
            <a:endParaRPr lang="en-US"/>
          </a:p>
        </p:txBody>
      </p:sp>
      <p:pic>
        <p:nvPicPr>
          <p:cNvPr id="5" name="Picture 4">
            <a:extLst>
              <a:ext uri="{FF2B5EF4-FFF2-40B4-BE49-F238E27FC236}">
                <a16:creationId xmlns:a16="http://schemas.microsoft.com/office/drawing/2014/main" id="{7B12440A-9C09-FC34-8E30-6FFF897B447C}"/>
              </a:ext>
            </a:extLst>
          </p:cNvPr>
          <p:cNvPicPr>
            <a:picLocks noChangeAspect="1"/>
          </p:cNvPicPr>
          <p:nvPr/>
        </p:nvPicPr>
        <p:blipFill>
          <a:blip r:embed="rId2"/>
          <a:stretch>
            <a:fillRect/>
          </a:stretch>
        </p:blipFill>
        <p:spPr>
          <a:xfrm>
            <a:off x="3580783" y="908801"/>
            <a:ext cx="6998125" cy="4791937"/>
          </a:xfrm>
          <a:prstGeom prst="rect">
            <a:avLst/>
          </a:prstGeom>
        </p:spPr>
      </p:pic>
      <p:sp>
        <p:nvSpPr>
          <p:cNvPr id="8" name="TextBox 7">
            <a:extLst>
              <a:ext uri="{FF2B5EF4-FFF2-40B4-BE49-F238E27FC236}">
                <a16:creationId xmlns:a16="http://schemas.microsoft.com/office/drawing/2014/main" id="{49B76986-718D-6E6C-B32B-4F6E0F9DD966}"/>
              </a:ext>
            </a:extLst>
          </p:cNvPr>
          <p:cNvSpPr txBox="1"/>
          <p:nvPr/>
        </p:nvSpPr>
        <p:spPr>
          <a:xfrm>
            <a:off x="4978233" y="1347280"/>
            <a:ext cx="2915701" cy="369333"/>
          </a:xfrm>
          <a:prstGeom prst="rect">
            <a:avLst/>
          </a:prstGeom>
          <a:noFill/>
        </p:spPr>
        <p:txBody>
          <a:bodyPr wrap="square" rtlCol="0">
            <a:spAutoFit/>
          </a:bodyPr>
          <a:lstStyle/>
          <a:p>
            <a:r>
              <a:rPr lang="en-US" dirty="0">
                <a:solidFill>
                  <a:srgbClr val="0000FF"/>
                </a:solidFill>
              </a:rPr>
              <a:t>3.3uF DC blocking cap(latest)</a:t>
            </a:r>
            <a:endParaRPr lang="en-IN" dirty="0">
              <a:solidFill>
                <a:srgbClr val="0000FF"/>
              </a:solidFill>
            </a:endParaRPr>
          </a:p>
        </p:txBody>
      </p:sp>
      <p:sp>
        <p:nvSpPr>
          <p:cNvPr id="7" name="TextBox 6">
            <a:extLst>
              <a:ext uri="{FF2B5EF4-FFF2-40B4-BE49-F238E27FC236}">
                <a16:creationId xmlns:a16="http://schemas.microsoft.com/office/drawing/2014/main" id="{2CEE063E-F313-97D9-E111-BD76D14BEEFD}"/>
              </a:ext>
            </a:extLst>
          </p:cNvPr>
          <p:cNvSpPr txBox="1"/>
          <p:nvPr/>
        </p:nvSpPr>
        <p:spPr>
          <a:xfrm>
            <a:off x="5609792" y="2669383"/>
            <a:ext cx="3217898" cy="369332"/>
          </a:xfrm>
          <a:prstGeom prst="rect">
            <a:avLst/>
          </a:prstGeom>
          <a:noFill/>
        </p:spPr>
        <p:txBody>
          <a:bodyPr wrap="square" rtlCol="0">
            <a:spAutoFit/>
          </a:bodyPr>
          <a:lstStyle/>
          <a:p>
            <a:r>
              <a:rPr lang="en-US" dirty="0">
                <a:solidFill>
                  <a:srgbClr val="FF0000"/>
                </a:solidFill>
              </a:rPr>
              <a:t>0.1uF DC blocking cap(early)</a:t>
            </a:r>
            <a:endParaRPr lang="en-IN" dirty="0">
              <a:solidFill>
                <a:srgbClr val="FF0000"/>
              </a:solidFill>
            </a:endParaRPr>
          </a:p>
        </p:txBody>
      </p:sp>
      <p:sp>
        <p:nvSpPr>
          <p:cNvPr id="9" name="TextBox 8">
            <a:extLst>
              <a:ext uri="{FF2B5EF4-FFF2-40B4-BE49-F238E27FC236}">
                <a16:creationId xmlns:a16="http://schemas.microsoft.com/office/drawing/2014/main" id="{3746EC6A-716B-1358-D8F4-91F9073AD561}"/>
              </a:ext>
            </a:extLst>
          </p:cNvPr>
          <p:cNvSpPr txBox="1"/>
          <p:nvPr/>
        </p:nvSpPr>
        <p:spPr>
          <a:xfrm>
            <a:off x="10357433" y="1610660"/>
            <a:ext cx="2005468" cy="369332"/>
          </a:xfrm>
          <a:prstGeom prst="rect">
            <a:avLst/>
          </a:prstGeom>
          <a:noFill/>
        </p:spPr>
        <p:txBody>
          <a:bodyPr wrap="square" rtlCol="0">
            <a:spAutoFit/>
          </a:bodyPr>
          <a:lstStyle/>
          <a:p>
            <a:r>
              <a:rPr lang="en-US" dirty="0">
                <a:highlight>
                  <a:srgbClr val="FFFF00"/>
                </a:highlight>
              </a:rPr>
              <a:t>Gain = +30.927dB</a:t>
            </a:r>
            <a:endParaRPr lang="en-IN" dirty="0">
              <a:highlight>
                <a:srgbClr val="FFFF00"/>
              </a:highlight>
            </a:endParaRPr>
          </a:p>
        </p:txBody>
      </p:sp>
      <p:pic>
        <p:nvPicPr>
          <p:cNvPr id="11" name="Picture 10">
            <a:extLst>
              <a:ext uri="{FF2B5EF4-FFF2-40B4-BE49-F238E27FC236}">
                <a16:creationId xmlns:a16="http://schemas.microsoft.com/office/drawing/2014/main" id="{6370FCC5-64C6-8626-F459-E2648202A82B}"/>
              </a:ext>
            </a:extLst>
          </p:cNvPr>
          <p:cNvPicPr>
            <a:picLocks noChangeAspect="1"/>
          </p:cNvPicPr>
          <p:nvPr/>
        </p:nvPicPr>
        <p:blipFill>
          <a:blip r:embed="rId3"/>
          <a:stretch>
            <a:fillRect/>
          </a:stretch>
        </p:blipFill>
        <p:spPr>
          <a:xfrm rot="10800000">
            <a:off x="-2" y="1979992"/>
            <a:ext cx="3519539" cy="2117446"/>
          </a:xfrm>
          <a:prstGeom prst="rect">
            <a:avLst/>
          </a:prstGeom>
        </p:spPr>
      </p:pic>
      <p:sp>
        <p:nvSpPr>
          <p:cNvPr id="12" name="Rectangle 11">
            <a:extLst>
              <a:ext uri="{FF2B5EF4-FFF2-40B4-BE49-F238E27FC236}">
                <a16:creationId xmlns:a16="http://schemas.microsoft.com/office/drawing/2014/main" id="{B6A5CD4B-E17A-FD78-9579-AD31C1150FAB}"/>
              </a:ext>
            </a:extLst>
          </p:cNvPr>
          <p:cNvSpPr/>
          <p:nvPr/>
        </p:nvSpPr>
        <p:spPr>
          <a:xfrm>
            <a:off x="992050" y="3021550"/>
            <a:ext cx="451413" cy="283219"/>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1BEB8AF0-583B-E8B2-1183-946102382C1E}"/>
              </a:ext>
            </a:extLst>
          </p:cNvPr>
          <p:cNvSpPr/>
          <p:nvPr/>
        </p:nvSpPr>
        <p:spPr>
          <a:xfrm>
            <a:off x="2114865" y="3021549"/>
            <a:ext cx="451413" cy="283219"/>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DBFA82F-5A35-DA1C-5AAC-64B7A484D492}"/>
              </a:ext>
            </a:extLst>
          </p:cNvPr>
          <p:cNvSpPr/>
          <p:nvPr/>
        </p:nvSpPr>
        <p:spPr>
          <a:xfrm>
            <a:off x="1443464" y="3648511"/>
            <a:ext cx="804740" cy="171135"/>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804624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DB93B-7C11-96F2-2AC0-56141D20E125}"/>
              </a:ext>
            </a:extLst>
          </p:cNvPr>
          <p:cNvSpPr>
            <a:spLocks noGrp="1"/>
          </p:cNvSpPr>
          <p:nvPr>
            <p:ph type="title"/>
          </p:nvPr>
        </p:nvSpPr>
        <p:spPr/>
        <p:txBody>
          <a:bodyPr/>
          <a:lstStyle/>
          <a:p>
            <a:r>
              <a:rPr lang="en-US" dirty="0"/>
              <a:t>Common </a:t>
            </a:r>
            <a:r>
              <a:rPr lang="en-US"/>
              <a:t>current artifact</a:t>
            </a:r>
            <a:endParaRPr lang="en-IN" dirty="0"/>
          </a:p>
        </p:txBody>
      </p:sp>
      <p:sp>
        <p:nvSpPr>
          <p:cNvPr id="4" name="Slide Number Placeholder 3">
            <a:extLst>
              <a:ext uri="{FF2B5EF4-FFF2-40B4-BE49-F238E27FC236}">
                <a16:creationId xmlns:a16="http://schemas.microsoft.com/office/drawing/2014/main" id="{B6BCD636-E2AD-3E4D-CAD5-F534BE230FC4}"/>
              </a:ext>
            </a:extLst>
          </p:cNvPr>
          <p:cNvSpPr>
            <a:spLocks noGrp="1"/>
          </p:cNvSpPr>
          <p:nvPr>
            <p:ph type="sldNum" sz="quarter" idx="12"/>
          </p:nvPr>
        </p:nvSpPr>
        <p:spPr/>
        <p:txBody>
          <a:bodyPr/>
          <a:lstStyle/>
          <a:p>
            <a:fld id="{028CE896-619B-44F9-BE7F-139D1400166E}" type="slidenum">
              <a:rPr lang="en-US" smtClean="0"/>
              <a:t>47</a:t>
            </a:fld>
            <a:endParaRPr lang="en-US"/>
          </a:p>
        </p:txBody>
      </p:sp>
      <p:pic>
        <p:nvPicPr>
          <p:cNvPr id="6" name="Picture 5">
            <a:extLst>
              <a:ext uri="{FF2B5EF4-FFF2-40B4-BE49-F238E27FC236}">
                <a16:creationId xmlns:a16="http://schemas.microsoft.com/office/drawing/2014/main" id="{393A5D96-8CC2-8B46-6376-D4F25F079D39}"/>
              </a:ext>
            </a:extLst>
          </p:cNvPr>
          <p:cNvPicPr>
            <a:picLocks noChangeAspect="1"/>
          </p:cNvPicPr>
          <p:nvPr/>
        </p:nvPicPr>
        <p:blipFill>
          <a:blip r:embed="rId2"/>
          <a:stretch>
            <a:fillRect/>
          </a:stretch>
        </p:blipFill>
        <p:spPr>
          <a:xfrm>
            <a:off x="3195084" y="2563424"/>
            <a:ext cx="4382609" cy="3245909"/>
          </a:xfrm>
          <a:prstGeom prst="rect">
            <a:avLst/>
          </a:prstGeom>
        </p:spPr>
      </p:pic>
      <p:pic>
        <p:nvPicPr>
          <p:cNvPr id="8" name="Picture 7">
            <a:extLst>
              <a:ext uri="{FF2B5EF4-FFF2-40B4-BE49-F238E27FC236}">
                <a16:creationId xmlns:a16="http://schemas.microsoft.com/office/drawing/2014/main" id="{BD5509DA-7403-221F-103D-1BEFB125659C}"/>
              </a:ext>
            </a:extLst>
          </p:cNvPr>
          <p:cNvPicPr>
            <a:picLocks noChangeAspect="1"/>
          </p:cNvPicPr>
          <p:nvPr/>
        </p:nvPicPr>
        <p:blipFill>
          <a:blip r:embed="rId3"/>
          <a:stretch>
            <a:fillRect/>
          </a:stretch>
        </p:blipFill>
        <p:spPr>
          <a:xfrm>
            <a:off x="7584020" y="2563424"/>
            <a:ext cx="4483054" cy="3245909"/>
          </a:xfrm>
          <a:prstGeom prst="rect">
            <a:avLst/>
          </a:prstGeom>
        </p:spPr>
      </p:pic>
      <p:pic>
        <p:nvPicPr>
          <p:cNvPr id="5" name="Picture 4">
            <a:extLst>
              <a:ext uri="{FF2B5EF4-FFF2-40B4-BE49-F238E27FC236}">
                <a16:creationId xmlns:a16="http://schemas.microsoft.com/office/drawing/2014/main" id="{2F98C84D-0A2A-3881-52D2-593ABC933555}"/>
              </a:ext>
            </a:extLst>
          </p:cNvPr>
          <p:cNvPicPr>
            <a:picLocks noChangeAspect="1"/>
          </p:cNvPicPr>
          <p:nvPr/>
        </p:nvPicPr>
        <p:blipFill>
          <a:blip r:embed="rId4"/>
          <a:stretch>
            <a:fillRect/>
          </a:stretch>
        </p:blipFill>
        <p:spPr>
          <a:xfrm>
            <a:off x="681147" y="910836"/>
            <a:ext cx="3571875" cy="1647224"/>
          </a:xfrm>
          <a:prstGeom prst="rect">
            <a:avLst/>
          </a:prstGeom>
        </p:spPr>
      </p:pic>
      <p:cxnSp>
        <p:nvCxnSpPr>
          <p:cNvPr id="20" name="Connector: Elbow 19">
            <a:extLst>
              <a:ext uri="{FF2B5EF4-FFF2-40B4-BE49-F238E27FC236}">
                <a16:creationId xmlns:a16="http://schemas.microsoft.com/office/drawing/2014/main" id="{8735B86A-EBF7-E70C-8D1F-F35507D2FC0D}"/>
              </a:ext>
            </a:extLst>
          </p:cNvPr>
          <p:cNvCxnSpPr>
            <a:cxnSpLocks/>
          </p:cNvCxnSpPr>
          <p:nvPr/>
        </p:nvCxnSpPr>
        <p:spPr>
          <a:xfrm rot="10800000" flipV="1">
            <a:off x="1456661" y="1734448"/>
            <a:ext cx="839973" cy="504298"/>
          </a:xfrm>
          <a:prstGeom prst="bentConnector3">
            <a:avLst>
              <a:gd name="adj1" fmla="val 63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CBC7458-C940-252E-E31F-6FFF81D52931}"/>
              </a:ext>
            </a:extLst>
          </p:cNvPr>
          <p:cNvCxnSpPr>
            <a:cxnSpLocks/>
          </p:cNvCxnSpPr>
          <p:nvPr/>
        </p:nvCxnSpPr>
        <p:spPr>
          <a:xfrm>
            <a:off x="2817628" y="1734448"/>
            <a:ext cx="754912" cy="504298"/>
          </a:xfrm>
          <a:prstGeom prst="bentConnector3">
            <a:avLst>
              <a:gd name="adj1" fmla="val 2113"/>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Arrow: Right 28">
            <a:extLst>
              <a:ext uri="{FF2B5EF4-FFF2-40B4-BE49-F238E27FC236}">
                <a16:creationId xmlns:a16="http://schemas.microsoft.com/office/drawing/2014/main" id="{7CE60FB8-2DF5-C36B-8CD5-171D21062956}"/>
              </a:ext>
            </a:extLst>
          </p:cNvPr>
          <p:cNvSpPr/>
          <p:nvPr/>
        </p:nvSpPr>
        <p:spPr>
          <a:xfrm>
            <a:off x="4805916" y="1734448"/>
            <a:ext cx="1071456" cy="232575"/>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a:extLst>
              <a:ext uri="{FF2B5EF4-FFF2-40B4-BE49-F238E27FC236}">
                <a16:creationId xmlns:a16="http://schemas.microsoft.com/office/drawing/2014/main" id="{3C04E20D-1BEC-CA44-E967-C3685DB40611}"/>
              </a:ext>
            </a:extLst>
          </p:cNvPr>
          <p:cNvPicPr>
            <a:picLocks noChangeAspect="1"/>
          </p:cNvPicPr>
          <p:nvPr/>
        </p:nvPicPr>
        <p:blipFill>
          <a:blip r:embed="rId5"/>
          <a:stretch>
            <a:fillRect/>
          </a:stretch>
        </p:blipFill>
        <p:spPr>
          <a:xfrm>
            <a:off x="7111586" y="943346"/>
            <a:ext cx="2628900" cy="1295400"/>
          </a:xfrm>
          <a:prstGeom prst="rect">
            <a:avLst/>
          </a:prstGeom>
        </p:spPr>
      </p:pic>
      <p:sp>
        <p:nvSpPr>
          <p:cNvPr id="32" name="TextBox 31">
            <a:extLst>
              <a:ext uri="{FF2B5EF4-FFF2-40B4-BE49-F238E27FC236}">
                <a16:creationId xmlns:a16="http://schemas.microsoft.com/office/drawing/2014/main" id="{F30FCA4D-1ABD-A7BF-4D31-070C2EECB885}"/>
              </a:ext>
            </a:extLst>
          </p:cNvPr>
          <p:cNvSpPr txBox="1"/>
          <p:nvPr/>
        </p:nvSpPr>
        <p:spPr>
          <a:xfrm>
            <a:off x="7459095" y="2266668"/>
            <a:ext cx="3368230" cy="369332"/>
          </a:xfrm>
          <a:prstGeom prst="rect">
            <a:avLst/>
          </a:prstGeom>
          <a:noFill/>
        </p:spPr>
        <p:txBody>
          <a:bodyPr wrap="none" rtlCol="0">
            <a:spAutoFit/>
          </a:bodyPr>
          <a:lstStyle/>
          <a:p>
            <a:r>
              <a:rPr lang="en-US" dirty="0"/>
              <a:t>*Source: HSDD </a:t>
            </a:r>
            <a:r>
              <a:rPr lang="en-US" dirty="0" err="1"/>
              <a:t>wk</a:t>
            </a:r>
            <a:r>
              <a:rPr lang="en-US" dirty="0"/>
              <a:t> 3 lecture slides</a:t>
            </a:r>
            <a:endParaRPr lang="en-IN" dirty="0"/>
          </a:p>
        </p:txBody>
      </p:sp>
      <p:pic>
        <p:nvPicPr>
          <p:cNvPr id="34" name="Picture 33">
            <a:extLst>
              <a:ext uri="{FF2B5EF4-FFF2-40B4-BE49-F238E27FC236}">
                <a16:creationId xmlns:a16="http://schemas.microsoft.com/office/drawing/2014/main" id="{85EF308E-7AA0-1F93-D80E-99271A8A1D1C}"/>
              </a:ext>
            </a:extLst>
          </p:cNvPr>
          <p:cNvPicPr>
            <a:picLocks noChangeAspect="1"/>
          </p:cNvPicPr>
          <p:nvPr/>
        </p:nvPicPr>
        <p:blipFill>
          <a:blip r:embed="rId6"/>
          <a:stretch>
            <a:fillRect/>
          </a:stretch>
        </p:blipFill>
        <p:spPr>
          <a:xfrm>
            <a:off x="127623" y="2676986"/>
            <a:ext cx="2339461" cy="3245909"/>
          </a:xfrm>
          <a:prstGeom prst="rect">
            <a:avLst/>
          </a:prstGeom>
        </p:spPr>
      </p:pic>
      <p:sp>
        <p:nvSpPr>
          <p:cNvPr id="35" name="Arrow: Right 34">
            <a:extLst>
              <a:ext uri="{FF2B5EF4-FFF2-40B4-BE49-F238E27FC236}">
                <a16:creationId xmlns:a16="http://schemas.microsoft.com/office/drawing/2014/main" id="{5AB7224C-E93E-B151-CF17-8070AC09EA87}"/>
              </a:ext>
            </a:extLst>
          </p:cNvPr>
          <p:cNvSpPr/>
          <p:nvPr/>
        </p:nvSpPr>
        <p:spPr>
          <a:xfrm>
            <a:off x="2594344" y="3742660"/>
            <a:ext cx="594413" cy="287080"/>
          </a:xfrm>
          <a:prstGeom prst="rightArrow">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455201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EE8B6-42AD-3F8E-8C68-72F90693A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69898-20E0-16EF-21C6-058B641893C2}"/>
              </a:ext>
            </a:extLst>
          </p:cNvPr>
          <p:cNvSpPr>
            <a:spLocks noGrp="1"/>
          </p:cNvSpPr>
          <p:nvPr>
            <p:ph type="title"/>
          </p:nvPr>
        </p:nvSpPr>
        <p:spPr/>
        <p:txBody>
          <a:bodyPr/>
          <a:lstStyle/>
          <a:p>
            <a:r>
              <a:rPr lang="en-US" dirty="0"/>
              <a:t>Revised Noise floor</a:t>
            </a:r>
            <a:endParaRPr lang="en-IN" dirty="0"/>
          </a:p>
        </p:txBody>
      </p:sp>
      <p:sp>
        <p:nvSpPr>
          <p:cNvPr id="4" name="Slide Number Placeholder 3">
            <a:extLst>
              <a:ext uri="{FF2B5EF4-FFF2-40B4-BE49-F238E27FC236}">
                <a16:creationId xmlns:a16="http://schemas.microsoft.com/office/drawing/2014/main" id="{F356F494-4B9C-CEC7-A3FF-BE871A5F67CF}"/>
              </a:ext>
            </a:extLst>
          </p:cNvPr>
          <p:cNvSpPr>
            <a:spLocks noGrp="1"/>
          </p:cNvSpPr>
          <p:nvPr>
            <p:ph type="sldNum" sz="quarter" idx="12"/>
          </p:nvPr>
        </p:nvSpPr>
        <p:spPr/>
        <p:txBody>
          <a:bodyPr/>
          <a:lstStyle/>
          <a:p>
            <a:fld id="{028CE896-619B-44F9-BE7F-139D1400166E}" type="slidenum">
              <a:rPr lang="en-US" smtClean="0"/>
              <a:t>48</a:t>
            </a:fld>
            <a:endParaRPr lang="en-US"/>
          </a:p>
        </p:txBody>
      </p:sp>
      <p:sp>
        <p:nvSpPr>
          <p:cNvPr id="8" name="TextBox 7">
            <a:extLst>
              <a:ext uri="{FF2B5EF4-FFF2-40B4-BE49-F238E27FC236}">
                <a16:creationId xmlns:a16="http://schemas.microsoft.com/office/drawing/2014/main" id="{BB99597F-98B9-3702-9EDC-1E5586C9ABF5}"/>
              </a:ext>
            </a:extLst>
          </p:cNvPr>
          <p:cNvSpPr txBox="1"/>
          <p:nvPr/>
        </p:nvSpPr>
        <p:spPr>
          <a:xfrm>
            <a:off x="247984" y="5710527"/>
            <a:ext cx="4242993" cy="369332"/>
          </a:xfrm>
          <a:prstGeom prst="rect">
            <a:avLst/>
          </a:prstGeom>
          <a:noFill/>
        </p:spPr>
        <p:txBody>
          <a:bodyPr wrap="square" rtlCol="0">
            <a:spAutoFit/>
          </a:bodyPr>
          <a:lstStyle/>
          <a:p>
            <a:r>
              <a:rPr lang="en-US" dirty="0">
                <a:highlight>
                  <a:srgbClr val="FFFF00"/>
                </a:highlight>
              </a:rPr>
              <a:t>Moving avg: 10pts</a:t>
            </a:r>
            <a:endParaRPr lang="en-IN" dirty="0">
              <a:highlight>
                <a:srgbClr val="FFFF00"/>
              </a:highlight>
            </a:endParaRPr>
          </a:p>
        </p:txBody>
      </p:sp>
      <p:pic>
        <p:nvPicPr>
          <p:cNvPr id="6" name="Picture 5">
            <a:extLst>
              <a:ext uri="{FF2B5EF4-FFF2-40B4-BE49-F238E27FC236}">
                <a16:creationId xmlns:a16="http://schemas.microsoft.com/office/drawing/2014/main" id="{9E57B9B8-CCE3-37F0-D557-2AD70BEFD9D6}"/>
              </a:ext>
            </a:extLst>
          </p:cNvPr>
          <p:cNvPicPr>
            <a:picLocks noChangeAspect="1"/>
          </p:cNvPicPr>
          <p:nvPr/>
        </p:nvPicPr>
        <p:blipFill>
          <a:blip r:embed="rId2"/>
          <a:stretch>
            <a:fillRect/>
          </a:stretch>
        </p:blipFill>
        <p:spPr>
          <a:xfrm>
            <a:off x="247984" y="1202697"/>
            <a:ext cx="5724146" cy="3890299"/>
          </a:xfrm>
          <a:prstGeom prst="rect">
            <a:avLst/>
          </a:prstGeom>
        </p:spPr>
      </p:pic>
      <p:pic>
        <p:nvPicPr>
          <p:cNvPr id="13" name="Picture 12">
            <a:extLst>
              <a:ext uri="{FF2B5EF4-FFF2-40B4-BE49-F238E27FC236}">
                <a16:creationId xmlns:a16="http://schemas.microsoft.com/office/drawing/2014/main" id="{F0C0FD19-8B97-8BDE-FAA9-0A62E778EE12}"/>
              </a:ext>
            </a:extLst>
          </p:cNvPr>
          <p:cNvPicPr>
            <a:picLocks noChangeAspect="1"/>
          </p:cNvPicPr>
          <p:nvPr/>
        </p:nvPicPr>
        <p:blipFill>
          <a:blip r:embed="rId3"/>
          <a:stretch>
            <a:fillRect/>
          </a:stretch>
        </p:blipFill>
        <p:spPr>
          <a:xfrm>
            <a:off x="6030747" y="1202698"/>
            <a:ext cx="5761042" cy="3890298"/>
          </a:xfrm>
          <a:prstGeom prst="rect">
            <a:avLst/>
          </a:prstGeom>
        </p:spPr>
      </p:pic>
    </p:spTree>
    <p:extLst>
      <p:ext uri="{BB962C8B-B14F-4D97-AF65-F5344CB8AC3E}">
        <p14:creationId xmlns:p14="http://schemas.microsoft.com/office/powerpoint/2010/main" val="15023459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D4E7F-A0E1-9979-00EC-8BEAA8006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B90F5-7D86-9EE0-5435-53BC5F9C7E76}"/>
              </a:ext>
            </a:extLst>
          </p:cNvPr>
          <p:cNvSpPr>
            <a:spLocks noGrp="1"/>
          </p:cNvSpPr>
          <p:nvPr>
            <p:ph type="title"/>
          </p:nvPr>
        </p:nvSpPr>
        <p:spPr/>
        <p:txBody>
          <a:bodyPr/>
          <a:lstStyle/>
          <a:p>
            <a:r>
              <a:rPr lang="en-US" dirty="0"/>
              <a:t>Why Post amp?</a:t>
            </a:r>
            <a:endParaRPr lang="en-IN" dirty="0"/>
          </a:p>
        </p:txBody>
      </p:sp>
      <p:sp>
        <p:nvSpPr>
          <p:cNvPr id="4" name="Slide Number Placeholder 3">
            <a:extLst>
              <a:ext uri="{FF2B5EF4-FFF2-40B4-BE49-F238E27FC236}">
                <a16:creationId xmlns:a16="http://schemas.microsoft.com/office/drawing/2014/main" id="{531DC72E-DDE3-62D5-FC33-DC39535E95E8}"/>
              </a:ext>
            </a:extLst>
          </p:cNvPr>
          <p:cNvSpPr>
            <a:spLocks noGrp="1"/>
          </p:cNvSpPr>
          <p:nvPr>
            <p:ph type="sldNum" sz="quarter" idx="12"/>
          </p:nvPr>
        </p:nvSpPr>
        <p:spPr/>
        <p:txBody>
          <a:bodyPr/>
          <a:lstStyle/>
          <a:p>
            <a:fld id="{028CE896-619B-44F9-BE7F-139D1400166E}" type="slidenum">
              <a:rPr lang="en-US" smtClean="0"/>
              <a:t>49</a:t>
            </a:fld>
            <a:endParaRPr lang="en-US"/>
          </a:p>
        </p:txBody>
      </p:sp>
      <p:pic>
        <p:nvPicPr>
          <p:cNvPr id="6" name="Picture 5">
            <a:extLst>
              <a:ext uri="{FF2B5EF4-FFF2-40B4-BE49-F238E27FC236}">
                <a16:creationId xmlns:a16="http://schemas.microsoft.com/office/drawing/2014/main" id="{C6CC4535-B89F-0427-A9B0-6E24B14C0F24}"/>
              </a:ext>
            </a:extLst>
          </p:cNvPr>
          <p:cNvPicPr>
            <a:picLocks noChangeAspect="1"/>
          </p:cNvPicPr>
          <p:nvPr/>
        </p:nvPicPr>
        <p:blipFill>
          <a:blip r:embed="rId2"/>
          <a:stretch>
            <a:fillRect/>
          </a:stretch>
        </p:blipFill>
        <p:spPr>
          <a:xfrm>
            <a:off x="6315917" y="912905"/>
            <a:ext cx="5652306" cy="4951080"/>
          </a:xfrm>
          <a:prstGeom prst="rect">
            <a:avLst/>
          </a:prstGeom>
        </p:spPr>
      </p:pic>
      <p:pic>
        <p:nvPicPr>
          <p:cNvPr id="8" name="Picture 7">
            <a:extLst>
              <a:ext uri="{FF2B5EF4-FFF2-40B4-BE49-F238E27FC236}">
                <a16:creationId xmlns:a16="http://schemas.microsoft.com/office/drawing/2014/main" id="{4AA4704C-2173-265D-B90A-6E2E90D4E776}"/>
              </a:ext>
            </a:extLst>
          </p:cNvPr>
          <p:cNvPicPr>
            <a:picLocks noChangeAspect="1"/>
          </p:cNvPicPr>
          <p:nvPr/>
        </p:nvPicPr>
        <p:blipFill>
          <a:blip r:embed="rId3"/>
          <a:stretch>
            <a:fillRect/>
          </a:stretch>
        </p:blipFill>
        <p:spPr>
          <a:xfrm>
            <a:off x="365867" y="1074951"/>
            <a:ext cx="5270730" cy="2177536"/>
          </a:xfrm>
          <a:prstGeom prst="rect">
            <a:avLst/>
          </a:prstGeom>
        </p:spPr>
      </p:pic>
      <p:pic>
        <p:nvPicPr>
          <p:cNvPr id="10" name="Picture 9">
            <a:extLst>
              <a:ext uri="{FF2B5EF4-FFF2-40B4-BE49-F238E27FC236}">
                <a16:creationId xmlns:a16="http://schemas.microsoft.com/office/drawing/2014/main" id="{1D26D41A-749E-B2A3-F402-8AA9A4DBDF4F}"/>
              </a:ext>
            </a:extLst>
          </p:cNvPr>
          <p:cNvPicPr>
            <a:picLocks noChangeAspect="1"/>
          </p:cNvPicPr>
          <p:nvPr/>
        </p:nvPicPr>
        <p:blipFill>
          <a:blip r:embed="rId4"/>
          <a:stretch>
            <a:fillRect/>
          </a:stretch>
        </p:blipFill>
        <p:spPr>
          <a:xfrm>
            <a:off x="365867" y="3596680"/>
            <a:ext cx="5270730" cy="2151721"/>
          </a:xfrm>
          <a:prstGeom prst="rect">
            <a:avLst/>
          </a:prstGeom>
        </p:spPr>
      </p:pic>
      <p:sp>
        <p:nvSpPr>
          <p:cNvPr id="11" name="TextBox 10">
            <a:extLst>
              <a:ext uri="{FF2B5EF4-FFF2-40B4-BE49-F238E27FC236}">
                <a16:creationId xmlns:a16="http://schemas.microsoft.com/office/drawing/2014/main" id="{6BD501C3-32D8-C3C5-BEAD-3CFC35B673D3}"/>
              </a:ext>
            </a:extLst>
          </p:cNvPr>
          <p:cNvSpPr txBox="1"/>
          <p:nvPr/>
        </p:nvSpPr>
        <p:spPr>
          <a:xfrm>
            <a:off x="3916895" y="1109599"/>
            <a:ext cx="1719702" cy="369332"/>
          </a:xfrm>
          <a:prstGeom prst="rect">
            <a:avLst/>
          </a:prstGeom>
          <a:noFill/>
        </p:spPr>
        <p:txBody>
          <a:bodyPr wrap="none" rtlCol="0">
            <a:spAutoFit/>
          </a:bodyPr>
          <a:lstStyle/>
          <a:p>
            <a:r>
              <a:rPr lang="en-US" dirty="0">
                <a:solidFill>
                  <a:schemeClr val="bg1"/>
                </a:solidFill>
                <a:highlight>
                  <a:srgbClr val="FF0000"/>
                </a:highlight>
              </a:rPr>
              <a:t>Preamplification</a:t>
            </a:r>
            <a:endParaRPr lang="en-IN" dirty="0">
              <a:solidFill>
                <a:schemeClr val="bg1"/>
              </a:solidFill>
              <a:highlight>
                <a:srgbClr val="FF0000"/>
              </a:highlight>
            </a:endParaRPr>
          </a:p>
        </p:txBody>
      </p:sp>
      <p:sp>
        <p:nvSpPr>
          <p:cNvPr id="12" name="TextBox 11">
            <a:extLst>
              <a:ext uri="{FF2B5EF4-FFF2-40B4-BE49-F238E27FC236}">
                <a16:creationId xmlns:a16="http://schemas.microsoft.com/office/drawing/2014/main" id="{13762859-1DC7-6FA1-AAA4-7339D36C2BCC}"/>
              </a:ext>
            </a:extLst>
          </p:cNvPr>
          <p:cNvSpPr txBox="1"/>
          <p:nvPr/>
        </p:nvSpPr>
        <p:spPr>
          <a:xfrm>
            <a:off x="3846042" y="3605514"/>
            <a:ext cx="1861407" cy="369332"/>
          </a:xfrm>
          <a:prstGeom prst="rect">
            <a:avLst/>
          </a:prstGeom>
          <a:noFill/>
        </p:spPr>
        <p:txBody>
          <a:bodyPr wrap="none" rtlCol="0">
            <a:spAutoFit/>
          </a:bodyPr>
          <a:lstStyle/>
          <a:p>
            <a:r>
              <a:rPr lang="en-US" dirty="0">
                <a:solidFill>
                  <a:schemeClr val="bg1"/>
                </a:solidFill>
                <a:highlight>
                  <a:srgbClr val="0000FF"/>
                </a:highlight>
              </a:rPr>
              <a:t>Post amplification</a:t>
            </a:r>
            <a:endParaRPr lang="en-IN" dirty="0">
              <a:solidFill>
                <a:schemeClr val="bg1"/>
              </a:solidFill>
              <a:highlight>
                <a:srgbClr val="0000FF"/>
              </a:highlight>
            </a:endParaRPr>
          </a:p>
        </p:txBody>
      </p:sp>
      <p:pic>
        <p:nvPicPr>
          <p:cNvPr id="14" name="Graphic 13" descr="Checkmark with solid fill">
            <a:extLst>
              <a:ext uri="{FF2B5EF4-FFF2-40B4-BE49-F238E27FC236}">
                <a16:creationId xmlns:a16="http://schemas.microsoft.com/office/drawing/2014/main" id="{7A51B93D-2C94-1D95-077E-611018ED35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92916" y="1396474"/>
            <a:ext cx="518166" cy="518166"/>
          </a:xfrm>
          <a:prstGeom prst="rect">
            <a:avLst/>
          </a:prstGeom>
        </p:spPr>
      </p:pic>
    </p:spTree>
    <p:extLst>
      <p:ext uri="{BB962C8B-B14F-4D97-AF65-F5344CB8AC3E}">
        <p14:creationId xmlns:p14="http://schemas.microsoft.com/office/powerpoint/2010/main" val="7587160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75F7C-E6C2-57C8-D213-71DB3985DC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DD72E-3A36-EBB4-D8A4-DCBACBB442E1}"/>
              </a:ext>
            </a:extLst>
          </p:cNvPr>
          <p:cNvSpPr>
            <a:spLocks noGrp="1"/>
          </p:cNvSpPr>
          <p:nvPr>
            <p:ph type="title"/>
          </p:nvPr>
        </p:nvSpPr>
        <p:spPr/>
        <p:txBody>
          <a:bodyPr/>
          <a:lstStyle/>
          <a:p>
            <a:r>
              <a:rPr lang="en-US" dirty="0"/>
              <a:t>Test Board</a:t>
            </a:r>
            <a:endParaRPr lang="en-IN" dirty="0"/>
          </a:p>
        </p:txBody>
      </p:sp>
      <p:sp>
        <p:nvSpPr>
          <p:cNvPr id="4" name="Slide Number Placeholder 3">
            <a:extLst>
              <a:ext uri="{FF2B5EF4-FFF2-40B4-BE49-F238E27FC236}">
                <a16:creationId xmlns:a16="http://schemas.microsoft.com/office/drawing/2014/main" id="{F23EF0E3-E2D4-E2A6-8AB7-A1E611FE93A8}"/>
              </a:ext>
            </a:extLst>
          </p:cNvPr>
          <p:cNvSpPr>
            <a:spLocks noGrp="1"/>
          </p:cNvSpPr>
          <p:nvPr>
            <p:ph type="sldNum" sz="quarter" idx="12"/>
          </p:nvPr>
        </p:nvSpPr>
        <p:spPr/>
        <p:txBody>
          <a:bodyPr/>
          <a:lstStyle/>
          <a:p>
            <a:fld id="{028CE896-619B-44F9-BE7F-139D1400166E}" type="slidenum">
              <a:rPr lang="en-US" smtClean="0"/>
              <a:t>50</a:t>
            </a:fld>
            <a:endParaRPr lang="en-US"/>
          </a:p>
        </p:txBody>
      </p:sp>
      <p:pic>
        <p:nvPicPr>
          <p:cNvPr id="6" name="Picture 5">
            <a:extLst>
              <a:ext uri="{FF2B5EF4-FFF2-40B4-BE49-F238E27FC236}">
                <a16:creationId xmlns:a16="http://schemas.microsoft.com/office/drawing/2014/main" id="{7AE9F272-4866-3176-98EC-3724DAC8AD63}"/>
              </a:ext>
            </a:extLst>
          </p:cNvPr>
          <p:cNvPicPr>
            <a:picLocks noChangeAspect="1"/>
          </p:cNvPicPr>
          <p:nvPr/>
        </p:nvPicPr>
        <p:blipFill>
          <a:blip r:embed="rId2"/>
          <a:stretch>
            <a:fillRect/>
          </a:stretch>
        </p:blipFill>
        <p:spPr>
          <a:xfrm rot="10800000">
            <a:off x="3393857" y="889641"/>
            <a:ext cx="4893615" cy="5078717"/>
          </a:xfrm>
          <a:prstGeom prst="rect">
            <a:avLst/>
          </a:prstGeom>
        </p:spPr>
      </p:pic>
      <p:sp>
        <p:nvSpPr>
          <p:cNvPr id="7" name="Rectangle 6">
            <a:extLst>
              <a:ext uri="{FF2B5EF4-FFF2-40B4-BE49-F238E27FC236}">
                <a16:creationId xmlns:a16="http://schemas.microsoft.com/office/drawing/2014/main" id="{F7E895D2-E585-40D1-9C4E-4B412543F2D0}"/>
              </a:ext>
            </a:extLst>
          </p:cNvPr>
          <p:cNvSpPr/>
          <p:nvPr/>
        </p:nvSpPr>
        <p:spPr>
          <a:xfrm>
            <a:off x="3393856" y="5197033"/>
            <a:ext cx="2196716" cy="771325"/>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9958129-8272-2929-1D75-42971C595296}"/>
              </a:ext>
            </a:extLst>
          </p:cNvPr>
          <p:cNvSpPr/>
          <p:nvPr/>
        </p:nvSpPr>
        <p:spPr>
          <a:xfrm>
            <a:off x="3393856" y="883158"/>
            <a:ext cx="2196716" cy="7713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C82BC10D-19E2-5E3E-FB88-E8049C070B93}"/>
              </a:ext>
            </a:extLst>
          </p:cNvPr>
          <p:cNvSpPr/>
          <p:nvPr/>
        </p:nvSpPr>
        <p:spPr>
          <a:xfrm>
            <a:off x="6095998" y="889640"/>
            <a:ext cx="2196716" cy="7713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F0AD01F0-3238-607B-76FF-B28587475C09}"/>
              </a:ext>
            </a:extLst>
          </p:cNvPr>
          <p:cNvSpPr/>
          <p:nvPr/>
        </p:nvSpPr>
        <p:spPr>
          <a:xfrm>
            <a:off x="3388614" y="2578233"/>
            <a:ext cx="2196716" cy="771325"/>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51E2072A-BCFB-7595-28FD-3BB0BF4CEA18}"/>
              </a:ext>
            </a:extLst>
          </p:cNvPr>
          <p:cNvSpPr/>
          <p:nvPr/>
        </p:nvSpPr>
        <p:spPr>
          <a:xfrm>
            <a:off x="6093377" y="2578233"/>
            <a:ext cx="2196716" cy="771325"/>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FDF9086B-3E79-E390-760B-25EED1B65838}"/>
              </a:ext>
            </a:extLst>
          </p:cNvPr>
          <p:cNvSpPr txBox="1"/>
          <p:nvPr/>
        </p:nvSpPr>
        <p:spPr>
          <a:xfrm>
            <a:off x="5219488" y="1723125"/>
            <a:ext cx="1747777" cy="369332"/>
          </a:xfrm>
          <a:prstGeom prst="rect">
            <a:avLst/>
          </a:prstGeom>
          <a:noFill/>
        </p:spPr>
        <p:txBody>
          <a:bodyPr wrap="square" rtlCol="0">
            <a:spAutoFit/>
          </a:bodyPr>
          <a:lstStyle/>
          <a:p>
            <a:r>
              <a:rPr lang="en-US" dirty="0">
                <a:highlight>
                  <a:srgbClr val="FF0000"/>
                </a:highlight>
              </a:rPr>
              <a:t>Up to layer 2</a:t>
            </a:r>
            <a:endParaRPr lang="en-IN" dirty="0">
              <a:highlight>
                <a:srgbClr val="FF0000"/>
              </a:highlight>
            </a:endParaRPr>
          </a:p>
        </p:txBody>
      </p:sp>
      <p:sp>
        <p:nvSpPr>
          <p:cNvPr id="16" name="TextBox 15">
            <a:extLst>
              <a:ext uri="{FF2B5EF4-FFF2-40B4-BE49-F238E27FC236}">
                <a16:creationId xmlns:a16="http://schemas.microsoft.com/office/drawing/2014/main" id="{5D8C9A2D-E08B-7856-DF03-351E910B38AA}"/>
              </a:ext>
            </a:extLst>
          </p:cNvPr>
          <p:cNvSpPr txBox="1"/>
          <p:nvPr/>
        </p:nvSpPr>
        <p:spPr>
          <a:xfrm>
            <a:off x="5219487" y="3428999"/>
            <a:ext cx="1747777" cy="369332"/>
          </a:xfrm>
          <a:prstGeom prst="rect">
            <a:avLst/>
          </a:prstGeom>
          <a:noFill/>
        </p:spPr>
        <p:txBody>
          <a:bodyPr wrap="square" rtlCol="0">
            <a:spAutoFit/>
          </a:bodyPr>
          <a:lstStyle/>
          <a:p>
            <a:r>
              <a:rPr lang="en-US" dirty="0">
                <a:highlight>
                  <a:srgbClr val="0000FF"/>
                </a:highlight>
              </a:rPr>
              <a:t>Up to layer 2</a:t>
            </a:r>
            <a:endParaRPr lang="en-IN" dirty="0">
              <a:highlight>
                <a:srgbClr val="0000FF"/>
              </a:highlight>
            </a:endParaRPr>
          </a:p>
        </p:txBody>
      </p:sp>
      <p:sp>
        <p:nvSpPr>
          <p:cNvPr id="17" name="TextBox 16">
            <a:extLst>
              <a:ext uri="{FF2B5EF4-FFF2-40B4-BE49-F238E27FC236}">
                <a16:creationId xmlns:a16="http://schemas.microsoft.com/office/drawing/2014/main" id="{F78EF044-42B9-FFAB-BC3B-8D7CDF6DC0C6}"/>
              </a:ext>
            </a:extLst>
          </p:cNvPr>
          <p:cNvSpPr txBox="1"/>
          <p:nvPr/>
        </p:nvSpPr>
        <p:spPr>
          <a:xfrm>
            <a:off x="2364889" y="1153560"/>
            <a:ext cx="1047082" cy="369332"/>
          </a:xfrm>
          <a:prstGeom prst="rect">
            <a:avLst/>
          </a:prstGeom>
          <a:noFill/>
        </p:spPr>
        <p:txBody>
          <a:bodyPr wrap="none" rtlCol="0">
            <a:spAutoFit/>
          </a:bodyPr>
          <a:lstStyle/>
          <a:p>
            <a:r>
              <a:rPr lang="en-US" dirty="0">
                <a:solidFill>
                  <a:srgbClr val="FF0000"/>
                </a:solidFill>
              </a:rPr>
              <a:t>13mil </a:t>
            </a:r>
            <a:r>
              <a:rPr lang="en-US" dirty="0" err="1">
                <a:solidFill>
                  <a:srgbClr val="FF0000"/>
                </a:solidFill>
              </a:rPr>
              <a:t>dia</a:t>
            </a:r>
            <a:endParaRPr lang="en-IN" dirty="0">
              <a:solidFill>
                <a:srgbClr val="FF0000"/>
              </a:solidFill>
            </a:endParaRPr>
          </a:p>
        </p:txBody>
      </p:sp>
      <p:sp>
        <p:nvSpPr>
          <p:cNvPr id="18" name="TextBox 17">
            <a:extLst>
              <a:ext uri="{FF2B5EF4-FFF2-40B4-BE49-F238E27FC236}">
                <a16:creationId xmlns:a16="http://schemas.microsoft.com/office/drawing/2014/main" id="{8602C1AB-7122-1C44-BC6B-E8130FED3F94}"/>
              </a:ext>
            </a:extLst>
          </p:cNvPr>
          <p:cNvSpPr txBox="1"/>
          <p:nvPr/>
        </p:nvSpPr>
        <p:spPr>
          <a:xfrm>
            <a:off x="8319571" y="1132497"/>
            <a:ext cx="1047082" cy="369332"/>
          </a:xfrm>
          <a:prstGeom prst="rect">
            <a:avLst/>
          </a:prstGeom>
          <a:noFill/>
        </p:spPr>
        <p:txBody>
          <a:bodyPr wrap="none" rtlCol="0">
            <a:spAutoFit/>
          </a:bodyPr>
          <a:lstStyle/>
          <a:p>
            <a:r>
              <a:rPr lang="en-US" dirty="0">
                <a:solidFill>
                  <a:srgbClr val="FF0000"/>
                </a:solidFill>
              </a:rPr>
              <a:t>26mil </a:t>
            </a:r>
            <a:r>
              <a:rPr lang="en-US" dirty="0" err="1">
                <a:solidFill>
                  <a:srgbClr val="FF0000"/>
                </a:solidFill>
              </a:rPr>
              <a:t>dia</a:t>
            </a:r>
            <a:endParaRPr lang="en-IN" dirty="0">
              <a:solidFill>
                <a:srgbClr val="FF0000"/>
              </a:solidFill>
            </a:endParaRPr>
          </a:p>
        </p:txBody>
      </p:sp>
      <p:sp>
        <p:nvSpPr>
          <p:cNvPr id="19" name="TextBox 18">
            <a:extLst>
              <a:ext uri="{FF2B5EF4-FFF2-40B4-BE49-F238E27FC236}">
                <a16:creationId xmlns:a16="http://schemas.microsoft.com/office/drawing/2014/main" id="{43470960-5685-2ED1-E1C2-237DF4B2B2D8}"/>
              </a:ext>
            </a:extLst>
          </p:cNvPr>
          <p:cNvSpPr txBox="1"/>
          <p:nvPr/>
        </p:nvSpPr>
        <p:spPr>
          <a:xfrm>
            <a:off x="2375230" y="2768825"/>
            <a:ext cx="1047082" cy="369332"/>
          </a:xfrm>
          <a:prstGeom prst="rect">
            <a:avLst/>
          </a:prstGeom>
          <a:noFill/>
        </p:spPr>
        <p:txBody>
          <a:bodyPr wrap="none" rtlCol="0">
            <a:spAutoFit/>
          </a:bodyPr>
          <a:lstStyle/>
          <a:p>
            <a:r>
              <a:rPr lang="en-US" dirty="0">
                <a:solidFill>
                  <a:srgbClr val="0000FF"/>
                </a:solidFill>
              </a:rPr>
              <a:t>13mil </a:t>
            </a:r>
            <a:r>
              <a:rPr lang="en-US" dirty="0" err="1">
                <a:solidFill>
                  <a:srgbClr val="0000FF"/>
                </a:solidFill>
              </a:rPr>
              <a:t>dia</a:t>
            </a:r>
            <a:endParaRPr lang="en-IN" dirty="0">
              <a:solidFill>
                <a:srgbClr val="0000FF"/>
              </a:solidFill>
            </a:endParaRPr>
          </a:p>
        </p:txBody>
      </p:sp>
      <p:sp>
        <p:nvSpPr>
          <p:cNvPr id="20" name="TextBox 19">
            <a:extLst>
              <a:ext uri="{FF2B5EF4-FFF2-40B4-BE49-F238E27FC236}">
                <a16:creationId xmlns:a16="http://schemas.microsoft.com/office/drawing/2014/main" id="{EC29F954-93A2-708E-4EE9-EE169D5321B5}"/>
              </a:ext>
            </a:extLst>
          </p:cNvPr>
          <p:cNvSpPr txBox="1"/>
          <p:nvPr/>
        </p:nvSpPr>
        <p:spPr>
          <a:xfrm>
            <a:off x="8319571" y="2722792"/>
            <a:ext cx="1047082" cy="369332"/>
          </a:xfrm>
          <a:prstGeom prst="rect">
            <a:avLst/>
          </a:prstGeom>
          <a:noFill/>
        </p:spPr>
        <p:txBody>
          <a:bodyPr wrap="none" rtlCol="0">
            <a:spAutoFit/>
          </a:bodyPr>
          <a:lstStyle/>
          <a:p>
            <a:r>
              <a:rPr lang="en-US" dirty="0">
                <a:solidFill>
                  <a:srgbClr val="0000FF"/>
                </a:solidFill>
              </a:rPr>
              <a:t>26mil </a:t>
            </a:r>
            <a:r>
              <a:rPr lang="en-US" dirty="0" err="1">
                <a:solidFill>
                  <a:srgbClr val="0000FF"/>
                </a:solidFill>
              </a:rPr>
              <a:t>dia</a:t>
            </a:r>
            <a:endParaRPr lang="en-IN" dirty="0">
              <a:solidFill>
                <a:srgbClr val="0000FF"/>
              </a:solidFill>
            </a:endParaRPr>
          </a:p>
        </p:txBody>
      </p:sp>
      <p:sp>
        <p:nvSpPr>
          <p:cNvPr id="21" name="TextBox 20">
            <a:extLst>
              <a:ext uri="{FF2B5EF4-FFF2-40B4-BE49-F238E27FC236}">
                <a16:creationId xmlns:a16="http://schemas.microsoft.com/office/drawing/2014/main" id="{4CBF03B8-ED94-8484-50EE-11343C7131FA}"/>
              </a:ext>
            </a:extLst>
          </p:cNvPr>
          <p:cNvSpPr txBox="1"/>
          <p:nvPr/>
        </p:nvSpPr>
        <p:spPr>
          <a:xfrm>
            <a:off x="1850685" y="5480156"/>
            <a:ext cx="1540550" cy="369332"/>
          </a:xfrm>
          <a:prstGeom prst="rect">
            <a:avLst/>
          </a:prstGeom>
          <a:noFill/>
        </p:spPr>
        <p:txBody>
          <a:bodyPr wrap="none" rtlCol="0">
            <a:spAutoFit/>
          </a:bodyPr>
          <a:lstStyle/>
          <a:p>
            <a:r>
              <a:rPr lang="en-US" dirty="0">
                <a:solidFill>
                  <a:srgbClr val="FFC000"/>
                </a:solidFill>
              </a:rPr>
              <a:t>Port extension</a:t>
            </a:r>
            <a:endParaRPr lang="en-IN" dirty="0">
              <a:solidFill>
                <a:srgbClr val="FFC000"/>
              </a:solidFill>
            </a:endParaRPr>
          </a:p>
        </p:txBody>
      </p:sp>
      <p:sp>
        <p:nvSpPr>
          <p:cNvPr id="22" name="Rectangle 21">
            <a:extLst>
              <a:ext uri="{FF2B5EF4-FFF2-40B4-BE49-F238E27FC236}">
                <a16:creationId xmlns:a16="http://schemas.microsoft.com/office/drawing/2014/main" id="{6FB7A85D-BEA5-DB89-F49D-1C62C4544B6C}"/>
              </a:ext>
            </a:extLst>
          </p:cNvPr>
          <p:cNvSpPr/>
          <p:nvPr/>
        </p:nvSpPr>
        <p:spPr>
          <a:xfrm>
            <a:off x="6090756" y="5197032"/>
            <a:ext cx="2196716" cy="771325"/>
          </a:xfrm>
          <a:prstGeom prst="rect">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E4F55AB6-0C11-0531-E0BC-DF2897A4D24C}"/>
              </a:ext>
            </a:extLst>
          </p:cNvPr>
          <p:cNvSpPr txBox="1"/>
          <p:nvPr/>
        </p:nvSpPr>
        <p:spPr>
          <a:xfrm>
            <a:off x="8319571" y="5356171"/>
            <a:ext cx="1534394" cy="369332"/>
          </a:xfrm>
          <a:prstGeom prst="rect">
            <a:avLst/>
          </a:prstGeom>
          <a:noFill/>
        </p:spPr>
        <p:txBody>
          <a:bodyPr wrap="none" rtlCol="0">
            <a:spAutoFit/>
          </a:bodyPr>
          <a:lstStyle/>
          <a:p>
            <a:r>
              <a:rPr lang="en-US" dirty="0">
                <a:solidFill>
                  <a:srgbClr val="00B050"/>
                </a:solidFill>
              </a:rPr>
              <a:t>10m ohm </a:t>
            </a:r>
            <a:r>
              <a:rPr lang="el-GR" dirty="0">
                <a:solidFill>
                  <a:srgbClr val="00B050"/>
                </a:solidFill>
              </a:rPr>
              <a:t>±</a:t>
            </a:r>
            <a:r>
              <a:rPr lang="en-US" dirty="0">
                <a:solidFill>
                  <a:srgbClr val="00B050"/>
                </a:solidFill>
              </a:rPr>
              <a:t>1%</a:t>
            </a:r>
            <a:endParaRPr lang="en-IN" dirty="0">
              <a:solidFill>
                <a:srgbClr val="00B050"/>
              </a:solidFill>
            </a:endParaRPr>
          </a:p>
        </p:txBody>
      </p:sp>
    </p:spTree>
    <p:extLst>
      <p:ext uri="{BB962C8B-B14F-4D97-AF65-F5344CB8AC3E}">
        <p14:creationId xmlns:p14="http://schemas.microsoft.com/office/powerpoint/2010/main" val="330601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036E3-4FB2-2FCC-658A-7631D0785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5E22E-B74C-2602-A868-E0D0FE19C2C0}"/>
              </a:ext>
            </a:extLst>
          </p:cNvPr>
          <p:cNvSpPr>
            <a:spLocks noGrp="1"/>
          </p:cNvSpPr>
          <p:nvPr>
            <p:ph type="title"/>
          </p:nvPr>
        </p:nvSpPr>
        <p:spPr/>
        <p:txBody>
          <a:bodyPr/>
          <a:lstStyle/>
          <a:p>
            <a:r>
              <a:rPr lang="en-US" dirty="0"/>
              <a:t>10m</a:t>
            </a:r>
            <a:r>
              <a:rPr lang="el-GR" dirty="0"/>
              <a:t>Ω</a:t>
            </a:r>
            <a:r>
              <a:rPr lang="en-US" dirty="0"/>
              <a:t> resistor</a:t>
            </a:r>
            <a:endParaRPr lang="en-IN" dirty="0"/>
          </a:p>
        </p:txBody>
      </p:sp>
      <p:sp>
        <p:nvSpPr>
          <p:cNvPr id="4" name="Slide Number Placeholder 3">
            <a:extLst>
              <a:ext uri="{FF2B5EF4-FFF2-40B4-BE49-F238E27FC236}">
                <a16:creationId xmlns:a16="http://schemas.microsoft.com/office/drawing/2014/main" id="{E9E106D8-E8AA-CE14-405A-B1107DF71B63}"/>
              </a:ext>
            </a:extLst>
          </p:cNvPr>
          <p:cNvSpPr>
            <a:spLocks noGrp="1"/>
          </p:cNvSpPr>
          <p:nvPr>
            <p:ph type="sldNum" sz="quarter" idx="12"/>
          </p:nvPr>
        </p:nvSpPr>
        <p:spPr/>
        <p:txBody>
          <a:bodyPr/>
          <a:lstStyle/>
          <a:p>
            <a:fld id="{028CE896-619B-44F9-BE7F-139D1400166E}" type="slidenum">
              <a:rPr lang="en-US" smtClean="0"/>
              <a:t>51</a:t>
            </a:fld>
            <a:endParaRPr lang="en-US"/>
          </a:p>
        </p:txBody>
      </p:sp>
      <p:pic>
        <p:nvPicPr>
          <p:cNvPr id="5" name="Picture 4">
            <a:extLst>
              <a:ext uri="{FF2B5EF4-FFF2-40B4-BE49-F238E27FC236}">
                <a16:creationId xmlns:a16="http://schemas.microsoft.com/office/drawing/2014/main" id="{073BE640-C831-9E48-A9CE-B4D0484BF1F3}"/>
              </a:ext>
            </a:extLst>
          </p:cNvPr>
          <p:cNvPicPr>
            <a:picLocks noChangeAspect="1"/>
          </p:cNvPicPr>
          <p:nvPr/>
        </p:nvPicPr>
        <p:blipFill>
          <a:blip r:embed="rId2"/>
          <a:stretch>
            <a:fillRect/>
          </a:stretch>
        </p:blipFill>
        <p:spPr>
          <a:xfrm>
            <a:off x="292529" y="903247"/>
            <a:ext cx="5857885" cy="3738201"/>
          </a:xfrm>
          <a:prstGeom prst="rect">
            <a:avLst/>
          </a:prstGeom>
        </p:spPr>
      </p:pic>
      <p:pic>
        <p:nvPicPr>
          <p:cNvPr id="6" name="Picture 5">
            <a:extLst>
              <a:ext uri="{FF2B5EF4-FFF2-40B4-BE49-F238E27FC236}">
                <a16:creationId xmlns:a16="http://schemas.microsoft.com/office/drawing/2014/main" id="{08906DD8-9154-D37E-3531-B77BA66E304F}"/>
              </a:ext>
            </a:extLst>
          </p:cNvPr>
          <p:cNvPicPr>
            <a:picLocks noChangeAspect="1"/>
          </p:cNvPicPr>
          <p:nvPr/>
        </p:nvPicPr>
        <p:blipFill>
          <a:blip r:embed="rId3"/>
          <a:stretch>
            <a:fillRect/>
          </a:stretch>
        </p:blipFill>
        <p:spPr>
          <a:xfrm>
            <a:off x="6150414" y="903247"/>
            <a:ext cx="5754658" cy="3738201"/>
          </a:xfrm>
          <a:prstGeom prst="rect">
            <a:avLst/>
          </a:prstGeom>
        </p:spPr>
      </p:pic>
      <p:sp>
        <p:nvSpPr>
          <p:cNvPr id="7" name="TextBox 6">
            <a:extLst>
              <a:ext uri="{FF2B5EF4-FFF2-40B4-BE49-F238E27FC236}">
                <a16:creationId xmlns:a16="http://schemas.microsoft.com/office/drawing/2014/main" id="{BA91349F-F1BF-952C-DC47-038AD11B410E}"/>
              </a:ext>
            </a:extLst>
          </p:cNvPr>
          <p:cNvSpPr txBox="1"/>
          <p:nvPr/>
        </p:nvSpPr>
        <p:spPr>
          <a:xfrm>
            <a:off x="8061877" y="1715524"/>
            <a:ext cx="1158212" cy="369332"/>
          </a:xfrm>
          <a:prstGeom prst="rect">
            <a:avLst/>
          </a:prstGeom>
          <a:noFill/>
        </p:spPr>
        <p:txBody>
          <a:bodyPr wrap="square" rtlCol="0">
            <a:spAutoFit/>
          </a:bodyPr>
          <a:lstStyle/>
          <a:p>
            <a:r>
              <a:rPr lang="en-US" dirty="0">
                <a:solidFill>
                  <a:schemeClr val="bg1"/>
                </a:solidFill>
                <a:highlight>
                  <a:srgbClr val="FF0000"/>
                </a:highlight>
              </a:rPr>
              <a:t>11m</a:t>
            </a:r>
            <a:r>
              <a:rPr lang="el-GR" dirty="0">
                <a:solidFill>
                  <a:schemeClr val="bg1"/>
                </a:solidFill>
                <a:highlight>
                  <a:srgbClr val="FF0000"/>
                </a:highlight>
              </a:rPr>
              <a:t>Ω</a:t>
            </a:r>
            <a:endParaRPr lang="en-IN" dirty="0">
              <a:solidFill>
                <a:schemeClr val="bg1"/>
              </a:solidFill>
              <a:highlight>
                <a:srgbClr val="FF0000"/>
              </a:highlight>
            </a:endParaRPr>
          </a:p>
        </p:txBody>
      </p:sp>
      <p:sp>
        <p:nvSpPr>
          <p:cNvPr id="8" name="TextBox 7">
            <a:extLst>
              <a:ext uri="{FF2B5EF4-FFF2-40B4-BE49-F238E27FC236}">
                <a16:creationId xmlns:a16="http://schemas.microsoft.com/office/drawing/2014/main" id="{1182BB7E-EEF2-D944-5B2F-D28C28DA56C6}"/>
              </a:ext>
            </a:extLst>
          </p:cNvPr>
          <p:cNvSpPr txBox="1"/>
          <p:nvPr/>
        </p:nvSpPr>
        <p:spPr>
          <a:xfrm>
            <a:off x="7482771" y="2239323"/>
            <a:ext cx="1158212" cy="369332"/>
          </a:xfrm>
          <a:prstGeom prst="rect">
            <a:avLst/>
          </a:prstGeom>
          <a:noFill/>
        </p:spPr>
        <p:txBody>
          <a:bodyPr wrap="square" rtlCol="0">
            <a:spAutoFit/>
          </a:bodyPr>
          <a:lstStyle/>
          <a:p>
            <a:r>
              <a:rPr lang="en-US" b="1" dirty="0">
                <a:highlight>
                  <a:srgbClr val="00FF00"/>
                </a:highlight>
              </a:rPr>
              <a:t>10.65m</a:t>
            </a:r>
            <a:r>
              <a:rPr lang="el-GR" b="1" dirty="0">
                <a:highlight>
                  <a:srgbClr val="00FF00"/>
                </a:highlight>
              </a:rPr>
              <a:t>Ω</a:t>
            </a:r>
            <a:endParaRPr lang="en-IN" b="1" dirty="0">
              <a:highlight>
                <a:srgbClr val="00FF00"/>
              </a:highlight>
            </a:endParaRPr>
          </a:p>
        </p:txBody>
      </p:sp>
      <p:sp>
        <p:nvSpPr>
          <p:cNvPr id="9" name="TextBox 8">
            <a:extLst>
              <a:ext uri="{FF2B5EF4-FFF2-40B4-BE49-F238E27FC236}">
                <a16:creationId xmlns:a16="http://schemas.microsoft.com/office/drawing/2014/main" id="{49BB104F-5D69-BF02-433C-52B2953FF7C7}"/>
              </a:ext>
            </a:extLst>
          </p:cNvPr>
          <p:cNvSpPr txBox="1"/>
          <p:nvPr/>
        </p:nvSpPr>
        <p:spPr>
          <a:xfrm>
            <a:off x="8640983" y="2232369"/>
            <a:ext cx="1158212" cy="369332"/>
          </a:xfrm>
          <a:prstGeom prst="rect">
            <a:avLst/>
          </a:prstGeom>
          <a:noFill/>
        </p:spPr>
        <p:txBody>
          <a:bodyPr wrap="square" rtlCol="0">
            <a:spAutoFit/>
          </a:bodyPr>
          <a:lstStyle/>
          <a:p>
            <a:r>
              <a:rPr lang="en-US" dirty="0">
                <a:solidFill>
                  <a:schemeClr val="bg1"/>
                </a:solidFill>
                <a:highlight>
                  <a:srgbClr val="0000FF"/>
                </a:highlight>
              </a:rPr>
              <a:t>8m</a:t>
            </a:r>
            <a:r>
              <a:rPr lang="el-GR" dirty="0">
                <a:solidFill>
                  <a:schemeClr val="bg1"/>
                </a:solidFill>
                <a:highlight>
                  <a:srgbClr val="0000FF"/>
                </a:highlight>
              </a:rPr>
              <a:t>Ω</a:t>
            </a:r>
            <a:endParaRPr lang="en-IN" dirty="0">
              <a:solidFill>
                <a:schemeClr val="bg1"/>
              </a:solidFill>
              <a:highlight>
                <a:srgbClr val="0000FF"/>
              </a:highlight>
            </a:endParaRPr>
          </a:p>
        </p:txBody>
      </p:sp>
    </p:spTree>
    <p:extLst>
      <p:ext uri="{BB962C8B-B14F-4D97-AF65-F5344CB8AC3E}">
        <p14:creationId xmlns:p14="http://schemas.microsoft.com/office/powerpoint/2010/main" val="7288165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F98BC-C39B-A292-94A9-79506EC111CD}"/>
              </a:ext>
            </a:extLst>
          </p:cNvPr>
          <p:cNvSpPr>
            <a:spLocks noGrp="1"/>
          </p:cNvSpPr>
          <p:nvPr>
            <p:ph type="title"/>
          </p:nvPr>
        </p:nvSpPr>
        <p:spPr/>
        <p:txBody>
          <a:bodyPr/>
          <a:lstStyle/>
          <a:p>
            <a:r>
              <a:rPr lang="en-US" dirty="0"/>
              <a:t>Similarity metric</a:t>
            </a:r>
            <a:endParaRPr lang="en-IN" dirty="0"/>
          </a:p>
        </p:txBody>
      </p:sp>
      <p:sp>
        <p:nvSpPr>
          <p:cNvPr id="4" name="Slide Number Placeholder 3">
            <a:extLst>
              <a:ext uri="{FF2B5EF4-FFF2-40B4-BE49-F238E27FC236}">
                <a16:creationId xmlns:a16="http://schemas.microsoft.com/office/drawing/2014/main" id="{5F2C3BB3-2820-7771-47CD-816ADD8C36A1}"/>
              </a:ext>
            </a:extLst>
          </p:cNvPr>
          <p:cNvSpPr>
            <a:spLocks noGrp="1"/>
          </p:cNvSpPr>
          <p:nvPr>
            <p:ph type="sldNum" sz="quarter" idx="12"/>
          </p:nvPr>
        </p:nvSpPr>
        <p:spPr/>
        <p:txBody>
          <a:bodyPr/>
          <a:lstStyle/>
          <a:p>
            <a:fld id="{028CE896-619B-44F9-BE7F-139D1400166E}" type="slidenum">
              <a:rPr lang="en-US" smtClean="0"/>
              <a:t>52</a:t>
            </a:fld>
            <a:endParaRPr lang="en-US"/>
          </a:p>
        </p:txBody>
      </p:sp>
      <p:sp>
        <p:nvSpPr>
          <p:cNvPr id="13" name="TextBox 12">
            <a:extLst>
              <a:ext uri="{FF2B5EF4-FFF2-40B4-BE49-F238E27FC236}">
                <a16:creationId xmlns:a16="http://schemas.microsoft.com/office/drawing/2014/main" id="{62820126-1FAB-C0C5-A6C6-1EE6BA2B87A9}"/>
              </a:ext>
            </a:extLst>
          </p:cNvPr>
          <p:cNvSpPr txBox="1"/>
          <p:nvPr/>
        </p:nvSpPr>
        <p:spPr>
          <a:xfrm>
            <a:off x="429745" y="3429000"/>
            <a:ext cx="5172737" cy="1477328"/>
          </a:xfrm>
          <a:prstGeom prst="rect">
            <a:avLst/>
          </a:prstGeom>
          <a:noFill/>
        </p:spPr>
        <p:txBody>
          <a:bodyPr wrap="square" rtlCol="0">
            <a:spAutoFit/>
          </a:bodyPr>
          <a:lstStyle/>
          <a:p>
            <a:pPr marL="342900" indent="-342900">
              <a:buFont typeface="+mj-lt"/>
              <a:buAutoNum type="arabicPeriod"/>
            </a:pPr>
            <a:r>
              <a:rPr lang="en-US" dirty="0"/>
              <a:t>Nominal value of the resistor is </a:t>
            </a:r>
            <a:r>
              <a:rPr lang="en-US" dirty="0">
                <a:highlight>
                  <a:srgbClr val="FFFF00"/>
                </a:highlight>
              </a:rPr>
              <a:t>10m</a:t>
            </a:r>
            <a:r>
              <a:rPr lang="el-GR" dirty="0">
                <a:highlight>
                  <a:srgbClr val="FFFF00"/>
                </a:highlight>
              </a:rPr>
              <a:t>Ω±</a:t>
            </a:r>
            <a:r>
              <a:rPr lang="en-US" dirty="0">
                <a:highlight>
                  <a:srgbClr val="FFFF00"/>
                </a:highlight>
              </a:rPr>
              <a:t>1%</a:t>
            </a:r>
          </a:p>
          <a:p>
            <a:pPr marL="342900" indent="-342900">
              <a:buFont typeface="+mj-lt"/>
              <a:buAutoNum type="arabicPeriod"/>
            </a:pPr>
            <a:r>
              <a:rPr lang="en-US" dirty="0"/>
              <a:t>The simulation showed the resistance value is about 10.65±.5m</a:t>
            </a:r>
            <a:r>
              <a:rPr lang="el-GR" dirty="0"/>
              <a:t>Ω</a:t>
            </a:r>
            <a:endParaRPr lang="en-US" dirty="0"/>
          </a:p>
          <a:p>
            <a:pPr marL="342900" indent="-342900">
              <a:buFont typeface="+mj-lt"/>
              <a:buAutoNum type="arabicPeriod"/>
            </a:pPr>
            <a:r>
              <a:rPr lang="en-IN" dirty="0"/>
              <a:t>Turbo VNA measurement is 8m</a:t>
            </a:r>
            <a:r>
              <a:rPr lang="el-GR" dirty="0"/>
              <a:t>Ω</a:t>
            </a:r>
            <a:r>
              <a:rPr lang="en-US" dirty="0"/>
              <a:t>,</a:t>
            </a:r>
            <a:r>
              <a:rPr lang="en-IN" dirty="0"/>
              <a:t> which is off by </a:t>
            </a:r>
            <a:r>
              <a:rPr lang="en-IN" dirty="0">
                <a:highlight>
                  <a:srgbClr val="0000FF"/>
                </a:highlight>
              </a:rPr>
              <a:t>20-25%</a:t>
            </a:r>
          </a:p>
        </p:txBody>
      </p:sp>
      <p:pic>
        <p:nvPicPr>
          <p:cNvPr id="5" name="Picture 4">
            <a:extLst>
              <a:ext uri="{FF2B5EF4-FFF2-40B4-BE49-F238E27FC236}">
                <a16:creationId xmlns:a16="http://schemas.microsoft.com/office/drawing/2014/main" id="{10C413D1-EA7D-0E7F-D4A9-7C535B80EEF1}"/>
              </a:ext>
            </a:extLst>
          </p:cNvPr>
          <p:cNvPicPr>
            <a:picLocks noChangeAspect="1"/>
          </p:cNvPicPr>
          <p:nvPr/>
        </p:nvPicPr>
        <p:blipFill>
          <a:blip r:embed="rId3"/>
          <a:stretch>
            <a:fillRect/>
          </a:stretch>
        </p:blipFill>
        <p:spPr>
          <a:xfrm>
            <a:off x="6296774" y="948735"/>
            <a:ext cx="5678867" cy="4484502"/>
          </a:xfrm>
          <a:prstGeom prst="rect">
            <a:avLst/>
          </a:prstGeom>
        </p:spPr>
      </p:pic>
      <p:pic>
        <p:nvPicPr>
          <p:cNvPr id="8" name="Picture 7">
            <a:extLst>
              <a:ext uri="{FF2B5EF4-FFF2-40B4-BE49-F238E27FC236}">
                <a16:creationId xmlns:a16="http://schemas.microsoft.com/office/drawing/2014/main" id="{7891FE70-A712-2EAF-9343-C679460CE5A8}"/>
              </a:ext>
            </a:extLst>
          </p:cNvPr>
          <p:cNvPicPr>
            <a:picLocks noChangeAspect="1"/>
          </p:cNvPicPr>
          <p:nvPr/>
        </p:nvPicPr>
        <p:blipFill>
          <a:blip r:embed="rId4"/>
          <a:stretch>
            <a:fillRect/>
          </a:stretch>
        </p:blipFill>
        <p:spPr>
          <a:xfrm>
            <a:off x="1445807" y="948736"/>
            <a:ext cx="2041672" cy="2383852"/>
          </a:xfrm>
          <a:prstGeom prst="rect">
            <a:avLst/>
          </a:prstGeom>
        </p:spPr>
      </p:pic>
    </p:spTree>
    <p:extLst>
      <p:ext uri="{BB962C8B-B14F-4D97-AF65-F5344CB8AC3E}">
        <p14:creationId xmlns:p14="http://schemas.microsoft.com/office/powerpoint/2010/main" val="26267400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32D36-B4C1-1FB7-5F9E-9FB091BA6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459DF-4798-8BC9-53A5-9C27D5EF661C}"/>
              </a:ext>
            </a:extLst>
          </p:cNvPr>
          <p:cNvSpPr>
            <a:spLocks noGrp="1"/>
          </p:cNvSpPr>
          <p:nvPr>
            <p:ph type="title"/>
          </p:nvPr>
        </p:nvSpPr>
        <p:spPr/>
        <p:txBody>
          <a:bodyPr/>
          <a:lstStyle/>
          <a:p>
            <a:r>
              <a:rPr lang="en-US" dirty="0"/>
              <a:t>Via - layer 4</a:t>
            </a:r>
            <a:endParaRPr lang="en-IN" dirty="0"/>
          </a:p>
        </p:txBody>
      </p:sp>
      <p:sp>
        <p:nvSpPr>
          <p:cNvPr id="4" name="Slide Number Placeholder 3">
            <a:extLst>
              <a:ext uri="{FF2B5EF4-FFF2-40B4-BE49-F238E27FC236}">
                <a16:creationId xmlns:a16="http://schemas.microsoft.com/office/drawing/2014/main" id="{AD40157A-AC59-833B-4A9B-2AECAC6D788F}"/>
              </a:ext>
            </a:extLst>
          </p:cNvPr>
          <p:cNvSpPr>
            <a:spLocks noGrp="1"/>
          </p:cNvSpPr>
          <p:nvPr>
            <p:ph type="sldNum" sz="quarter" idx="12"/>
          </p:nvPr>
        </p:nvSpPr>
        <p:spPr/>
        <p:txBody>
          <a:bodyPr/>
          <a:lstStyle/>
          <a:p>
            <a:fld id="{028CE896-619B-44F9-BE7F-139D1400166E}" type="slidenum">
              <a:rPr lang="en-US" smtClean="0"/>
              <a:t>53</a:t>
            </a:fld>
            <a:endParaRPr lang="en-US"/>
          </a:p>
        </p:txBody>
      </p:sp>
      <p:pic>
        <p:nvPicPr>
          <p:cNvPr id="6" name="Picture 5">
            <a:extLst>
              <a:ext uri="{FF2B5EF4-FFF2-40B4-BE49-F238E27FC236}">
                <a16:creationId xmlns:a16="http://schemas.microsoft.com/office/drawing/2014/main" id="{65657847-E7DF-85A9-AD7F-EE5496385942}"/>
              </a:ext>
            </a:extLst>
          </p:cNvPr>
          <p:cNvPicPr>
            <a:picLocks noChangeAspect="1"/>
          </p:cNvPicPr>
          <p:nvPr/>
        </p:nvPicPr>
        <p:blipFill>
          <a:blip r:embed="rId2"/>
          <a:stretch>
            <a:fillRect/>
          </a:stretch>
        </p:blipFill>
        <p:spPr>
          <a:xfrm>
            <a:off x="57874" y="1394796"/>
            <a:ext cx="1828800" cy="2200275"/>
          </a:xfrm>
          <a:prstGeom prst="rect">
            <a:avLst/>
          </a:prstGeom>
        </p:spPr>
      </p:pic>
      <p:sp>
        <p:nvSpPr>
          <p:cNvPr id="11" name="Rectangle 10">
            <a:extLst>
              <a:ext uri="{FF2B5EF4-FFF2-40B4-BE49-F238E27FC236}">
                <a16:creationId xmlns:a16="http://schemas.microsoft.com/office/drawing/2014/main" id="{4D40789A-2354-293F-5FC9-3867A53279D7}"/>
              </a:ext>
            </a:extLst>
          </p:cNvPr>
          <p:cNvSpPr/>
          <p:nvPr/>
        </p:nvSpPr>
        <p:spPr>
          <a:xfrm>
            <a:off x="776177" y="1996837"/>
            <a:ext cx="783061" cy="246633"/>
          </a:xfrm>
          <a:prstGeom prst="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8" name="Picture 7">
            <a:extLst>
              <a:ext uri="{FF2B5EF4-FFF2-40B4-BE49-F238E27FC236}">
                <a16:creationId xmlns:a16="http://schemas.microsoft.com/office/drawing/2014/main" id="{88AF6FD3-6A99-603E-5886-2CED0622F0A1}"/>
              </a:ext>
            </a:extLst>
          </p:cNvPr>
          <p:cNvPicPr>
            <a:picLocks noChangeAspect="1"/>
          </p:cNvPicPr>
          <p:nvPr/>
        </p:nvPicPr>
        <p:blipFill>
          <a:blip r:embed="rId3"/>
          <a:stretch>
            <a:fillRect/>
          </a:stretch>
        </p:blipFill>
        <p:spPr>
          <a:xfrm>
            <a:off x="1886674" y="1097550"/>
            <a:ext cx="5122580" cy="3498138"/>
          </a:xfrm>
          <a:prstGeom prst="rect">
            <a:avLst/>
          </a:prstGeom>
        </p:spPr>
      </p:pic>
      <p:pic>
        <p:nvPicPr>
          <p:cNvPr id="10" name="Picture 9">
            <a:extLst>
              <a:ext uri="{FF2B5EF4-FFF2-40B4-BE49-F238E27FC236}">
                <a16:creationId xmlns:a16="http://schemas.microsoft.com/office/drawing/2014/main" id="{EBDFBBE6-1B4E-F5BA-0538-2BACD5D235DC}"/>
              </a:ext>
            </a:extLst>
          </p:cNvPr>
          <p:cNvPicPr>
            <a:picLocks noChangeAspect="1"/>
          </p:cNvPicPr>
          <p:nvPr/>
        </p:nvPicPr>
        <p:blipFill>
          <a:blip r:embed="rId4"/>
          <a:stretch>
            <a:fillRect/>
          </a:stretch>
        </p:blipFill>
        <p:spPr>
          <a:xfrm>
            <a:off x="6959912" y="1097550"/>
            <a:ext cx="5174214" cy="3377491"/>
          </a:xfrm>
          <a:prstGeom prst="rect">
            <a:avLst/>
          </a:prstGeom>
        </p:spPr>
      </p:pic>
      <p:sp>
        <p:nvSpPr>
          <p:cNvPr id="22" name="TextBox 21">
            <a:extLst>
              <a:ext uri="{FF2B5EF4-FFF2-40B4-BE49-F238E27FC236}">
                <a16:creationId xmlns:a16="http://schemas.microsoft.com/office/drawing/2014/main" id="{E2666BBE-70C3-77D6-7145-7EAE6CA49D0D}"/>
              </a:ext>
            </a:extLst>
          </p:cNvPr>
          <p:cNvSpPr txBox="1"/>
          <p:nvPr/>
        </p:nvSpPr>
        <p:spPr>
          <a:xfrm>
            <a:off x="8258948" y="2601629"/>
            <a:ext cx="1158212" cy="369332"/>
          </a:xfrm>
          <a:prstGeom prst="rect">
            <a:avLst/>
          </a:prstGeom>
          <a:noFill/>
        </p:spPr>
        <p:txBody>
          <a:bodyPr wrap="square" rtlCol="0">
            <a:spAutoFit/>
          </a:bodyPr>
          <a:lstStyle/>
          <a:p>
            <a:r>
              <a:rPr lang="en-US" b="1" dirty="0">
                <a:highlight>
                  <a:srgbClr val="00FF00"/>
                </a:highlight>
              </a:rPr>
              <a:t>1m</a:t>
            </a:r>
            <a:r>
              <a:rPr lang="el-GR" b="1" dirty="0">
                <a:highlight>
                  <a:srgbClr val="00FF00"/>
                </a:highlight>
              </a:rPr>
              <a:t>Ω</a:t>
            </a:r>
            <a:endParaRPr lang="en-IN" b="1" dirty="0">
              <a:highlight>
                <a:srgbClr val="00FF00"/>
              </a:highlight>
            </a:endParaRPr>
          </a:p>
        </p:txBody>
      </p:sp>
      <p:sp>
        <p:nvSpPr>
          <p:cNvPr id="23" name="TextBox 22">
            <a:extLst>
              <a:ext uri="{FF2B5EF4-FFF2-40B4-BE49-F238E27FC236}">
                <a16:creationId xmlns:a16="http://schemas.microsoft.com/office/drawing/2014/main" id="{8181B023-7791-2DC4-FDA1-480257243BE5}"/>
              </a:ext>
            </a:extLst>
          </p:cNvPr>
          <p:cNvSpPr txBox="1"/>
          <p:nvPr/>
        </p:nvSpPr>
        <p:spPr>
          <a:xfrm>
            <a:off x="8967913" y="2601629"/>
            <a:ext cx="1158212" cy="369332"/>
          </a:xfrm>
          <a:prstGeom prst="rect">
            <a:avLst/>
          </a:prstGeom>
          <a:noFill/>
        </p:spPr>
        <p:txBody>
          <a:bodyPr wrap="square" rtlCol="0">
            <a:spAutoFit/>
          </a:bodyPr>
          <a:lstStyle/>
          <a:p>
            <a:r>
              <a:rPr lang="en-US" dirty="0">
                <a:solidFill>
                  <a:schemeClr val="bg1"/>
                </a:solidFill>
                <a:highlight>
                  <a:srgbClr val="0000FF"/>
                </a:highlight>
              </a:rPr>
              <a:t>1m</a:t>
            </a:r>
            <a:r>
              <a:rPr lang="el-GR" dirty="0">
                <a:solidFill>
                  <a:schemeClr val="bg1"/>
                </a:solidFill>
                <a:highlight>
                  <a:srgbClr val="0000FF"/>
                </a:highlight>
              </a:rPr>
              <a:t>Ω</a:t>
            </a:r>
            <a:endParaRPr lang="en-IN" dirty="0">
              <a:solidFill>
                <a:schemeClr val="bg1"/>
              </a:solidFill>
              <a:highlight>
                <a:srgbClr val="0000FF"/>
              </a:highlight>
            </a:endParaRPr>
          </a:p>
        </p:txBody>
      </p:sp>
      <p:sp>
        <p:nvSpPr>
          <p:cNvPr id="24" name="TextBox 23">
            <a:extLst>
              <a:ext uri="{FF2B5EF4-FFF2-40B4-BE49-F238E27FC236}">
                <a16:creationId xmlns:a16="http://schemas.microsoft.com/office/drawing/2014/main" id="{1AF1ED0E-7F5D-2EB4-8B45-2EB8F2701328}"/>
              </a:ext>
            </a:extLst>
          </p:cNvPr>
          <p:cNvSpPr txBox="1"/>
          <p:nvPr/>
        </p:nvSpPr>
        <p:spPr>
          <a:xfrm>
            <a:off x="8838054" y="2066399"/>
            <a:ext cx="1158212" cy="369332"/>
          </a:xfrm>
          <a:prstGeom prst="rect">
            <a:avLst/>
          </a:prstGeom>
          <a:noFill/>
        </p:spPr>
        <p:txBody>
          <a:bodyPr wrap="square" rtlCol="0">
            <a:spAutoFit/>
          </a:bodyPr>
          <a:lstStyle/>
          <a:p>
            <a:r>
              <a:rPr lang="en-US" dirty="0">
                <a:solidFill>
                  <a:schemeClr val="bg1"/>
                </a:solidFill>
                <a:highlight>
                  <a:srgbClr val="FF0000"/>
                </a:highlight>
              </a:rPr>
              <a:t>1m</a:t>
            </a:r>
            <a:r>
              <a:rPr lang="el-GR" dirty="0">
                <a:solidFill>
                  <a:schemeClr val="bg1"/>
                </a:solidFill>
                <a:highlight>
                  <a:srgbClr val="FF0000"/>
                </a:highlight>
              </a:rPr>
              <a:t>Ω</a:t>
            </a:r>
            <a:endParaRPr lang="en-IN" dirty="0">
              <a:solidFill>
                <a:schemeClr val="bg1"/>
              </a:solidFill>
              <a:highlight>
                <a:srgbClr val="FF0000"/>
              </a:highlight>
            </a:endParaRPr>
          </a:p>
        </p:txBody>
      </p:sp>
      <p:sp>
        <p:nvSpPr>
          <p:cNvPr id="25" name="TextBox 24">
            <a:extLst>
              <a:ext uri="{FF2B5EF4-FFF2-40B4-BE49-F238E27FC236}">
                <a16:creationId xmlns:a16="http://schemas.microsoft.com/office/drawing/2014/main" id="{BB1D6A3A-7685-BDA8-B2E3-E2DBDE13C3F6}"/>
              </a:ext>
            </a:extLst>
          </p:cNvPr>
          <p:cNvSpPr txBox="1"/>
          <p:nvPr/>
        </p:nvSpPr>
        <p:spPr>
          <a:xfrm>
            <a:off x="5178055" y="4819021"/>
            <a:ext cx="2923954" cy="646331"/>
          </a:xfrm>
          <a:prstGeom prst="rect">
            <a:avLst/>
          </a:prstGeom>
          <a:noFill/>
        </p:spPr>
        <p:txBody>
          <a:bodyPr wrap="square" rtlCol="0">
            <a:spAutoFit/>
          </a:bodyPr>
          <a:lstStyle/>
          <a:p>
            <a:r>
              <a:rPr lang="en-US" dirty="0"/>
              <a:t>Thickness of Via: </a:t>
            </a:r>
            <a:r>
              <a:rPr lang="en-US" dirty="0">
                <a:highlight>
                  <a:srgbClr val="FFFF00"/>
                </a:highlight>
              </a:rPr>
              <a:t>1.2mil</a:t>
            </a:r>
          </a:p>
          <a:p>
            <a:endParaRPr lang="en-IN" dirty="0"/>
          </a:p>
        </p:txBody>
      </p:sp>
    </p:spTree>
    <p:extLst>
      <p:ext uri="{BB962C8B-B14F-4D97-AF65-F5344CB8AC3E}">
        <p14:creationId xmlns:p14="http://schemas.microsoft.com/office/powerpoint/2010/main" val="42041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BFB1B-65F5-667D-8DAC-BB81C0072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C6055-69FC-2DE6-456E-85E87A48E007}"/>
              </a:ext>
            </a:extLst>
          </p:cNvPr>
          <p:cNvSpPr>
            <a:spLocks noGrp="1"/>
          </p:cNvSpPr>
          <p:nvPr>
            <p:ph type="title"/>
          </p:nvPr>
        </p:nvSpPr>
        <p:spPr/>
        <p:txBody>
          <a:bodyPr/>
          <a:lstStyle/>
          <a:p>
            <a:r>
              <a:rPr lang="en-US" dirty="0"/>
              <a:t>Via - layer 2</a:t>
            </a:r>
            <a:endParaRPr lang="en-IN" dirty="0"/>
          </a:p>
        </p:txBody>
      </p:sp>
      <p:sp>
        <p:nvSpPr>
          <p:cNvPr id="4" name="Slide Number Placeholder 3">
            <a:extLst>
              <a:ext uri="{FF2B5EF4-FFF2-40B4-BE49-F238E27FC236}">
                <a16:creationId xmlns:a16="http://schemas.microsoft.com/office/drawing/2014/main" id="{A19E94CD-F3A2-95B3-8D69-07D363EA9B8E}"/>
              </a:ext>
            </a:extLst>
          </p:cNvPr>
          <p:cNvSpPr>
            <a:spLocks noGrp="1"/>
          </p:cNvSpPr>
          <p:nvPr>
            <p:ph type="sldNum" sz="quarter" idx="12"/>
          </p:nvPr>
        </p:nvSpPr>
        <p:spPr/>
        <p:txBody>
          <a:bodyPr/>
          <a:lstStyle/>
          <a:p>
            <a:fld id="{028CE896-619B-44F9-BE7F-139D1400166E}" type="slidenum">
              <a:rPr lang="en-US" smtClean="0"/>
              <a:t>54</a:t>
            </a:fld>
            <a:endParaRPr lang="en-US"/>
          </a:p>
        </p:txBody>
      </p:sp>
      <p:sp>
        <p:nvSpPr>
          <p:cNvPr id="12" name="TextBox 11">
            <a:extLst>
              <a:ext uri="{FF2B5EF4-FFF2-40B4-BE49-F238E27FC236}">
                <a16:creationId xmlns:a16="http://schemas.microsoft.com/office/drawing/2014/main" id="{1FCD919D-212D-67F5-685B-D31CF13B0618}"/>
              </a:ext>
            </a:extLst>
          </p:cNvPr>
          <p:cNvSpPr txBox="1"/>
          <p:nvPr/>
        </p:nvSpPr>
        <p:spPr>
          <a:xfrm>
            <a:off x="57874" y="4650964"/>
            <a:ext cx="2767803" cy="1323439"/>
          </a:xfrm>
          <a:prstGeom prst="rect">
            <a:avLst/>
          </a:prstGeom>
          <a:noFill/>
        </p:spPr>
        <p:txBody>
          <a:bodyPr wrap="square" rtlCol="0">
            <a:spAutoFit/>
          </a:bodyPr>
          <a:lstStyle/>
          <a:p>
            <a:r>
              <a:rPr lang="en-US" sz="1600" b="1" u="sng" dirty="0"/>
              <a:t>Rule of thumb:</a:t>
            </a:r>
            <a:endParaRPr lang="en-US" sz="1600" dirty="0"/>
          </a:p>
          <a:p>
            <a:pPr marL="285750" indent="-285750">
              <a:buFont typeface="Arial" panose="020B0604020202020204" pitchFamily="34" charset="0"/>
              <a:buChar char="•"/>
            </a:pPr>
            <a:r>
              <a:rPr lang="en-US" sz="1600" dirty="0"/>
              <a:t>Via height = length = 8mil</a:t>
            </a:r>
          </a:p>
          <a:p>
            <a:pPr marL="285750" indent="-285750">
              <a:buFont typeface="Arial" panose="020B0604020202020204" pitchFamily="34" charset="0"/>
              <a:buChar char="•"/>
            </a:pPr>
            <a:r>
              <a:rPr lang="en-US" sz="1600" dirty="0"/>
              <a:t>Via thickness =  1.2mil </a:t>
            </a:r>
          </a:p>
          <a:p>
            <a:pPr marL="285750" indent="-285750">
              <a:buFont typeface="Arial" panose="020B0604020202020204" pitchFamily="34" charset="0"/>
              <a:buChar char="•"/>
            </a:pPr>
            <a:r>
              <a:rPr lang="en-US" sz="1600" dirty="0"/>
              <a:t>Via diameter = 13mil</a:t>
            </a:r>
          </a:p>
          <a:p>
            <a:pPr marL="285750" indent="-285750">
              <a:buFont typeface="Arial" panose="020B0604020202020204" pitchFamily="34" charset="0"/>
              <a:buChar char="•"/>
            </a:pPr>
            <a:r>
              <a:rPr lang="en-US" sz="1600" dirty="0"/>
              <a:t>R per Sq = 0.5m</a:t>
            </a:r>
            <a:r>
              <a:rPr lang="el-GR" sz="1600" dirty="0"/>
              <a:t>Ω</a:t>
            </a:r>
            <a:r>
              <a:rPr lang="en-US" sz="1600" dirty="0"/>
              <a:t> at 1Oz </a:t>
            </a:r>
          </a:p>
        </p:txBody>
      </p:sp>
      <p:sp>
        <p:nvSpPr>
          <p:cNvPr id="14" name="TextBox 13">
            <a:extLst>
              <a:ext uri="{FF2B5EF4-FFF2-40B4-BE49-F238E27FC236}">
                <a16:creationId xmlns:a16="http://schemas.microsoft.com/office/drawing/2014/main" id="{D5401781-4B29-B765-27F0-E2CAF038559D}"/>
              </a:ext>
            </a:extLst>
          </p:cNvPr>
          <p:cNvSpPr txBox="1"/>
          <p:nvPr/>
        </p:nvSpPr>
        <p:spPr>
          <a:xfrm>
            <a:off x="2902756" y="4914085"/>
            <a:ext cx="3515810" cy="861774"/>
          </a:xfrm>
          <a:prstGeom prst="rect">
            <a:avLst/>
          </a:prstGeom>
          <a:noFill/>
        </p:spPr>
        <p:txBody>
          <a:bodyPr wrap="square">
            <a:spAutoFit/>
          </a:bodyPr>
          <a:lstStyle/>
          <a:p>
            <a:r>
              <a:rPr lang="en-US" sz="1600" dirty="0"/>
              <a:t>N of Sq = 8/(3.14 *13) = 0.195 </a:t>
            </a:r>
          </a:p>
          <a:p>
            <a:r>
              <a:rPr lang="en-US" sz="1600" dirty="0"/>
              <a:t>R = 0.195 * (1.4/1.2)0.5m</a:t>
            </a:r>
            <a:r>
              <a:rPr lang="el-GR" sz="1600" dirty="0"/>
              <a:t>Ω</a:t>
            </a:r>
            <a:r>
              <a:rPr lang="en-US" sz="1600" dirty="0"/>
              <a:t> = </a:t>
            </a:r>
            <a:r>
              <a:rPr lang="en-US" sz="1600" dirty="0">
                <a:highlight>
                  <a:srgbClr val="FFFF00"/>
                </a:highlight>
              </a:rPr>
              <a:t>113u</a:t>
            </a:r>
            <a:r>
              <a:rPr lang="el-GR" sz="1600" dirty="0">
                <a:highlight>
                  <a:srgbClr val="FFFF00"/>
                </a:highlight>
              </a:rPr>
              <a:t>Ω</a:t>
            </a:r>
            <a:br>
              <a:rPr lang="en-US" sz="1800" dirty="0">
                <a:highlight>
                  <a:srgbClr val="00FF00"/>
                </a:highlight>
              </a:rPr>
            </a:br>
            <a:endParaRPr lang="en-US" sz="1800" dirty="0"/>
          </a:p>
        </p:txBody>
      </p:sp>
      <p:pic>
        <p:nvPicPr>
          <p:cNvPr id="6" name="Picture 5">
            <a:extLst>
              <a:ext uri="{FF2B5EF4-FFF2-40B4-BE49-F238E27FC236}">
                <a16:creationId xmlns:a16="http://schemas.microsoft.com/office/drawing/2014/main" id="{A28F0580-6795-05D4-BC2C-CAFFCAB42373}"/>
              </a:ext>
            </a:extLst>
          </p:cNvPr>
          <p:cNvPicPr>
            <a:picLocks noChangeAspect="1"/>
          </p:cNvPicPr>
          <p:nvPr/>
        </p:nvPicPr>
        <p:blipFill>
          <a:blip r:embed="rId2"/>
          <a:stretch>
            <a:fillRect/>
          </a:stretch>
        </p:blipFill>
        <p:spPr>
          <a:xfrm>
            <a:off x="23024" y="1500524"/>
            <a:ext cx="1590675" cy="2143125"/>
          </a:xfrm>
          <a:prstGeom prst="rect">
            <a:avLst/>
          </a:prstGeom>
        </p:spPr>
      </p:pic>
      <p:sp>
        <p:nvSpPr>
          <p:cNvPr id="11" name="Rectangle 10">
            <a:extLst>
              <a:ext uri="{FF2B5EF4-FFF2-40B4-BE49-F238E27FC236}">
                <a16:creationId xmlns:a16="http://schemas.microsoft.com/office/drawing/2014/main" id="{BC127892-AA6C-6AB1-3066-7AB0BDFEC493}"/>
              </a:ext>
            </a:extLst>
          </p:cNvPr>
          <p:cNvSpPr/>
          <p:nvPr/>
        </p:nvSpPr>
        <p:spPr>
          <a:xfrm>
            <a:off x="693096" y="2044051"/>
            <a:ext cx="748679" cy="266217"/>
          </a:xfrm>
          <a:prstGeom prst="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8" name="Picture 7">
            <a:extLst>
              <a:ext uri="{FF2B5EF4-FFF2-40B4-BE49-F238E27FC236}">
                <a16:creationId xmlns:a16="http://schemas.microsoft.com/office/drawing/2014/main" id="{D27E2744-AF33-E68F-3FAE-0A3F090916F5}"/>
              </a:ext>
            </a:extLst>
          </p:cNvPr>
          <p:cNvPicPr>
            <a:picLocks noChangeAspect="1"/>
          </p:cNvPicPr>
          <p:nvPr/>
        </p:nvPicPr>
        <p:blipFill>
          <a:blip r:embed="rId3"/>
          <a:stretch>
            <a:fillRect/>
          </a:stretch>
        </p:blipFill>
        <p:spPr>
          <a:xfrm>
            <a:off x="1613699" y="857016"/>
            <a:ext cx="5179238" cy="3396007"/>
          </a:xfrm>
          <a:prstGeom prst="rect">
            <a:avLst/>
          </a:prstGeom>
        </p:spPr>
      </p:pic>
      <p:pic>
        <p:nvPicPr>
          <p:cNvPr id="10" name="Picture 9">
            <a:extLst>
              <a:ext uri="{FF2B5EF4-FFF2-40B4-BE49-F238E27FC236}">
                <a16:creationId xmlns:a16="http://schemas.microsoft.com/office/drawing/2014/main" id="{F5652632-AE07-F5F8-4F37-AB1343DBA98F}"/>
              </a:ext>
            </a:extLst>
          </p:cNvPr>
          <p:cNvPicPr>
            <a:picLocks noChangeAspect="1"/>
          </p:cNvPicPr>
          <p:nvPr/>
        </p:nvPicPr>
        <p:blipFill>
          <a:blip r:embed="rId4"/>
          <a:stretch>
            <a:fillRect/>
          </a:stretch>
        </p:blipFill>
        <p:spPr>
          <a:xfrm>
            <a:off x="6718387" y="943318"/>
            <a:ext cx="5290812" cy="3418414"/>
          </a:xfrm>
          <a:prstGeom prst="rect">
            <a:avLst/>
          </a:prstGeom>
        </p:spPr>
      </p:pic>
      <p:sp>
        <p:nvSpPr>
          <p:cNvPr id="18" name="TextBox 17">
            <a:extLst>
              <a:ext uri="{FF2B5EF4-FFF2-40B4-BE49-F238E27FC236}">
                <a16:creationId xmlns:a16="http://schemas.microsoft.com/office/drawing/2014/main" id="{2E555914-D3E1-3F4B-81BD-3830740245CB}"/>
              </a:ext>
            </a:extLst>
          </p:cNvPr>
          <p:cNvSpPr txBox="1"/>
          <p:nvPr/>
        </p:nvSpPr>
        <p:spPr>
          <a:xfrm>
            <a:off x="9689834" y="1807827"/>
            <a:ext cx="1158212" cy="369332"/>
          </a:xfrm>
          <a:prstGeom prst="rect">
            <a:avLst/>
          </a:prstGeom>
          <a:noFill/>
        </p:spPr>
        <p:txBody>
          <a:bodyPr wrap="square" rtlCol="0">
            <a:spAutoFit/>
          </a:bodyPr>
          <a:lstStyle/>
          <a:p>
            <a:r>
              <a:rPr lang="en-US" dirty="0">
                <a:solidFill>
                  <a:schemeClr val="bg1"/>
                </a:solidFill>
                <a:highlight>
                  <a:srgbClr val="FF0000"/>
                </a:highlight>
              </a:rPr>
              <a:t>179u</a:t>
            </a:r>
            <a:r>
              <a:rPr lang="el-GR" dirty="0">
                <a:solidFill>
                  <a:schemeClr val="bg1"/>
                </a:solidFill>
                <a:highlight>
                  <a:srgbClr val="FF0000"/>
                </a:highlight>
              </a:rPr>
              <a:t>Ω</a:t>
            </a:r>
            <a:endParaRPr lang="en-IN" dirty="0">
              <a:solidFill>
                <a:schemeClr val="bg1"/>
              </a:solidFill>
              <a:highlight>
                <a:srgbClr val="FF0000"/>
              </a:highlight>
            </a:endParaRPr>
          </a:p>
        </p:txBody>
      </p:sp>
      <p:sp>
        <p:nvSpPr>
          <p:cNvPr id="16" name="TextBox 15">
            <a:extLst>
              <a:ext uri="{FF2B5EF4-FFF2-40B4-BE49-F238E27FC236}">
                <a16:creationId xmlns:a16="http://schemas.microsoft.com/office/drawing/2014/main" id="{CC1B8924-5DF1-46FA-DA1F-0C5D271E4D54}"/>
              </a:ext>
            </a:extLst>
          </p:cNvPr>
          <p:cNvSpPr txBox="1"/>
          <p:nvPr/>
        </p:nvSpPr>
        <p:spPr>
          <a:xfrm>
            <a:off x="10442889" y="2270690"/>
            <a:ext cx="1158212" cy="369332"/>
          </a:xfrm>
          <a:prstGeom prst="rect">
            <a:avLst/>
          </a:prstGeom>
          <a:noFill/>
        </p:spPr>
        <p:txBody>
          <a:bodyPr wrap="square" rtlCol="0">
            <a:spAutoFit/>
          </a:bodyPr>
          <a:lstStyle/>
          <a:p>
            <a:r>
              <a:rPr lang="en-US" dirty="0">
                <a:solidFill>
                  <a:schemeClr val="bg1"/>
                </a:solidFill>
                <a:highlight>
                  <a:srgbClr val="0000FF"/>
                </a:highlight>
              </a:rPr>
              <a:t>192u</a:t>
            </a:r>
            <a:r>
              <a:rPr lang="el-GR" dirty="0">
                <a:solidFill>
                  <a:schemeClr val="bg1"/>
                </a:solidFill>
                <a:highlight>
                  <a:srgbClr val="0000FF"/>
                </a:highlight>
              </a:rPr>
              <a:t>Ω</a:t>
            </a:r>
            <a:endParaRPr lang="en-IN" dirty="0">
              <a:solidFill>
                <a:schemeClr val="bg1"/>
              </a:solidFill>
              <a:highlight>
                <a:srgbClr val="0000FF"/>
              </a:highlight>
            </a:endParaRPr>
          </a:p>
        </p:txBody>
      </p:sp>
      <p:sp>
        <p:nvSpPr>
          <p:cNvPr id="17" name="TextBox 16">
            <a:extLst>
              <a:ext uri="{FF2B5EF4-FFF2-40B4-BE49-F238E27FC236}">
                <a16:creationId xmlns:a16="http://schemas.microsoft.com/office/drawing/2014/main" id="{18CEEBB5-8C26-B5FF-40E0-1C546A4D9D4A}"/>
              </a:ext>
            </a:extLst>
          </p:cNvPr>
          <p:cNvSpPr txBox="1"/>
          <p:nvPr/>
        </p:nvSpPr>
        <p:spPr>
          <a:xfrm>
            <a:off x="8205581" y="2177159"/>
            <a:ext cx="1158212" cy="369332"/>
          </a:xfrm>
          <a:prstGeom prst="rect">
            <a:avLst/>
          </a:prstGeom>
          <a:noFill/>
        </p:spPr>
        <p:txBody>
          <a:bodyPr wrap="square" rtlCol="0">
            <a:spAutoFit/>
          </a:bodyPr>
          <a:lstStyle/>
          <a:p>
            <a:r>
              <a:rPr lang="en-US" b="1" dirty="0">
                <a:highlight>
                  <a:srgbClr val="00FF00"/>
                </a:highlight>
              </a:rPr>
              <a:t>122u</a:t>
            </a:r>
            <a:r>
              <a:rPr lang="el-GR" b="1" dirty="0">
                <a:highlight>
                  <a:srgbClr val="00FF00"/>
                </a:highlight>
              </a:rPr>
              <a:t>Ω</a:t>
            </a:r>
            <a:endParaRPr lang="en-IN" b="1" dirty="0">
              <a:highlight>
                <a:srgbClr val="00FF00"/>
              </a:highlight>
            </a:endParaRPr>
          </a:p>
        </p:txBody>
      </p:sp>
      <p:sp>
        <p:nvSpPr>
          <p:cNvPr id="5" name="TextBox 4">
            <a:extLst>
              <a:ext uri="{FF2B5EF4-FFF2-40B4-BE49-F238E27FC236}">
                <a16:creationId xmlns:a16="http://schemas.microsoft.com/office/drawing/2014/main" id="{36997706-3BB7-A19F-A89A-ED260F2FDF47}"/>
              </a:ext>
            </a:extLst>
          </p:cNvPr>
          <p:cNvSpPr txBox="1"/>
          <p:nvPr/>
        </p:nvSpPr>
        <p:spPr>
          <a:xfrm>
            <a:off x="8219787" y="5622563"/>
            <a:ext cx="3606885" cy="369332"/>
          </a:xfrm>
          <a:prstGeom prst="rect">
            <a:avLst/>
          </a:prstGeom>
          <a:noFill/>
        </p:spPr>
        <p:txBody>
          <a:bodyPr wrap="none" rtlCol="0">
            <a:spAutoFit/>
          </a:bodyPr>
          <a:lstStyle/>
          <a:p>
            <a:r>
              <a:rPr lang="en-US" dirty="0"/>
              <a:t>*Working on finding the Uncertainty</a:t>
            </a:r>
            <a:endParaRPr lang="en-IN" dirty="0"/>
          </a:p>
        </p:txBody>
      </p:sp>
    </p:spTree>
    <p:extLst>
      <p:ext uri="{BB962C8B-B14F-4D97-AF65-F5344CB8AC3E}">
        <p14:creationId xmlns:p14="http://schemas.microsoft.com/office/powerpoint/2010/main" val="41031321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0DD92-AC38-3469-C552-17FB5C5A7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DE5D08-4209-EE45-0AF9-316180754DA1}"/>
              </a:ext>
            </a:extLst>
          </p:cNvPr>
          <p:cNvSpPr>
            <a:spLocks noGrp="1"/>
          </p:cNvSpPr>
          <p:nvPr>
            <p:ph type="title"/>
          </p:nvPr>
        </p:nvSpPr>
        <p:spPr/>
        <p:txBody>
          <a:bodyPr/>
          <a:lstStyle/>
          <a:p>
            <a:r>
              <a:rPr lang="en-US" dirty="0"/>
              <a:t>Via- layer 2</a:t>
            </a:r>
            <a:endParaRPr lang="en-IN" dirty="0"/>
          </a:p>
        </p:txBody>
      </p:sp>
      <p:sp>
        <p:nvSpPr>
          <p:cNvPr id="4" name="Slide Number Placeholder 3">
            <a:extLst>
              <a:ext uri="{FF2B5EF4-FFF2-40B4-BE49-F238E27FC236}">
                <a16:creationId xmlns:a16="http://schemas.microsoft.com/office/drawing/2014/main" id="{F4191191-7744-8B47-A8AA-632EBB2B911D}"/>
              </a:ext>
            </a:extLst>
          </p:cNvPr>
          <p:cNvSpPr>
            <a:spLocks noGrp="1"/>
          </p:cNvSpPr>
          <p:nvPr>
            <p:ph type="sldNum" sz="quarter" idx="12"/>
          </p:nvPr>
        </p:nvSpPr>
        <p:spPr/>
        <p:txBody>
          <a:bodyPr/>
          <a:lstStyle/>
          <a:p>
            <a:fld id="{028CE896-619B-44F9-BE7F-139D1400166E}" type="slidenum">
              <a:rPr lang="en-US" smtClean="0"/>
              <a:t>55</a:t>
            </a:fld>
            <a:endParaRPr lang="en-US"/>
          </a:p>
        </p:txBody>
      </p:sp>
      <p:sp>
        <p:nvSpPr>
          <p:cNvPr id="22" name="TextBox 21">
            <a:extLst>
              <a:ext uri="{FF2B5EF4-FFF2-40B4-BE49-F238E27FC236}">
                <a16:creationId xmlns:a16="http://schemas.microsoft.com/office/drawing/2014/main" id="{1FB96C28-BE97-D59D-D92A-1CB86FB92D6E}"/>
              </a:ext>
            </a:extLst>
          </p:cNvPr>
          <p:cNvSpPr txBox="1"/>
          <p:nvPr/>
        </p:nvSpPr>
        <p:spPr>
          <a:xfrm>
            <a:off x="49305" y="4429808"/>
            <a:ext cx="3145420" cy="1477328"/>
          </a:xfrm>
          <a:prstGeom prst="rect">
            <a:avLst/>
          </a:prstGeom>
          <a:noFill/>
        </p:spPr>
        <p:txBody>
          <a:bodyPr wrap="square">
            <a:spAutoFit/>
          </a:bodyPr>
          <a:lstStyle/>
          <a:p>
            <a:r>
              <a:rPr lang="en-US" sz="1800" b="1" u="sng" dirty="0"/>
              <a:t>Rule of thumb:</a:t>
            </a:r>
            <a:endParaRPr lang="en-US" sz="1800" dirty="0"/>
          </a:p>
          <a:p>
            <a:pPr marL="285750" indent="-285750">
              <a:buFont typeface="Arial" panose="020B0604020202020204" pitchFamily="34" charset="0"/>
              <a:buChar char="•"/>
            </a:pPr>
            <a:r>
              <a:rPr lang="en-US" sz="1800" dirty="0"/>
              <a:t>Via height = length = 8mil</a:t>
            </a:r>
          </a:p>
          <a:p>
            <a:pPr marL="285750" indent="-285750">
              <a:buFont typeface="Arial" panose="020B0604020202020204" pitchFamily="34" charset="0"/>
              <a:buChar char="•"/>
            </a:pPr>
            <a:r>
              <a:rPr lang="en-US" sz="1800" dirty="0"/>
              <a:t>Via thickness = </a:t>
            </a:r>
            <a:r>
              <a:rPr lang="en-US" dirty="0"/>
              <a:t>1.2mil</a:t>
            </a:r>
            <a:endParaRPr lang="en-US" sz="1800" dirty="0"/>
          </a:p>
          <a:p>
            <a:pPr marL="285750" indent="-285750">
              <a:buFont typeface="Arial" panose="020B0604020202020204" pitchFamily="34" charset="0"/>
              <a:buChar char="•"/>
            </a:pPr>
            <a:r>
              <a:rPr lang="en-US" sz="1800" dirty="0"/>
              <a:t>Via diameter = 26mil</a:t>
            </a:r>
          </a:p>
          <a:p>
            <a:pPr marL="285750" indent="-285750">
              <a:buFont typeface="Arial" panose="020B0604020202020204" pitchFamily="34" charset="0"/>
              <a:buChar char="•"/>
            </a:pPr>
            <a:r>
              <a:rPr lang="en-US" sz="1800" dirty="0"/>
              <a:t>R per Sq = 0.5m</a:t>
            </a:r>
            <a:r>
              <a:rPr lang="el-GR" sz="1800" dirty="0"/>
              <a:t>Ω</a:t>
            </a:r>
            <a:r>
              <a:rPr lang="en-US" sz="1800" dirty="0"/>
              <a:t> at 1Oz</a:t>
            </a:r>
          </a:p>
        </p:txBody>
      </p:sp>
      <p:sp>
        <p:nvSpPr>
          <p:cNvPr id="23" name="TextBox 22">
            <a:extLst>
              <a:ext uri="{FF2B5EF4-FFF2-40B4-BE49-F238E27FC236}">
                <a16:creationId xmlns:a16="http://schemas.microsoft.com/office/drawing/2014/main" id="{0B8D27BE-371E-E7EF-DF1F-D7A3241DEF45}"/>
              </a:ext>
            </a:extLst>
          </p:cNvPr>
          <p:cNvSpPr txBox="1"/>
          <p:nvPr/>
        </p:nvSpPr>
        <p:spPr>
          <a:xfrm>
            <a:off x="3287210" y="4669661"/>
            <a:ext cx="3453189" cy="1200329"/>
          </a:xfrm>
          <a:prstGeom prst="rect">
            <a:avLst/>
          </a:prstGeom>
          <a:noFill/>
        </p:spPr>
        <p:txBody>
          <a:bodyPr wrap="none" rtlCol="0">
            <a:spAutoFit/>
          </a:bodyPr>
          <a:lstStyle/>
          <a:p>
            <a:pPr marL="285750" indent="-285750">
              <a:buFont typeface="Arial" panose="020B0604020202020204" pitchFamily="34" charset="0"/>
              <a:buChar char="•"/>
            </a:pPr>
            <a:endParaRPr lang="en-US" sz="1800" dirty="0"/>
          </a:p>
          <a:p>
            <a:r>
              <a:rPr lang="en-US" sz="1800" dirty="0"/>
              <a:t>N of Sq = </a:t>
            </a:r>
            <a:r>
              <a:rPr lang="en-US" dirty="0"/>
              <a:t>8</a:t>
            </a:r>
            <a:r>
              <a:rPr lang="en-US" sz="1800" dirty="0"/>
              <a:t>/(3.14 * 26) = 0.097</a:t>
            </a:r>
          </a:p>
          <a:p>
            <a:r>
              <a:rPr lang="en-US" sz="1800" dirty="0"/>
              <a:t>R = 0.097 *(1.4/1.2) 0.5m</a:t>
            </a:r>
            <a:r>
              <a:rPr lang="el-GR" sz="1800" dirty="0"/>
              <a:t>Ω</a:t>
            </a:r>
            <a:r>
              <a:rPr lang="en-US" sz="1800" dirty="0"/>
              <a:t> = </a:t>
            </a:r>
            <a:r>
              <a:rPr lang="en-US" sz="1800" dirty="0">
                <a:highlight>
                  <a:srgbClr val="FFFF00"/>
                </a:highlight>
              </a:rPr>
              <a:t>56u</a:t>
            </a:r>
            <a:r>
              <a:rPr lang="el-GR" sz="1800" dirty="0">
                <a:highlight>
                  <a:srgbClr val="FFFF00"/>
                </a:highlight>
              </a:rPr>
              <a:t>Ω</a:t>
            </a:r>
            <a:endParaRPr lang="en-IN" dirty="0">
              <a:highlight>
                <a:srgbClr val="FFFF00"/>
              </a:highlight>
            </a:endParaRPr>
          </a:p>
          <a:p>
            <a:endParaRPr lang="en-IN" dirty="0"/>
          </a:p>
        </p:txBody>
      </p:sp>
      <p:sp>
        <p:nvSpPr>
          <p:cNvPr id="25" name="TextBox 24">
            <a:extLst>
              <a:ext uri="{FF2B5EF4-FFF2-40B4-BE49-F238E27FC236}">
                <a16:creationId xmlns:a16="http://schemas.microsoft.com/office/drawing/2014/main" id="{65EC751D-908B-B060-4B32-70E87A5E0B7E}"/>
              </a:ext>
            </a:extLst>
          </p:cNvPr>
          <p:cNvSpPr txBox="1"/>
          <p:nvPr/>
        </p:nvSpPr>
        <p:spPr>
          <a:xfrm>
            <a:off x="10113473" y="417219"/>
            <a:ext cx="2078527" cy="369332"/>
          </a:xfrm>
          <a:prstGeom prst="rect">
            <a:avLst/>
          </a:prstGeom>
          <a:noFill/>
        </p:spPr>
        <p:txBody>
          <a:bodyPr wrap="square" rtlCol="0">
            <a:spAutoFit/>
          </a:bodyPr>
          <a:lstStyle/>
          <a:p>
            <a:r>
              <a:rPr lang="en-US" dirty="0">
                <a:highlight>
                  <a:srgbClr val="FFFF00"/>
                </a:highlight>
              </a:rPr>
              <a:t>*Moving avg: 10pts</a:t>
            </a:r>
            <a:endParaRPr lang="en-IN" dirty="0">
              <a:highlight>
                <a:srgbClr val="FFFF00"/>
              </a:highlight>
            </a:endParaRPr>
          </a:p>
        </p:txBody>
      </p:sp>
      <p:pic>
        <p:nvPicPr>
          <p:cNvPr id="7" name="Picture 6">
            <a:extLst>
              <a:ext uri="{FF2B5EF4-FFF2-40B4-BE49-F238E27FC236}">
                <a16:creationId xmlns:a16="http://schemas.microsoft.com/office/drawing/2014/main" id="{24BFD2D6-EB74-A06B-ED13-2F4E1E19682B}"/>
              </a:ext>
            </a:extLst>
          </p:cNvPr>
          <p:cNvPicPr>
            <a:picLocks noChangeAspect="1"/>
          </p:cNvPicPr>
          <p:nvPr/>
        </p:nvPicPr>
        <p:blipFill>
          <a:blip r:embed="rId2"/>
          <a:stretch>
            <a:fillRect/>
          </a:stretch>
        </p:blipFill>
        <p:spPr>
          <a:xfrm>
            <a:off x="2765" y="1087643"/>
            <a:ext cx="1619250" cy="2143125"/>
          </a:xfrm>
          <a:prstGeom prst="rect">
            <a:avLst/>
          </a:prstGeom>
        </p:spPr>
      </p:pic>
      <p:sp>
        <p:nvSpPr>
          <p:cNvPr id="27" name="Rectangle 26">
            <a:extLst>
              <a:ext uri="{FF2B5EF4-FFF2-40B4-BE49-F238E27FC236}">
                <a16:creationId xmlns:a16="http://schemas.microsoft.com/office/drawing/2014/main" id="{F25860C4-698F-2949-BEB1-0D3FCB517505}"/>
              </a:ext>
            </a:extLst>
          </p:cNvPr>
          <p:cNvSpPr/>
          <p:nvPr/>
        </p:nvSpPr>
        <p:spPr>
          <a:xfrm>
            <a:off x="695228" y="1570101"/>
            <a:ext cx="748679" cy="266217"/>
          </a:xfrm>
          <a:prstGeom prst="rect">
            <a:avLst/>
          </a:prstGeom>
          <a:noFill/>
          <a:ln w="28575">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9" name="Picture 8">
            <a:extLst>
              <a:ext uri="{FF2B5EF4-FFF2-40B4-BE49-F238E27FC236}">
                <a16:creationId xmlns:a16="http://schemas.microsoft.com/office/drawing/2014/main" id="{71898091-314F-0741-748E-A6FB5DAA755A}"/>
              </a:ext>
            </a:extLst>
          </p:cNvPr>
          <p:cNvPicPr>
            <a:picLocks noChangeAspect="1"/>
          </p:cNvPicPr>
          <p:nvPr/>
        </p:nvPicPr>
        <p:blipFill>
          <a:blip r:embed="rId3"/>
          <a:stretch>
            <a:fillRect/>
          </a:stretch>
        </p:blipFill>
        <p:spPr>
          <a:xfrm>
            <a:off x="1622015" y="949195"/>
            <a:ext cx="5303378" cy="3480613"/>
          </a:xfrm>
          <a:prstGeom prst="rect">
            <a:avLst/>
          </a:prstGeom>
        </p:spPr>
      </p:pic>
      <p:pic>
        <p:nvPicPr>
          <p:cNvPr id="16" name="Picture 15">
            <a:extLst>
              <a:ext uri="{FF2B5EF4-FFF2-40B4-BE49-F238E27FC236}">
                <a16:creationId xmlns:a16="http://schemas.microsoft.com/office/drawing/2014/main" id="{C412426A-F46F-D4A0-2D8C-2D84908455C6}"/>
              </a:ext>
            </a:extLst>
          </p:cNvPr>
          <p:cNvPicPr>
            <a:picLocks noChangeAspect="1"/>
          </p:cNvPicPr>
          <p:nvPr/>
        </p:nvPicPr>
        <p:blipFill>
          <a:blip r:embed="rId4"/>
          <a:stretch>
            <a:fillRect/>
          </a:stretch>
        </p:blipFill>
        <p:spPr>
          <a:xfrm>
            <a:off x="6925393" y="998646"/>
            <a:ext cx="5156360" cy="3339437"/>
          </a:xfrm>
          <a:prstGeom prst="rect">
            <a:avLst/>
          </a:prstGeom>
        </p:spPr>
      </p:pic>
      <p:sp>
        <p:nvSpPr>
          <p:cNvPr id="14" name="TextBox 13">
            <a:extLst>
              <a:ext uri="{FF2B5EF4-FFF2-40B4-BE49-F238E27FC236}">
                <a16:creationId xmlns:a16="http://schemas.microsoft.com/office/drawing/2014/main" id="{FA9C631F-B6A6-D174-E0E3-4AA142A06855}"/>
              </a:ext>
            </a:extLst>
          </p:cNvPr>
          <p:cNvSpPr txBox="1"/>
          <p:nvPr/>
        </p:nvSpPr>
        <p:spPr>
          <a:xfrm>
            <a:off x="8544643" y="2324961"/>
            <a:ext cx="1158212" cy="369332"/>
          </a:xfrm>
          <a:prstGeom prst="rect">
            <a:avLst/>
          </a:prstGeom>
          <a:noFill/>
        </p:spPr>
        <p:txBody>
          <a:bodyPr wrap="square" rtlCol="0">
            <a:spAutoFit/>
          </a:bodyPr>
          <a:lstStyle/>
          <a:p>
            <a:r>
              <a:rPr lang="en-US" b="1" dirty="0">
                <a:highlight>
                  <a:srgbClr val="00FF00"/>
                </a:highlight>
              </a:rPr>
              <a:t>58u</a:t>
            </a:r>
            <a:r>
              <a:rPr lang="el-GR" b="1" dirty="0">
                <a:highlight>
                  <a:srgbClr val="00FF00"/>
                </a:highlight>
              </a:rPr>
              <a:t>Ω</a:t>
            </a:r>
            <a:endParaRPr lang="en-IN" b="1" dirty="0">
              <a:highlight>
                <a:srgbClr val="00FF00"/>
              </a:highlight>
            </a:endParaRPr>
          </a:p>
        </p:txBody>
      </p:sp>
      <p:sp>
        <p:nvSpPr>
          <p:cNvPr id="15" name="TextBox 14">
            <a:extLst>
              <a:ext uri="{FF2B5EF4-FFF2-40B4-BE49-F238E27FC236}">
                <a16:creationId xmlns:a16="http://schemas.microsoft.com/office/drawing/2014/main" id="{A122FF74-B47F-E2AD-65B5-51F21164B6DF}"/>
              </a:ext>
            </a:extLst>
          </p:cNvPr>
          <p:cNvSpPr txBox="1"/>
          <p:nvPr/>
        </p:nvSpPr>
        <p:spPr>
          <a:xfrm>
            <a:off x="9757267" y="1836318"/>
            <a:ext cx="1158212" cy="369332"/>
          </a:xfrm>
          <a:prstGeom prst="rect">
            <a:avLst/>
          </a:prstGeom>
          <a:noFill/>
        </p:spPr>
        <p:txBody>
          <a:bodyPr wrap="square" rtlCol="0">
            <a:spAutoFit/>
          </a:bodyPr>
          <a:lstStyle/>
          <a:p>
            <a:r>
              <a:rPr lang="en-US" dirty="0">
                <a:solidFill>
                  <a:schemeClr val="bg1"/>
                </a:solidFill>
                <a:highlight>
                  <a:srgbClr val="FF0000"/>
                </a:highlight>
              </a:rPr>
              <a:t>100u</a:t>
            </a:r>
            <a:r>
              <a:rPr lang="el-GR" dirty="0">
                <a:solidFill>
                  <a:schemeClr val="bg1"/>
                </a:solidFill>
                <a:highlight>
                  <a:srgbClr val="FF0000"/>
                </a:highlight>
              </a:rPr>
              <a:t>Ω</a:t>
            </a:r>
            <a:endParaRPr lang="en-IN" dirty="0">
              <a:solidFill>
                <a:schemeClr val="bg1"/>
              </a:solidFill>
              <a:highlight>
                <a:srgbClr val="FF0000"/>
              </a:highlight>
            </a:endParaRPr>
          </a:p>
        </p:txBody>
      </p:sp>
      <p:sp>
        <p:nvSpPr>
          <p:cNvPr id="17" name="TextBox 16">
            <a:extLst>
              <a:ext uri="{FF2B5EF4-FFF2-40B4-BE49-F238E27FC236}">
                <a16:creationId xmlns:a16="http://schemas.microsoft.com/office/drawing/2014/main" id="{DD334744-E001-BFB5-CD19-20C099ECFA41}"/>
              </a:ext>
            </a:extLst>
          </p:cNvPr>
          <p:cNvSpPr txBox="1"/>
          <p:nvPr/>
        </p:nvSpPr>
        <p:spPr>
          <a:xfrm>
            <a:off x="10313198" y="2666666"/>
            <a:ext cx="1158212" cy="369332"/>
          </a:xfrm>
          <a:prstGeom prst="rect">
            <a:avLst/>
          </a:prstGeom>
          <a:noFill/>
        </p:spPr>
        <p:txBody>
          <a:bodyPr wrap="square" rtlCol="0">
            <a:spAutoFit/>
          </a:bodyPr>
          <a:lstStyle/>
          <a:p>
            <a:r>
              <a:rPr lang="en-US" dirty="0">
                <a:solidFill>
                  <a:schemeClr val="bg1"/>
                </a:solidFill>
                <a:highlight>
                  <a:srgbClr val="0000FF"/>
                </a:highlight>
              </a:rPr>
              <a:t>68u</a:t>
            </a:r>
            <a:r>
              <a:rPr lang="el-GR" dirty="0">
                <a:solidFill>
                  <a:schemeClr val="bg1"/>
                </a:solidFill>
                <a:highlight>
                  <a:srgbClr val="0000FF"/>
                </a:highlight>
              </a:rPr>
              <a:t>Ω</a:t>
            </a:r>
            <a:endParaRPr lang="en-IN" dirty="0">
              <a:solidFill>
                <a:schemeClr val="bg1"/>
              </a:solidFill>
              <a:highlight>
                <a:srgbClr val="0000FF"/>
              </a:highlight>
            </a:endParaRPr>
          </a:p>
        </p:txBody>
      </p:sp>
      <p:sp>
        <p:nvSpPr>
          <p:cNvPr id="3" name="TextBox 2">
            <a:extLst>
              <a:ext uri="{FF2B5EF4-FFF2-40B4-BE49-F238E27FC236}">
                <a16:creationId xmlns:a16="http://schemas.microsoft.com/office/drawing/2014/main" id="{98E0E680-EB69-E20A-69E2-4110EA6AA223}"/>
              </a:ext>
            </a:extLst>
          </p:cNvPr>
          <p:cNvSpPr txBox="1"/>
          <p:nvPr/>
        </p:nvSpPr>
        <p:spPr>
          <a:xfrm>
            <a:off x="8410597" y="5636771"/>
            <a:ext cx="3661900" cy="369332"/>
          </a:xfrm>
          <a:prstGeom prst="rect">
            <a:avLst/>
          </a:prstGeom>
          <a:noFill/>
        </p:spPr>
        <p:txBody>
          <a:bodyPr wrap="none" rtlCol="0">
            <a:spAutoFit/>
          </a:bodyPr>
          <a:lstStyle/>
          <a:p>
            <a:r>
              <a:rPr lang="en-US" dirty="0"/>
              <a:t>*Working on finding the Uncertainty</a:t>
            </a:r>
            <a:endParaRPr lang="en-IN" dirty="0"/>
          </a:p>
        </p:txBody>
      </p:sp>
    </p:spTree>
    <p:extLst>
      <p:ext uri="{BB962C8B-B14F-4D97-AF65-F5344CB8AC3E}">
        <p14:creationId xmlns:p14="http://schemas.microsoft.com/office/powerpoint/2010/main" val="7821814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503B5-BACF-8D09-0948-D2FE52613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3CC32-95E8-A38D-FF56-906C149B6FF0}"/>
              </a:ext>
            </a:extLst>
          </p:cNvPr>
          <p:cNvSpPr>
            <a:spLocks noGrp="1"/>
          </p:cNvSpPr>
          <p:nvPr>
            <p:ph type="title"/>
          </p:nvPr>
        </p:nvSpPr>
        <p:spPr/>
        <p:txBody>
          <a:bodyPr/>
          <a:lstStyle/>
          <a:p>
            <a:r>
              <a:rPr lang="en-US" dirty="0"/>
              <a:t>So What?</a:t>
            </a:r>
            <a:endParaRPr lang="en-IN" dirty="0"/>
          </a:p>
        </p:txBody>
      </p:sp>
      <p:sp>
        <p:nvSpPr>
          <p:cNvPr id="4" name="Slide Number Placeholder 3">
            <a:extLst>
              <a:ext uri="{FF2B5EF4-FFF2-40B4-BE49-F238E27FC236}">
                <a16:creationId xmlns:a16="http://schemas.microsoft.com/office/drawing/2014/main" id="{0C07E449-78CA-BA6E-09C7-206A3F437285}"/>
              </a:ext>
            </a:extLst>
          </p:cNvPr>
          <p:cNvSpPr>
            <a:spLocks noGrp="1"/>
          </p:cNvSpPr>
          <p:nvPr>
            <p:ph type="sldNum" sz="quarter" idx="12"/>
          </p:nvPr>
        </p:nvSpPr>
        <p:spPr/>
        <p:txBody>
          <a:bodyPr/>
          <a:lstStyle/>
          <a:p>
            <a:fld id="{028CE896-619B-44F9-BE7F-139D1400166E}" type="slidenum">
              <a:rPr lang="en-US" smtClean="0"/>
              <a:t>56</a:t>
            </a:fld>
            <a:endParaRPr lang="en-US"/>
          </a:p>
        </p:txBody>
      </p:sp>
      <p:pic>
        <p:nvPicPr>
          <p:cNvPr id="6" name="Picture 5">
            <a:extLst>
              <a:ext uri="{FF2B5EF4-FFF2-40B4-BE49-F238E27FC236}">
                <a16:creationId xmlns:a16="http://schemas.microsoft.com/office/drawing/2014/main" id="{8A62546A-019E-A5F7-B521-F77BDB9EA52E}"/>
              </a:ext>
            </a:extLst>
          </p:cNvPr>
          <p:cNvPicPr>
            <a:picLocks noChangeAspect="1"/>
          </p:cNvPicPr>
          <p:nvPr/>
        </p:nvPicPr>
        <p:blipFill>
          <a:blip r:embed="rId2"/>
          <a:stretch>
            <a:fillRect/>
          </a:stretch>
        </p:blipFill>
        <p:spPr>
          <a:xfrm>
            <a:off x="5208598" y="1330924"/>
            <a:ext cx="6833536" cy="3932191"/>
          </a:xfrm>
          <a:prstGeom prst="rect">
            <a:avLst/>
          </a:prstGeom>
        </p:spPr>
      </p:pic>
      <p:sp>
        <p:nvSpPr>
          <p:cNvPr id="7" name="TextBox 6">
            <a:extLst>
              <a:ext uri="{FF2B5EF4-FFF2-40B4-BE49-F238E27FC236}">
                <a16:creationId xmlns:a16="http://schemas.microsoft.com/office/drawing/2014/main" id="{324C9905-D4E8-7540-DB1C-DAB8B39718CB}"/>
              </a:ext>
            </a:extLst>
          </p:cNvPr>
          <p:cNvSpPr txBox="1"/>
          <p:nvPr/>
        </p:nvSpPr>
        <p:spPr>
          <a:xfrm>
            <a:off x="7791989" y="2265521"/>
            <a:ext cx="833377" cy="369332"/>
          </a:xfrm>
          <a:prstGeom prst="rect">
            <a:avLst/>
          </a:prstGeom>
          <a:noFill/>
        </p:spPr>
        <p:txBody>
          <a:bodyPr wrap="square" rtlCol="0">
            <a:spAutoFit/>
          </a:bodyPr>
          <a:lstStyle/>
          <a:p>
            <a:r>
              <a:rPr lang="en-US" dirty="0">
                <a:highlight>
                  <a:srgbClr val="C0C0C0"/>
                </a:highlight>
              </a:rPr>
              <a:t>10m</a:t>
            </a:r>
            <a:r>
              <a:rPr lang="el-GR" sz="1800" dirty="0">
                <a:highlight>
                  <a:srgbClr val="C0C0C0"/>
                </a:highlight>
              </a:rPr>
              <a:t>Ω</a:t>
            </a:r>
            <a:endParaRPr lang="en-IN" dirty="0">
              <a:highlight>
                <a:srgbClr val="C0C0C0"/>
              </a:highlight>
            </a:endParaRPr>
          </a:p>
        </p:txBody>
      </p:sp>
      <p:sp>
        <p:nvSpPr>
          <p:cNvPr id="8" name="TextBox 7">
            <a:extLst>
              <a:ext uri="{FF2B5EF4-FFF2-40B4-BE49-F238E27FC236}">
                <a16:creationId xmlns:a16="http://schemas.microsoft.com/office/drawing/2014/main" id="{341A1FD8-5733-9938-813F-CE7252EA2DBC}"/>
              </a:ext>
            </a:extLst>
          </p:cNvPr>
          <p:cNvSpPr txBox="1"/>
          <p:nvPr/>
        </p:nvSpPr>
        <p:spPr>
          <a:xfrm rot="20010621">
            <a:off x="9651149" y="2646145"/>
            <a:ext cx="1228398" cy="369332"/>
          </a:xfrm>
          <a:prstGeom prst="rect">
            <a:avLst/>
          </a:prstGeom>
          <a:noFill/>
        </p:spPr>
        <p:txBody>
          <a:bodyPr wrap="square" rtlCol="0">
            <a:spAutoFit/>
          </a:bodyPr>
          <a:lstStyle/>
          <a:p>
            <a:r>
              <a:rPr lang="en-US" dirty="0">
                <a:highlight>
                  <a:srgbClr val="C0C0C0"/>
                </a:highlight>
              </a:rPr>
              <a:t>Via layer 4</a:t>
            </a:r>
            <a:endParaRPr lang="en-IN" dirty="0">
              <a:highlight>
                <a:srgbClr val="C0C0C0"/>
              </a:highlight>
            </a:endParaRPr>
          </a:p>
        </p:txBody>
      </p:sp>
      <p:sp>
        <p:nvSpPr>
          <p:cNvPr id="9" name="TextBox 8">
            <a:extLst>
              <a:ext uri="{FF2B5EF4-FFF2-40B4-BE49-F238E27FC236}">
                <a16:creationId xmlns:a16="http://schemas.microsoft.com/office/drawing/2014/main" id="{565D4B40-5C51-5C75-D168-50878BEDCE55}"/>
              </a:ext>
            </a:extLst>
          </p:cNvPr>
          <p:cNvSpPr txBox="1"/>
          <p:nvPr/>
        </p:nvSpPr>
        <p:spPr>
          <a:xfrm rot="20010621">
            <a:off x="10385900" y="3161390"/>
            <a:ext cx="1228398" cy="369332"/>
          </a:xfrm>
          <a:prstGeom prst="rect">
            <a:avLst/>
          </a:prstGeom>
          <a:noFill/>
        </p:spPr>
        <p:txBody>
          <a:bodyPr wrap="square" rtlCol="0">
            <a:spAutoFit/>
          </a:bodyPr>
          <a:lstStyle/>
          <a:p>
            <a:r>
              <a:rPr lang="en-US" dirty="0">
                <a:highlight>
                  <a:srgbClr val="C0C0C0"/>
                </a:highlight>
              </a:rPr>
              <a:t>Via layer 2</a:t>
            </a:r>
            <a:endParaRPr lang="en-IN" dirty="0">
              <a:highlight>
                <a:srgbClr val="C0C0C0"/>
              </a:highlight>
            </a:endParaRPr>
          </a:p>
        </p:txBody>
      </p:sp>
      <p:sp>
        <p:nvSpPr>
          <p:cNvPr id="10" name="TextBox 9">
            <a:extLst>
              <a:ext uri="{FF2B5EF4-FFF2-40B4-BE49-F238E27FC236}">
                <a16:creationId xmlns:a16="http://schemas.microsoft.com/office/drawing/2014/main" id="{E7EC5DD8-2808-C877-4424-D9BF37F4E7FF}"/>
              </a:ext>
            </a:extLst>
          </p:cNvPr>
          <p:cNvSpPr txBox="1"/>
          <p:nvPr/>
        </p:nvSpPr>
        <p:spPr>
          <a:xfrm>
            <a:off x="10582673" y="3717282"/>
            <a:ext cx="1049511" cy="369332"/>
          </a:xfrm>
          <a:prstGeom prst="rect">
            <a:avLst/>
          </a:prstGeom>
          <a:noFill/>
        </p:spPr>
        <p:txBody>
          <a:bodyPr wrap="square" rtlCol="0">
            <a:spAutoFit/>
          </a:bodyPr>
          <a:lstStyle/>
          <a:p>
            <a:r>
              <a:rPr lang="en-US" dirty="0">
                <a:highlight>
                  <a:srgbClr val="C0C0C0"/>
                </a:highlight>
              </a:rPr>
              <a:t>VNA NF</a:t>
            </a:r>
            <a:endParaRPr lang="en-IN" dirty="0">
              <a:highlight>
                <a:srgbClr val="C0C0C0"/>
              </a:highlight>
            </a:endParaRPr>
          </a:p>
        </p:txBody>
      </p:sp>
      <p:sp>
        <p:nvSpPr>
          <p:cNvPr id="11" name="TextBox 10">
            <a:extLst>
              <a:ext uri="{FF2B5EF4-FFF2-40B4-BE49-F238E27FC236}">
                <a16:creationId xmlns:a16="http://schemas.microsoft.com/office/drawing/2014/main" id="{30D55F47-0B94-F458-07D6-769BBD5B36B6}"/>
              </a:ext>
            </a:extLst>
          </p:cNvPr>
          <p:cNvSpPr txBox="1"/>
          <p:nvPr/>
        </p:nvSpPr>
        <p:spPr>
          <a:xfrm>
            <a:off x="10250096" y="4330698"/>
            <a:ext cx="1745913" cy="369332"/>
          </a:xfrm>
          <a:prstGeom prst="rect">
            <a:avLst/>
          </a:prstGeom>
          <a:noFill/>
        </p:spPr>
        <p:txBody>
          <a:bodyPr wrap="square" rtlCol="0">
            <a:spAutoFit/>
          </a:bodyPr>
          <a:lstStyle/>
          <a:p>
            <a:r>
              <a:rPr lang="en-US" dirty="0">
                <a:highlight>
                  <a:srgbClr val="C0C0C0"/>
                </a:highlight>
              </a:rPr>
              <a:t>Turbo VNA NF</a:t>
            </a:r>
            <a:endParaRPr lang="en-IN" dirty="0">
              <a:highlight>
                <a:srgbClr val="C0C0C0"/>
              </a:highlight>
            </a:endParaRPr>
          </a:p>
        </p:txBody>
      </p:sp>
      <p:sp>
        <p:nvSpPr>
          <p:cNvPr id="13" name="TextBox 12">
            <a:extLst>
              <a:ext uri="{FF2B5EF4-FFF2-40B4-BE49-F238E27FC236}">
                <a16:creationId xmlns:a16="http://schemas.microsoft.com/office/drawing/2014/main" id="{449D7A01-8E8E-0EF7-F281-7DB3AD4C90D9}"/>
              </a:ext>
            </a:extLst>
          </p:cNvPr>
          <p:cNvSpPr txBox="1"/>
          <p:nvPr/>
        </p:nvSpPr>
        <p:spPr>
          <a:xfrm>
            <a:off x="0" y="1305341"/>
            <a:ext cx="5176331" cy="3970318"/>
          </a:xfrm>
          <a:prstGeom prst="rect">
            <a:avLst/>
          </a:prstGeom>
          <a:noFill/>
        </p:spPr>
        <p:txBody>
          <a:bodyPr wrap="square">
            <a:spAutoFit/>
          </a:bodyPr>
          <a:lstStyle/>
          <a:p>
            <a:pPr marL="285750" indent="-285750" algn="just">
              <a:buFont typeface="Wingdings" panose="05000000000000000000" pitchFamily="2" charset="2"/>
              <a:buChar char="Ø"/>
            </a:pPr>
            <a:r>
              <a:rPr lang="en-US" sz="1800" dirty="0">
                <a:latin typeface="+mn-lt"/>
              </a:rPr>
              <a:t>Measured ultra-low impedance using an affordable VNA and RF amplifier.</a:t>
            </a:r>
            <a:endParaRPr lang="en-US" dirty="0"/>
          </a:p>
          <a:p>
            <a:pPr marL="742950" lvl="1" indent="-285750" algn="just">
              <a:buFont typeface="Arial" panose="020B0604020202020204" pitchFamily="34" charset="0"/>
              <a:buChar char="•"/>
            </a:pPr>
            <a:r>
              <a:rPr lang="en-US" dirty="0">
                <a:latin typeface="+mn-lt"/>
              </a:rPr>
              <a:t>10m ohm, Via </a:t>
            </a:r>
            <a:r>
              <a:rPr lang="en-US" dirty="0" err="1">
                <a:latin typeface="+mn-lt"/>
              </a:rPr>
              <a:t>etc</a:t>
            </a:r>
            <a:endParaRPr lang="en-US" dirty="0">
              <a:latin typeface="+mn-lt"/>
            </a:endParaRPr>
          </a:p>
          <a:p>
            <a:pPr algn="just"/>
            <a:endParaRPr lang="en-US" sz="1800" dirty="0">
              <a:latin typeface="+mn-lt"/>
            </a:endParaRPr>
          </a:p>
          <a:p>
            <a:pPr marL="285750" indent="-285750" algn="just">
              <a:buFont typeface="Wingdings" panose="05000000000000000000" pitchFamily="2" charset="2"/>
              <a:buChar char="Ø"/>
            </a:pPr>
            <a:r>
              <a:rPr lang="en-US" sz="1800" dirty="0">
                <a:latin typeface="+mn-lt"/>
              </a:rPr>
              <a:t>Came up with an approach to characterize the RF amplifier for low impedance measurements.</a:t>
            </a:r>
            <a:endParaRPr lang="en-US" dirty="0"/>
          </a:p>
          <a:p>
            <a:pPr marL="742950" lvl="1" indent="-285750" algn="just">
              <a:buFont typeface="Arial" panose="020B0604020202020204" pitchFamily="34" charset="0"/>
              <a:buChar char="•"/>
            </a:pPr>
            <a:r>
              <a:rPr lang="en-US" dirty="0">
                <a:latin typeface="+mn-lt"/>
              </a:rPr>
              <a:t>I/P, O/P </a:t>
            </a:r>
            <a:r>
              <a:rPr lang="en-US" dirty="0"/>
              <a:t>Z, Wide band gain,</a:t>
            </a:r>
            <a:endParaRPr lang="en-US" dirty="0">
              <a:latin typeface="+mn-lt"/>
            </a:endParaRP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Reduced the limitations, resulting in a wide band amplifier and very less </a:t>
            </a:r>
            <a:r>
              <a:rPr lang="en-US"/>
              <a:t>common current</a:t>
            </a:r>
            <a:endParaRPr lang="en-US" sz="1800" dirty="0">
              <a:latin typeface="+mn-lt"/>
            </a:endParaRPr>
          </a:p>
          <a:p>
            <a:pPr algn="just"/>
            <a:endParaRPr lang="en-US" sz="1800" dirty="0">
              <a:latin typeface="+mn-lt"/>
            </a:endParaRPr>
          </a:p>
          <a:p>
            <a:pPr marL="285750" indent="-285750" algn="just">
              <a:buFont typeface="Wingdings" panose="05000000000000000000" pitchFamily="2" charset="2"/>
              <a:buChar char="Ø"/>
            </a:pPr>
            <a:r>
              <a:rPr lang="en-US" sz="1800" dirty="0">
                <a:latin typeface="+mn-lt"/>
              </a:rPr>
              <a:t>Despite the gain at lower frequencies, we can still approximate the structure's resistance better than a first-order approximation</a:t>
            </a:r>
          </a:p>
        </p:txBody>
      </p:sp>
      <p:sp>
        <p:nvSpPr>
          <p:cNvPr id="3" name="TextBox 2">
            <a:extLst>
              <a:ext uri="{FF2B5EF4-FFF2-40B4-BE49-F238E27FC236}">
                <a16:creationId xmlns:a16="http://schemas.microsoft.com/office/drawing/2014/main" id="{8C1AA2E7-0D2F-577F-8C2C-39015A62773B}"/>
              </a:ext>
            </a:extLst>
          </p:cNvPr>
          <p:cNvSpPr txBox="1"/>
          <p:nvPr/>
        </p:nvSpPr>
        <p:spPr>
          <a:xfrm>
            <a:off x="6465183" y="3545857"/>
            <a:ext cx="2653611" cy="369332"/>
          </a:xfrm>
          <a:prstGeom prst="rect">
            <a:avLst/>
          </a:prstGeom>
          <a:noFill/>
        </p:spPr>
        <p:txBody>
          <a:bodyPr wrap="square" rtlCol="0">
            <a:spAutoFit/>
          </a:bodyPr>
          <a:lstStyle/>
          <a:p>
            <a:r>
              <a:rPr lang="en-US" dirty="0">
                <a:highlight>
                  <a:srgbClr val="C0C0C0"/>
                </a:highlight>
              </a:rPr>
              <a:t>Common current artifact</a:t>
            </a:r>
            <a:endParaRPr lang="en-IN" dirty="0">
              <a:highlight>
                <a:srgbClr val="C0C0C0"/>
              </a:highlight>
            </a:endParaRPr>
          </a:p>
        </p:txBody>
      </p:sp>
    </p:spTree>
    <p:extLst>
      <p:ext uri="{BB962C8B-B14F-4D97-AF65-F5344CB8AC3E}">
        <p14:creationId xmlns:p14="http://schemas.microsoft.com/office/powerpoint/2010/main" val="36148076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2334A-D60A-3119-2E25-0DF96BC6DF5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58869F8-853C-28C4-A422-59406CD21E8F}"/>
              </a:ext>
            </a:extLst>
          </p:cNvPr>
          <p:cNvSpPr>
            <a:spLocks noGrp="1"/>
          </p:cNvSpPr>
          <p:nvPr>
            <p:ph type="sldNum" sz="quarter" idx="12"/>
          </p:nvPr>
        </p:nvSpPr>
        <p:spPr/>
        <p:txBody>
          <a:bodyPr/>
          <a:lstStyle/>
          <a:p>
            <a:fld id="{E31375A4-56A4-47D6-9801-1991572033F7}" type="slidenum">
              <a:rPr lang="en-US" smtClean="0"/>
              <a:t>57</a:t>
            </a:fld>
            <a:endParaRPr lang="en-US"/>
          </a:p>
        </p:txBody>
      </p:sp>
      <p:sp>
        <p:nvSpPr>
          <p:cNvPr id="6" name="Content Placeholder 5">
            <a:extLst>
              <a:ext uri="{FF2B5EF4-FFF2-40B4-BE49-F238E27FC236}">
                <a16:creationId xmlns:a16="http://schemas.microsoft.com/office/drawing/2014/main" id="{C101AC99-2D6F-F591-4125-442993E05F51}"/>
              </a:ext>
            </a:extLst>
          </p:cNvPr>
          <p:cNvSpPr>
            <a:spLocks noGrp="1"/>
          </p:cNvSpPr>
          <p:nvPr>
            <p:ph idx="1"/>
          </p:nvPr>
        </p:nvSpPr>
        <p:spPr>
          <a:xfrm>
            <a:off x="838200" y="2671199"/>
            <a:ext cx="10515600" cy="1267201"/>
          </a:xfrm>
        </p:spPr>
        <p:txBody>
          <a:bodyPr>
            <a:normAutofit/>
          </a:bodyPr>
          <a:lstStyle/>
          <a:p>
            <a:pPr marL="0" indent="0" algn="ctr">
              <a:buNone/>
            </a:pPr>
            <a:r>
              <a:rPr lang="en-US" sz="4000" dirty="0"/>
              <a:t>Questions?</a:t>
            </a:r>
          </a:p>
        </p:txBody>
      </p:sp>
    </p:spTree>
    <p:extLst>
      <p:ext uri="{BB962C8B-B14F-4D97-AF65-F5344CB8AC3E}">
        <p14:creationId xmlns:p14="http://schemas.microsoft.com/office/powerpoint/2010/main" val="18748006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BA1C-6D70-045A-1C1B-3EE8F7F59A64}"/>
              </a:ext>
            </a:extLst>
          </p:cNvPr>
          <p:cNvSpPr>
            <a:spLocks noGrp="1"/>
          </p:cNvSpPr>
          <p:nvPr>
            <p:ph type="title"/>
          </p:nvPr>
        </p:nvSpPr>
        <p:spPr/>
        <p:txBody>
          <a:bodyPr/>
          <a:lstStyle/>
          <a:p>
            <a:r>
              <a:rPr lang="en-US" dirty="0"/>
              <a:t>Dummy</a:t>
            </a:r>
            <a:endParaRPr lang="en-IN" dirty="0"/>
          </a:p>
        </p:txBody>
      </p:sp>
      <p:sp>
        <p:nvSpPr>
          <p:cNvPr id="3" name="Content Placeholder 2">
            <a:extLst>
              <a:ext uri="{FF2B5EF4-FFF2-40B4-BE49-F238E27FC236}">
                <a16:creationId xmlns:a16="http://schemas.microsoft.com/office/drawing/2014/main" id="{914F3436-377B-7D5F-B6D2-65EEE5702E2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77227C8D-7DA4-7462-0ECE-51FAAECEDB94}"/>
              </a:ext>
            </a:extLst>
          </p:cNvPr>
          <p:cNvSpPr>
            <a:spLocks noGrp="1"/>
          </p:cNvSpPr>
          <p:nvPr>
            <p:ph type="sldNum" sz="quarter" idx="12"/>
          </p:nvPr>
        </p:nvSpPr>
        <p:spPr/>
        <p:txBody>
          <a:bodyPr/>
          <a:lstStyle/>
          <a:p>
            <a:fld id="{028CE896-619B-44F9-BE7F-139D1400166E}" type="slidenum">
              <a:rPr lang="en-US" smtClean="0"/>
              <a:t>58</a:t>
            </a:fld>
            <a:endParaRPr lang="en-US"/>
          </a:p>
        </p:txBody>
      </p:sp>
    </p:spTree>
    <p:extLst>
      <p:ext uri="{BB962C8B-B14F-4D97-AF65-F5344CB8AC3E}">
        <p14:creationId xmlns:p14="http://schemas.microsoft.com/office/powerpoint/2010/main" val="14452130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EB3D7-EFFC-2598-3A39-DD35ED47D1F9}"/>
              </a:ext>
            </a:extLst>
          </p:cNvPr>
          <p:cNvSpPr>
            <a:spLocks noGrp="1"/>
          </p:cNvSpPr>
          <p:nvPr>
            <p:ph type="title"/>
          </p:nvPr>
        </p:nvSpPr>
        <p:spPr/>
        <p:txBody>
          <a:bodyPr/>
          <a:lstStyle/>
          <a:p>
            <a:r>
              <a:rPr lang="en-IN" dirty="0"/>
              <a:t>Back up</a:t>
            </a:r>
          </a:p>
        </p:txBody>
      </p:sp>
      <p:sp>
        <p:nvSpPr>
          <p:cNvPr id="4" name="Slide Number Placeholder 3">
            <a:extLst>
              <a:ext uri="{FF2B5EF4-FFF2-40B4-BE49-F238E27FC236}">
                <a16:creationId xmlns:a16="http://schemas.microsoft.com/office/drawing/2014/main" id="{BC037FB8-DAAC-65B7-31BA-4E6010AF3A45}"/>
              </a:ext>
            </a:extLst>
          </p:cNvPr>
          <p:cNvSpPr>
            <a:spLocks noGrp="1"/>
          </p:cNvSpPr>
          <p:nvPr>
            <p:ph type="sldNum" sz="quarter" idx="12"/>
          </p:nvPr>
        </p:nvSpPr>
        <p:spPr/>
        <p:txBody>
          <a:bodyPr/>
          <a:lstStyle/>
          <a:p>
            <a:fld id="{028CE896-619B-44F9-BE7F-139D1400166E}" type="slidenum">
              <a:rPr lang="en-US" smtClean="0"/>
              <a:t>59</a:t>
            </a:fld>
            <a:endParaRPr lang="en-US"/>
          </a:p>
        </p:txBody>
      </p:sp>
      <p:pic>
        <p:nvPicPr>
          <p:cNvPr id="8" name="Picture 7">
            <a:extLst>
              <a:ext uri="{FF2B5EF4-FFF2-40B4-BE49-F238E27FC236}">
                <a16:creationId xmlns:a16="http://schemas.microsoft.com/office/drawing/2014/main" id="{35D2532D-E275-4DF1-5BAC-78538D88E3E4}"/>
              </a:ext>
            </a:extLst>
          </p:cNvPr>
          <p:cNvPicPr>
            <a:picLocks noChangeAspect="1"/>
          </p:cNvPicPr>
          <p:nvPr/>
        </p:nvPicPr>
        <p:blipFill>
          <a:blip r:embed="rId2"/>
          <a:stretch>
            <a:fillRect/>
          </a:stretch>
        </p:blipFill>
        <p:spPr>
          <a:xfrm>
            <a:off x="1819152" y="781122"/>
            <a:ext cx="8864281" cy="5295756"/>
          </a:xfrm>
          <a:prstGeom prst="rect">
            <a:avLst/>
          </a:prstGeom>
        </p:spPr>
      </p:pic>
    </p:spTree>
    <p:extLst>
      <p:ext uri="{BB962C8B-B14F-4D97-AF65-F5344CB8AC3E}">
        <p14:creationId xmlns:p14="http://schemas.microsoft.com/office/powerpoint/2010/main" val="12784949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18920-C57B-5625-636E-AFA5487F79B1}"/>
              </a:ext>
            </a:extLst>
          </p:cNvPr>
          <p:cNvSpPr>
            <a:spLocks noGrp="1"/>
          </p:cNvSpPr>
          <p:nvPr>
            <p:ph type="title"/>
          </p:nvPr>
        </p:nvSpPr>
        <p:spPr/>
        <p:txBody>
          <a:bodyPr/>
          <a:lstStyle/>
          <a:p>
            <a:r>
              <a:rPr lang="en-US" dirty="0"/>
              <a:t>Simulated Pre and Post amp</a:t>
            </a:r>
            <a:endParaRPr lang="en-IN" dirty="0"/>
          </a:p>
        </p:txBody>
      </p:sp>
      <p:sp>
        <p:nvSpPr>
          <p:cNvPr id="4" name="Slide Number Placeholder 3">
            <a:extLst>
              <a:ext uri="{FF2B5EF4-FFF2-40B4-BE49-F238E27FC236}">
                <a16:creationId xmlns:a16="http://schemas.microsoft.com/office/drawing/2014/main" id="{4B5E7EE1-D0FE-A75F-879E-84EFAC1C003E}"/>
              </a:ext>
            </a:extLst>
          </p:cNvPr>
          <p:cNvSpPr>
            <a:spLocks noGrp="1"/>
          </p:cNvSpPr>
          <p:nvPr>
            <p:ph type="sldNum" sz="quarter" idx="12"/>
          </p:nvPr>
        </p:nvSpPr>
        <p:spPr/>
        <p:txBody>
          <a:bodyPr/>
          <a:lstStyle/>
          <a:p>
            <a:fld id="{028CE896-619B-44F9-BE7F-139D1400166E}" type="slidenum">
              <a:rPr lang="en-US" smtClean="0"/>
              <a:t>60</a:t>
            </a:fld>
            <a:endParaRPr lang="en-US"/>
          </a:p>
        </p:txBody>
      </p:sp>
      <p:pic>
        <p:nvPicPr>
          <p:cNvPr id="6" name="Picture 5">
            <a:extLst>
              <a:ext uri="{FF2B5EF4-FFF2-40B4-BE49-F238E27FC236}">
                <a16:creationId xmlns:a16="http://schemas.microsoft.com/office/drawing/2014/main" id="{BEA2DB45-26AE-FDAD-7FBB-54E83F3BCAEA}"/>
              </a:ext>
            </a:extLst>
          </p:cNvPr>
          <p:cNvPicPr>
            <a:picLocks noChangeAspect="1"/>
          </p:cNvPicPr>
          <p:nvPr/>
        </p:nvPicPr>
        <p:blipFill>
          <a:blip r:embed="rId2"/>
          <a:stretch>
            <a:fillRect/>
          </a:stretch>
        </p:blipFill>
        <p:spPr>
          <a:xfrm>
            <a:off x="98573" y="1103109"/>
            <a:ext cx="6580174" cy="3809134"/>
          </a:xfrm>
          <a:prstGeom prst="rect">
            <a:avLst/>
          </a:prstGeom>
        </p:spPr>
      </p:pic>
      <p:pic>
        <p:nvPicPr>
          <p:cNvPr id="8" name="Picture 7">
            <a:extLst>
              <a:ext uri="{FF2B5EF4-FFF2-40B4-BE49-F238E27FC236}">
                <a16:creationId xmlns:a16="http://schemas.microsoft.com/office/drawing/2014/main" id="{24123A94-91B4-59F1-CE6C-7E534287E716}"/>
              </a:ext>
            </a:extLst>
          </p:cNvPr>
          <p:cNvPicPr>
            <a:picLocks noChangeAspect="1"/>
          </p:cNvPicPr>
          <p:nvPr/>
        </p:nvPicPr>
        <p:blipFill>
          <a:blip r:embed="rId3"/>
          <a:stretch>
            <a:fillRect/>
          </a:stretch>
        </p:blipFill>
        <p:spPr>
          <a:xfrm>
            <a:off x="6902030" y="1370796"/>
            <a:ext cx="5074327" cy="3273760"/>
          </a:xfrm>
          <a:prstGeom prst="rect">
            <a:avLst/>
          </a:prstGeom>
        </p:spPr>
      </p:pic>
    </p:spTree>
    <p:extLst>
      <p:ext uri="{BB962C8B-B14F-4D97-AF65-F5344CB8AC3E}">
        <p14:creationId xmlns:p14="http://schemas.microsoft.com/office/powerpoint/2010/main" val="17693100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4AC8C-2EF5-480D-3068-3CFBF8F48752}"/>
              </a:ext>
            </a:extLst>
          </p:cNvPr>
          <p:cNvSpPr>
            <a:spLocks noGrp="1"/>
          </p:cNvSpPr>
          <p:nvPr>
            <p:ph type="title"/>
          </p:nvPr>
        </p:nvSpPr>
        <p:spPr/>
        <p:txBody>
          <a:bodyPr/>
          <a:lstStyle/>
          <a:p>
            <a:r>
              <a:rPr lang="en-US" dirty="0"/>
              <a:t>Input and Output Z  of RF amp</a:t>
            </a:r>
            <a:endParaRPr lang="en-IN" dirty="0"/>
          </a:p>
        </p:txBody>
      </p:sp>
      <p:sp>
        <p:nvSpPr>
          <p:cNvPr id="4" name="Slide Number Placeholder 3">
            <a:extLst>
              <a:ext uri="{FF2B5EF4-FFF2-40B4-BE49-F238E27FC236}">
                <a16:creationId xmlns:a16="http://schemas.microsoft.com/office/drawing/2014/main" id="{0EC89D52-F49A-85CD-EE14-DECC5ABA8329}"/>
              </a:ext>
            </a:extLst>
          </p:cNvPr>
          <p:cNvSpPr>
            <a:spLocks noGrp="1"/>
          </p:cNvSpPr>
          <p:nvPr>
            <p:ph type="sldNum" sz="quarter" idx="12"/>
          </p:nvPr>
        </p:nvSpPr>
        <p:spPr/>
        <p:txBody>
          <a:bodyPr/>
          <a:lstStyle/>
          <a:p>
            <a:fld id="{028CE896-619B-44F9-BE7F-139D1400166E}" type="slidenum">
              <a:rPr lang="en-US" smtClean="0"/>
              <a:t>61</a:t>
            </a:fld>
            <a:endParaRPr lang="en-US"/>
          </a:p>
        </p:txBody>
      </p:sp>
      <p:pic>
        <p:nvPicPr>
          <p:cNvPr id="5" name="Picture 4">
            <a:extLst>
              <a:ext uri="{FF2B5EF4-FFF2-40B4-BE49-F238E27FC236}">
                <a16:creationId xmlns:a16="http://schemas.microsoft.com/office/drawing/2014/main" id="{D2DB05CB-FB12-D1A3-0AF4-F1E0BB5F9F05}"/>
              </a:ext>
            </a:extLst>
          </p:cNvPr>
          <p:cNvPicPr>
            <a:picLocks noChangeAspect="1"/>
          </p:cNvPicPr>
          <p:nvPr/>
        </p:nvPicPr>
        <p:blipFill>
          <a:blip r:embed="rId2"/>
          <a:stretch>
            <a:fillRect/>
          </a:stretch>
        </p:blipFill>
        <p:spPr>
          <a:xfrm>
            <a:off x="3173447" y="857153"/>
            <a:ext cx="5845106" cy="5143693"/>
          </a:xfrm>
          <a:prstGeom prst="rect">
            <a:avLst/>
          </a:prstGeom>
        </p:spPr>
      </p:pic>
    </p:spTree>
    <p:extLst>
      <p:ext uri="{BB962C8B-B14F-4D97-AF65-F5344CB8AC3E}">
        <p14:creationId xmlns:p14="http://schemas.microsoft.com/office/powerpoint/2010/main" val="20280181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58484-68DC-781A-9FCF-9B728FAD2CC8}"/>
              </a:ext>
            </a:extLst>
          </p:cNvPr>
          <p:cNvSpPr>
            <a:spLocks noGrp="1"/>
          </p:cNvSpPr>
          <p:nvPr>
            <p:ph type="title"/>
          </p:nvPr>
        </p:nvSpPr>
        <p:spPr/>
        <p:txBody>
          <a:bodyPr/>
          <a:lstStyle/>
          <a:p>
            <a:r>
              <a:rPr lang="en-US" dirty="0"/>
              <a:t>Week 6 update</a:t>
            </a:r>
            <a:endParaRPr lang="en-IN" dirty="0"/>
          </a:p>
        </p:txBody>
      </p:sp>
      <p:sp>
        <p:nvSpPr>
          <p:cNvPr id="3" name="Content Placeholder 2">
            <a:extLst>
              <a:ext uri="{FF2B5EF4-FFF2-40B4-BE49-F238E27FC236}">
                <a16:creationId xmlns:a16="http://schemas.microsoft.com/office/drawing/2014/main" id="{8E808466-1AF6-1257-1AA4-2247848A8BA3}"/>
              </a:ext>
            </a:extLst>
          </p:cNvPr>
          <p:cNvSpPr>
            <a:spLocks noGrp="1"/>
          </p:cNvSpPr>
          <p:nvPr>
            <p:ph idx="1"/>
          </p:nvPr>
        </p:nvSpPr>
        <p:spPr>
          <a:xfrm>
            <a:off x="838200" y="903766"/>
            <a:ext cx="10515600" cy="5000233"/>
          </a:xfrm>
        </p:spPr>
        <p:txBody>
          <a:bodyPr>
            <a:normAutofit lnSpcReduction="10000"/>
          </a:bodyPr>
          <a:lstStyle/>
          <a:p>
            <a:pPr lvl="1"/>
            <a:r>
              <a:rPr lang="en-IN" dirty="0"/>
              <a:t>Analysing the new set of measurements in terms of scaling the RF amp output be removing the influence of 30dB attenuators used to measure Gain using ADS(5hrs)</a:t>
            </a:r>
          </a:p>
          <a:p>
            <a:pPr lvl="1"/>
            <a:r>
              <a:rPr lang="en-IN" dirty="0"/>
              <a:t>Compared Pre and Post amplification methods on 10mOhm resistor(4hrs)</a:t>
            </a:r>
          </a:p>
          <a:p>
            <a:pPr lvl="1"/>
            <a:r>
              <a:rPr lang="en-IN" dirty="0"/>
              <a:t>Characterized all other low cost RF amps exist in the lab(2hrs)</a:t>
            </a:r>
          </a:p>
          <a:p>
            <a:pPr marL="0" indent="0">
              <a:buNone/>
            </a:pPr>
            <a:r>
              <a:rPr lang="en-IN" u="sng" dirty="0"/>
              <a:t>Week 7:</a:t>
            </a:r>
          </a:p>
          <a:p>
            <a:pPr>
              <a:buFont typeface="Wingdings" panose="05000000000000000000" pitchFamily="2" charset="2"/>
              <a:buChar char="Ø"/>
            </a:pPr>
            <a:r>
              <a:rPr lang="en-IN" dirty="0"/>
              <a:t> Take new measurements with respect to Via(2layer and 4 layer) (2hrs)</a:t>
            </a:r>
          </a:p>
          <a:p>
            <a:pPr>
              <a:buFont typeface="Wingdings" panose="05000000000000000000" pitchFamily="2" charset="2"/>
              <a:buChar char="Ø"/>
            </a:pPr>
            <a:r>
              <a:rPr lang="en-IN" dirty="0"/>
              <a:t>Characterizing the Via impedance </a:t>
            </a:r>
            <a:r>
              <a:rPr lang="en-IN" dirty="0" err="1"/>
              <a:t>wrt</a:t>
            </a:r>
            <a:r>
              <a:rPr lang="en-IN" dirty="0"/>
              <a:t> to pre and post amplification method(8hrs)</a:t>
            </a:r>
          </a:p>
          <a:p>
            <a:pPr>
              <a:buFont typeface="Wingdings" panose="05000000000000000000" pitchFamily="2" charset="2"/>
              <a:buChar char="Ø"/>
            </a:pPr>
            <a:endParaRPr lang="en-IN" dirty="0"/>
          </a:p>
          <a:p>
            <a:pPr lvl="1"/>
            <a:endParaRPr lang="en-IN" dirty="0"/>
          </a:p>
        </p:txBody>
      </p:sp>
      <p:sp>
        <p:nvSpPr>
          <p:cNvPr id="4" name="Slide Number Placeholder 3">
            <a:extLst>
              <a:ext uri="{FF2B5EF4-FFF2-40B4-BE49-F238E27FC236}">
                <a16:creationId xmlns:a16="http://schemas.microsoft.com/office/drawing/2014/main" id="{84DEE407-57E2-F476-DEA6-BBEAC0C9DDCD}"/>
              </a:ext>
            </a:extLst>
          </p:cNvPr>
          <p:cNvSpPr>
            <a:spLocks noGrp="1"/>
          </p:cNvSpPr>
          <p:nvPr>
            <p:ph type="sldNum" sz="quarter" idx="12"/>
          </p:nvPr>
        </p:nvSpPr>
        <p:spPr/>
        <p:txBody>
          <a:bodyPr/>
          <a:lstStyle/>
          <a:p>
            <a:fld id="{028CE896-619B-44F9-BE7F-139D1400166E}" type="slidenum">
              <a:rPr lang="en-US" smtClean="0"/>
              <a:t>62</a:t>
            </a:fld>
            <a:endParaRPr lang="en-US"/>
          </a:p>
        </p:txBody>
      </p:sp>
    </p:spTree>
    <p:extLst>
      <p:ext uri="{BB962C8B-B14F-4D97-AF65-F5344CB8AC3E}">
        <p14:creationId xmlns:p14="http://schemas.microsoft.com/office/powerpoint/2010/main" val="27723519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63685-6C48-1E79-6771-1B5E78EE6785}"/>
              </a:ext>
            </a:extLst>
          </p:cNvPr>
          <p:cNvSpPr>
            <a:spLocks noGrp="1"/>
          </p:cNvSpPr>
          <p:nvPr>
            <p:ph type="title"/>
          </p:nvPr>
        </p:nvSpPr>
        <p:spPr/>
        <p:txBody>
          <a:bodyPr>
            <a:normAutofit/>
          </a:bodyPr>
          <a:lstStyle/>
          <a:p>
            <a:r>
              <a:rPr lang="en-US" dirty="0"/>
              <a:t>Week 7 update</a:t>
            </a:r>
            <a:endParaRPr lang="en-IN" dirty="0"/>
          </a:p>
        </p:txBody>
      </p:sp>
      <p:sp>
        <p:nvSpPr>
          <p:cNvPr id="3" name="Content Placeholder 2">
            <a:extLst>
              <a:ext uri="{FF2B5EF4-FFF2-40B4-BE49-F238E27FC236}">
                <a16:creationId xmlns:a16="http://schemas.microsoft.com/office/drawing/2014/main" id="{ECEC4032-B10C-539F-BD4F-181B49F26057}"/>
              </a:ext>
            </a:extLst>
          </p:cNvPr>
          <p:cNvSpPr>
            <a:spLocks noGrp="1"/>
          </p:cNvSpPr>
          <p:nvPr>
            <p:ph idx="1"/>
          </p:nvPr>
        </p:nvSpPr>
        <p:spPr/>
        <p:txBody>
          <a:bodyPr/>
          <a:lstStyle/>
          <a:p>
            <a:pPr lvl="1"/>
            <a:r>
              <a:rPr lang="en-IN" dirty="0"/>
              <a:t>Took new measurements with respect to Via(2layer and 4 layer) (1hrs) </a:t>
            </a:r>
          </a:p>
          <a:p>
            <a:pPr lvl="1"/>
            <a:r>
              <a:rPr lang="en-IN" dirty="0"/>
              <a:t>Characterizing the Via impedance </a:t>
            </a:r>
            <a:r>
              <a:rPr lang="en-IN" dirty="0" err="1"/>
              <a:t>wrt</a:t>
            </a:r>
            <a:r>
              <a:rPr lang="en-IN" dirty="0"/>
              <a:t> to pre and post amplification method(8hrs)</a:t>
            </a:r>
          </a:p>
          <a:p>
            <a:pPr marL="0" indent="0">
              <a:buNone/>
            </a:pPr>
            <a:r>
              <a:rPr lang="en-IN" u="sng" dirty="0"/>
              <a:t>Week 8:</a:t>
            </a:r>
          </a:p>
          <a:p>
            <a:pPr>
              <a:buFont typeface="Wingdings" panose="05000000000000000000" pitchFamily="2" charset="2"/>
              <a:buChar char="Ø"/>
            </a:pPr>
            <a:r>
              <a:rPr lang="en-IN" dirty="0"/>
              <a:t> Make sense of the uncertainties in pre and post at lower frequencies(6-8 hrs)</a:t>
            </a:r>
          </a:p>
          <a:p>
            <a:pPr>
              <a:buFont typeface="Wingdings" panose="05000000000000000000" pitchFamily="2" charset="2"/>
              <a:buChar char="Ø"/>
            </a:pPr>
            <a:r>
              <a:rPr lang="en-IN" dirty="0"/>
              <a:t>Starting to measure the and verify the passive sniffing boards(2hrs)</a:t>
            </a:r>
          </a:p>
          <a:p>
            <a:endParaRPr lang="en-IN" dirty="0"/>
          </a:p>
        </p:txBody>
      </p:sp>
      <p:sp>
        <p:nvSpPr>
          <p:cNvPr id="4" name="Slide Number Placeholder 3">
            <a:extLst>
              <a:ext uri="{FF2B5EF4-FFF2-40B4-BE49-F238E27FC236}">
                <a16:creationId xmlns:a16="http://schemas.microsoft.com/office/drawing/2014/main" id="{F40F81E7-6841-8FA1-DA98-D9C2C7F997DF}"/>
              </a:ext>
            </a:extLst>
          </p:cNvPr>
          <p:cNvSpPr>
            <a:spLocks noGrp="1"/>
          </p:cNvSpPr>
          <p:nvPr>
            <p:ph type="sldNum" sz="quarter" idx="12"/>
          </p:nvPr>
        </p:nvSpPr>
        <p:spPr/>
        <p:txBody>
          <a:bodyPr/>
          <a:lstStyle/>
          <a:p>
            <a:fld id="{028CE896-619B-44F9-BE7F-139D1400166E}" type="slidenum">
              <a:rPr lang="en-US" smtClean="0"/>
              <a:t>63</a:t>
            </a:fld>
            <a:endParaRPr lang="en-US"/>
          </a:p>
        </p:txBody>
      </p:sp>
    </p:spTree>
    <p:extLst>
      <p:ext uri="{BB962C8B-B14F-4D97-AF65-F5344CB8AC3E}">
        <p14:creationId xmlns:p14="http://schemas.microsoft.com/office/powerpoint/2010/main" val="34137553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D4AE7-9E0C-67C8-FF85-FC38C8C43D2E}"/>
              </a:ext>
            </a:extLst>
          </p:cNvPr>
          <p:cNvSpPr>
            <a:spLocks noGrp="1"/>
          </p:cNvSpPr>
          <p:nvPr>
            <p:ph type="title"/>
          </p:nvPr>
        </p:nvSpPr>
        <p:spPr/>
        <p:txBody>
          <a:bodyPr/>
          <a:lstStyle/>
          <a:p>
            <a:r>
              <a:rPr lang="en-US" dirty="0"/>
              <a:t>Week 8 update</a:t>
            </a:r>
            <a:endParaRPr lang="en-IN" dirty="0"/>
          </a:p>
        </p:txBody>
      </p:sp>
      <p:sp>
        <p:nvSpPr>
          <p:cNvPr id="3" name="Content Placeholder 2">
            <a:extLst>
              <a:ext uri="{FF2B5EF4-FFF2-40B4-BE49-F238E27FC236}">
                <a16:creationId xmlns:a16="http://schemas.microsoft.com/office/drawing/2014/main" id="{AB74F724-971B-B121-F8C0-B490251DB399}"/>
              </a:ext>
            </a:extLst>
          </p:cNvPr>
          <p:cNvSpPr>
            <a:spLocks noGrp="1"/>
          </p:cNvSpPr>
          <p:nvPr>
            <p:ph idx="1"/>
          </p:nvPr>
        </p:nvSpPr>
        <p:spPr/>
        <p:txBody>
          <a:bodyPr/>
          <a:lstStyle/>
          <a:p>
            <a:pPr>
              <a:buFont typeface="Wingdings" panose="05000000000000000000" pitchFamily="2" charset="2"/>
              <a:buChar char="ü"/>
            </a:pPr>
            <a:r>
              <a:rPr lang="en-IN" dirty="0"/>
              <a:t>Compared VNA and Turbo VNA measurements using ADS(4hrs)</a:t>
            </a:r>
          </a:p>
          <a:p>
            <a:pPr>
              <a:buFont typeface="Wingdings" panose="05000000000000000000" pitchFamily="2" charset="2"/>
              <a:buChar char="ü"/>
            </a:pPr>
            <a:r>
              <a:rPr lang="en-IN" dirty="0"/>
              <a:t>Tried to analyse the mismatch at the lower frequencies (6hrs)</a:t>
            </a:r>
          </a:p>
          <a:p>
            <a:pPr marL="0" indent="0">
              <a:buNone/>
            </a:pPr>
            <a:r>
              <a:rPr lang="en-IN" dirty="0"/>
              <a:t>Week 9:</a:t>
            </a:r>
          </a:p>
          <a:p>
            <a:pPr>
              <a:buFont typeface="Wingdings" panose="05000000000000000000" pitchFamily="2" charset="2"/>
              <a:buChar char="Ø"/>
            </a:pPr>
            <a:r>
              <a:rPr lang="en-IN" dirty="0"/>
              <a:t>Draft the article and come up with a story(5 hrs)</a:t>
            </a:r>
          </a:p>
          <a:p>
            <a:pPr>
              <a:buFont typeface="Wingdings" panose="05000000000000000000" pitchFamily="2" charset="2"/>
              <a:buChar char="Ø"/>
            </a:pPr>
            <a:r>
              <a:rPr lang="en-IN" dirty="0"/>
              <a:t>Recollect the data if required for the article for improvisation(4hrs)</a:t>
            </a:r>
          </a:p>
          <a:p>
            <a:endParaRPr lang="en-IN" dirty="0"/>
          </a:p>
        </p:txBody>
      </p:sp>
      <p:sp>
        <p:nvSpPr>
          <p:cNvPr id="4" name="Slide Number Placeholder 3">
            <a:extLst>
              <a:ext uri="{FF2B5EF4-FFF2-40B4-BE49-F238E27FC236}">
                <a16:creationId xmlns:a16="http://schemas.microsoft.com/office/drawing/2014/main" id="{9C32CD32-F630-05E7-D9B9-B784E7CB069B}"/>
              </a:ext>
            </a:extLst>
          </p:cNvPr>
          <p:cNvSpPr>
            <a:spLocks noGrp="1"/>
          </p:cNvSpPr>
          <p:nvPr>
            <p:ph type="sldNum" sz="quarter" idx="12"/>
          </p:nvPr>
        </p:nvSpPr>
        <p:spPr/>
        <p:txBody>
          <a:bodyPr/>
          <a:lstStyle/>
          <a:p>
            <a:fld id="{028CE896-619B-44F9-BE7F-139D1400166E}" type="slidenum">
              <a:rPr lang="en-US" smtClean="0"/>
              <a:t>64</a:t>
            </a:fld>
            <a:endParaRPr lang="en-US"/>
          </a:p>
        </p:txBody>
      </p:sp>
    </p:spTree>
    <p:extLst>
      <p:ext uri="{BB962C8B-B14F-4D97-AF65-F5344CB8AC3E}">
        <p14:creationId xmlns:p14="http://schemas.microsoft.com/office/powerpoint/2010/main" val="30298598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9AED9-6FF4-D970-5C06-8007AE7BF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AF657-BCAB-A10B-24AD-6C30D8790B10}"/>
              </a:ext>
            </a:extLst>
          </p:cNvPr>
          <p:cNvSpPr>
            <a:spLocks noGrp="1"/>
          </p:cNvSpPr>
          <p:nvPr>
            <p:ph type="title"/>
          </p:nvPr>
        </p:nvSpPr>
        <p:spPr/>
        <p:txBody>
          <a:bodyPr/>
          <a:lstStyle/>
          <a:p>
            <a:r>
              <a:rPr lang="en-US" dirty="0"/>
              <a:t>Week 10 update</a:t>
            </a:r>
            <a:endParaRPr lang="en-IN" dirty="0"/>
          </a:p>
        </p:txBody>
      </p:sp>
      <p:sp>
        <p:nvSpPr>
          <p:cNvPr id="3" name="Content Placeholder 2">
            <a:extLst>
              <a:ext uri="{FF2B5EF4-FFF2-40B4-BE49-F238E27FC236}">
                <a16:creationId xmlns:a16="http://schemas.microsoft.com/office/drawing/2014/main" id="{4CBF1BE3-DC83-129F-0D0C-C897BC9437E8}"/>
              </a:ext>
            </a:extLst>
          </p:cNvPr>
          <p:cNvSpPr>
            <a:spLocks noGrp="1"/>
          </p:cNvSpPr>
          <p:nvPr>
            <p:ph idx="1"/>
          </p:nvPr>
        </p:nvSpPr>
        <p:spPr/>
        <p:txBody>
          <a:bodyPr/>
          <a:lstStyle/>
          <a:p>
            <a:pPr>
              <a:buFont typeface="Wingdings" panose="05000000000000000000" pitchFamily="2" charset="2"/>
              <a:buChar char="ü"/>
            </a:pPr>
            <a:r>
              <a:rPr lang="en-IN" dirty="0"/>
              <a:t> Re-did the measurements in the post-amp method and bring them into ADS(4hrs)</a:t>
            </a:r>
          </a:p>
          <a:p>
            <a:pPr>
              <a:buFont typeface="Wingdings" panose="05000000000000000000" pitchFamily="2" charset="2"/>
              <a:buChar char="ü"/>
            </a:pPr>
            <a:r>
              <a:rPr lang="en-IN" dirty="0"/>
              <a:t>Tried to </a:t>
            </a:r>
            <a:r>
              <a:rPr lang="en-IN" dirty="0" err="1"/>
              <a:t>analyze</a:t>
            </a:r>
            <a:r>
              <a:rPr lang="en-IN" dirty="0"/>
              <a:t> the mismatch at the lower frequencies (6hrs)</a:t>
            </a:r>
          </a:p>
          <a:p>
            <a:pPr marL="0" indent="0">
              <a:buNone/>
            </a:pPr>
            <a:r>
              <a:rPr lang="en-IN" dirty="0"/>
              <a:t>Week 11:</a:t>
            </a:r>
          </a:p>
          <a:p>
            <a:pPr>
              <a:buFont typeface="Wingdings" panose="05000000000000000000" pitchFamily="2" charset="2"/>
              <a:buChar char="Ø"/>
            </a:pPr>
            <a:r>
              <a:rPr lang="en-IN" dirty="0"/>
              <a:t>Draft the article and come up with a story(7 hrs)</a:t>
            </a:r>
          </a:p>
          <a:p>
            <a:pPr>
              <a:buFont typeface="Wingdings" panose="05000000000000000000" pitchFamily="2" charset="2"/>
              <a:buChar char="Ø"/>
            </a:pPr>
            <a:endParaRPr lang="en-IN" dirty="0"/>
          </a:p>
          <a:p>
            <a:pPr>
              <a:buFont typeface="Wingdings" panose="05000000000000000000" pitchFamily="2" charset="2"/>
              <a:buChar char="Ø"/>
            </a:pPr>
            <a:endParaRPr lang="en-IN" dirty="0"/>
          </a:p>
          <a:p>
            <a:pPr>
              <a:buFont typeface="Wingdings" panose="05000000000000000000" pitchFamily="2" charset="2"/>
              <a:buChar char="Ø"/>
            </a:pPr>
            <a:endParaRPr lang="en-IN" dirty="0"/>
          </a:p>
          <a:p>
            <a:pPr marL="0" indent="0">
              <a:buNone/>
            </a:pPr>
            <a:endParaRPr lang="en-IN" dirty="0"/>
          </a:p>
        </p:txBody>
      </p:sp>
      <p:sp>
        <p:nvSpPr>
          <p:cNvPr id="4" name="Slide Number Placeholder 3">
            <a:extLst>
              <a:ext uri="{FF2B5EF4-FFF2-40B4-BE49-F238E27FC236}">
                <a16:creationId xmlns:a16="http://schemas.microsoft.com/office/drawing/2014/main" id="{198831BA-B9DF-49F1-1749-B440199F859A}"/>
              </a:ext>
            </a:extLst>
          </p:cNvPr>
          <p:cNvSpPr>
            <a:spLocks noGrp="1"/>
          </p:cNvSpPr>
          <p:nvPr>
            <p:ph type="sldNum" sz="quarter" idx="12"/>
          </p:nvPr>
        </p:nvSpPr>
        <p:spPr/>
        <p:txBody>
          <a:bodyPr/>
          <a:lstStyle/>
          <a:p>
            <a:fld id="{028CE896-619B-44F9-BE7F-139D1400166E}" type="slidenum">
              <a:rPr lang="en-US" smtClean="0"/>
              <a:t>65</a:t>
            </a:fld>
            <a:endParaRPr lang="en-US"/>
          </a:p>
        </p:txBody>
      </p:sp>
    </p:spTree>
    <p:extLst>
      <p:ext uri="{BB962C8B-B14F-4D97-AF65-F5344CB8AC3E}">
        <p14:creationId xmlns:p14="http://schemas.microsoft.com/office/powerpoint/2010/main" val="23658439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E3C04-D7E9-5329-F2DA-9F216BB5B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F560F2-D7A9-5F30-DA38-B1205E93E58A}"/>
              </a:ext>
            </a:extLst>
          </p:cNvPr>
          <p:cNvSpPr>
            <a:spLocks noGrp="1"/>
          </p:cNvSpPr>
          <p:nvPr>
            <p:ph type="title"/>
          </p:nvPr>
        </p:nvSpPr>
        <p:spPr/>
        <p:txBody>
          <a:bodyPr/>
          <a:lstStyle/>
          <a:p>
            <a:r>
              <a:rPr lang="en-US" dirty="0"/>
              <a:t>Week 12 update</a:t>
            </a:r>
            <a:endParaRPr lang="en-IN" dirty="0"/>
          </a:p>
        </p:txBody>
      </p:sp>
      <p:sp>
        <p:nvSpPr>
          <p:cNvPr id="3" name="Content Placeholder 2">
            <a:extLst>
              <a:ext uri="{FF2B5EF4-FFF2-40B4-BE49-F238E27FC236}">
                <a16:creationId xmlns:a16="http://schemas.microsoft.com/office/drawing/2014/main" id="{21B056BF-DE24-046E-6B67-34E96C247AF8}"/>
              </a:ext>
            </a:extLst>
          </p:cNvPr>
          <p:cNvSpPr>
            <a:spLocks noGrp="1"/>
          </p:cNvSpPr>
          <p:nvPr>
            <p:ph idx="1"/>
          </p:nvPr>
        </p:nvSpPr>
        <p:spPr/>
        <p:txBody>
          <a:bodyPr/>
          <a:lstStyle/>
          <a:p>
            <a:pPr>
              <a:buFont typeface="Wingdings" panose="05000000000000000000" pitchFamily="2" charset="2"/>
              <a:buChar char="ü"/>
            </a:pPr>
            <a:r>
              <a:rPr lang="en-IN" dirty="0"/>
              <a:t> Research about the cause of phase change artifact(6hrs)</a:t>
            </a:r>
          </a:p>
          <a:p>
            <a:pPr>
              <a:buFont typeface="Wingdings" panose="05000000000000000000" pitchFamily="2" charset="2"/>
              <a:buChar char="ü"/>
            </a:pPr>
            <a:r>
              <a:rPr lang="en-IN" dirty="0"/>
              <a:t>Re-did the measurements and </a:t>
            </a:r>
            <a:r>
              <a:rPr lang="en-IN" dirty="0" err="1"/>
              <a:t>analyzed</a:t>
            </a:r>
            <a:r>
              <a:rPr lang="en-IN" dirty="0"/>
              <a:t> them in ADS(4hrs)</a:t>
            </a:r>
          </a:p>
          <a:p>
            <a:pPr marL="0" indent="0">
              <a:buNone/>
            </a:pPr>
            <a:endParaRPr lang="en-IN" dirty="0"/>
          </a:p>
          <a:p>
            <a:pPr marL="0" indent="0">
              <a:buNone/>
            </a:pPr>
            <a:r>
              <a:rPr lang="en-IN"/>
              <a:t>Week 13:</a:t>
            </a:r>
            <a:endParaRPr lang="en-IN" dirty="0"/>
          </a:p>
          <a:p>
            <a:pPr>
              <a:buFont typeface="Wingdings" panose="05000000000000000000" pitchFamily="2" charset="2"/>
              <a:buChar char="Ø"/>
            </a:pPr>
            <a:r>
              <a:rPr lang="en-IN" dirty="0"/>
              <a:t>Rework the draft paper and add new findings(6hrs)</a:t>
            </a:r>
          </a:p>
          <a:p>
            <a:pPr>
              <a:buFont typeface="Wingdings" panose="05000000000000000000" pitchFamily="2" charset="2"/>
              <a:buChar char="Ø"/>
            </a:pPr>
            <a:endParaRPr lang="en-IN" dirty="0"/>
          </a:p>
          <a:p>
            <a:pPr>
              <a:buFont typeface="Wingdings" panose="05000000000000000000" pitchFamily="2" charset="2"/>
              <a:buChar char="Ø"/>
            </a:pPr>
            <a:endParaRPr lang="en-IN" dirty="0"/>
          </a:p>
          <a:p>
            <a:pPr>
              <a:buFont typeface="Wingdings" panose="05000000000000000000" pitchFamily="2" charset="2"/>
              <a:buChar char="Ø"/>
            </a:pPr>
            <a:endParaRPr lang="en-IN" dirty="0"/>
          </a:p>
          <a:p>
            <a:pPr marL="0" indent="0">
              <a:buNone/>
            </a:pPr>
            <a:endParaRPr lang="en-IN" dirty="0"/>
          </a:p>
        </p:txBody>
      </p:sp>
      <p:sp>
        <p:nvSpPr>
          <p:cNvPr id="4" name="Slide Number Placeholder 3">
            <a:extLst>
              <a:ext uri="{FF2B5EF4-FFF2-40B4-BE49-F238E27FC236}">
                <a16:creationId xmlns:a16="http://schemas.microsoft.com/office/drawing/2014/main" id="{A978C7B2-3E75-DDAD-6033-A17B164FB856}"/>
              </a:ext>
            </a:extLst>
          </p:cNvPr>
          <p:cNvSpPr>
            <a:spLocks noGrp="1"/>
          </p:cNvSpPr>
          <p:nvPr>
            <p:ph type="sldNum" sz="quarter" idx="12"/>
          </p:nvPr>
        </p:nvSpPr>
        <p:spPr/>
        <p:txBody>
          <a:bodyPr/>
          <a:lstStyle/>
          <a:p>
            <a:fld id="{028CE896-619B-44F9-BE7F-139D1400166E}" type="slidenum">
              <a:rPr lang="en-US" smtClean="0"/>
              <a:t>66</a:t>
            </a:fld>
            <a:endParaRPr lang="en-US"/>
          </a:p>
        </p:txBody>
      </p:sp>
    </p:spTree>
    <p:extLst>
      <p:ext uri="{BB962C8B-B14F-4D97-AF65-F5344CB8AC3E}">
        <p14:creationId xmlns:p14="http://schemas.microsoft.com/office/powerpoint/2010/main" val="32778762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80C5C-F63E-0A7E-4F54-E031E51B2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DB7A0-08A5-4580-8F4A-3FE7351225FD}"/>
              </a:ext>
            </a:extLst>
          </p:cNvPr>
          <p:cNvSpPr>
            <a:spLocks noGrp="1"/>
          </p:cNvSpPr>
          <p:nvPr>
            <p:ph type="title"/>
          </p:nvPr>
        </p:nvSpPr>
        <p:spPr/>
        <p:txBody>
          <a:bodyPr/>
          <a:lstStyle/>
          <a:p>
            <a:r>
              <a:rPr lang="en-US" dirty="0"/>
              <a:t>Week 13 update</a:t>
            </a:r>
            <a:endParaRPr lang="en-IN" dirty="0"/>
          </a:p>
        </p:txBody>
      </p:sp>
      <p:sp>
        <p:nvSpPr>
          <p:cNvPr id="3" name="Content Placeholder 2">
            <a:extLst>
              <a:ext uri="{FF2B5EF4-FFF2-40B4-BE49-F238E27FC236}">
                <a16:creationId xmlns:a16="http://schemas.microsoft.com/office/drawing/2014/main" id="{00CCA101-D714-AAF6-DFEF-F2D4DD3663D7}"/>
              </a:ext>
            </a:extLst>
          </p:cNvPr>
          <p:cNvSpPr>
            <a:spLocks noGrp="1"/>
          </p:cNvSpPr>
          <p:nvPr>
            <p:ph idx="1"/>
          </p:nvPr>
        </p:nvSpPr>
        <p:spPr/>
        <p:txBody>
          <a:bodyPr/>
          <a:lstStyle/>
          <a:p>
            <a:pPr>
              <a:buFont typeface="Wingdings" panose="05000000000000000000" pitchFamily="2" charset="2"/>
              <a:buChar char="ü"/>
            </a:pPr>
            <a:r>
              <a:rPr lang="en-IN" dirty="0"/>
              <a:t> Created a new low impedance structure with the help of components available in the lab, </a:t>
            </a:r>
            <a:r>
              <a:rPr lang="en-IN" dirty="0" err="1"/>
              <a:t>analyzing</a:t>
            </a:r>
            <a:r>
              <a:rPr lang="en-IN" dirty="0"/>
              <a:t> the results(6hrs) </a:t>
            </a:r>
          </a:p>
          <a:p>
            <a:pPr>
              <a:buFont typeface="Wingdings" panose="05000000000000000000" pitchFamily="2" charset="2"/>
              <a:buChar char="ü"/>
            </a:pPr>
            <a:r>
              <a:rPr lang="en-IN" dirty="0"/>
              <a:t> Rework the draft paper and added new findings(2hrs)</a:t>
            </a:r>
          </a:p>
          <a:p>
            <a:pPr marL="0" indent="0">
              <a:buNone/>
            </a:pPr>
            <a:r>
              <a:rPr lang="en-IN" dirty="0"/>
              <a:t>Week 14:</a:t>
            </a:r>
          </a:p>
          <a:p>
            <a:pPr>
              <a:buFont typeface="Wingdings" panose="05000000000000000000" pitchFamily="2" charset="2"/>
              <a:buChar char="Ø"/>
            </a:pPr>
            <a:r>
              <a:rPr lang="en-IN" dirty="0"/>
              <a:t> Need to find the DC resistance of the Via and the resistance</a:t>
            </a:r>
          </a:p>
          <a:p>
            <a:pPr>
              <a:buFont typeface="Wingdings" panose="05000000000000000000" pitchFamily="2" charset="2"/>
              <a:buChar char="Ø"/>
            </a:pPr>
            <a:r>
              <a:rPr lang="en-IN" dirty="0"/>
              <a:t> Analyse the new structure measurements with </a:t>
            </a:r>
            <a:r>
              <a:rPr lang="en-IN"/>
              <a:t>DC resistance </a:t>
            </a:r>
            <a:endParaRPr lang="en-IN" dirty="0"/>
          </a:p>
          <a:p>
            <a:pPr>
              <a:buFont typeface="Wingdings" panose="05000000000000000000" pitchFamily="2" charset="2"/>
              <a:buChar char="Ø"/>
            </a:pPr>
            <a:endParaRPr lang="en-IN" dirty="0"/>
          </a:p>
          <a:p>
            <a:pPr>
              <a:buFont typeface="Wingdings" panose="05000000000000000000" pitchFamily="2" charset="2"/>
              <a:buChar char="Ø"/>
            </a:pPr>
            <a:endParaRPr lang="en-IN" dirty="0"/>
          </a:p>
          <a:p>
            <a:pPr marL="0" indent="0">
              <a:buNone/>
            </a:pPr>
            <a:endParaRPr lang="en-IN" dirty="0"/>
          </a:p>
        </p:txBody>
      </p:sp>
      <p:sp>
        <p:nvSpPr>
          <p:cNvPr id="4" name="Slide Number Placeholder 3">
            <a:extLst>
              <a:ext uri="{FF2B5EF4-FFF2-40B4-BE49-F238E27FC236}">
                <a16:creationId xmlns:a16="http://schemas.microsoft.com/office/drawing/2014/main" id="{B22C24B9-DAA6-4C86-9C07-A6111FB69A08}"/>
              </a:ext>
            </a:extLst>
          </p:cNvPr>
          <p:cNvSpPr>
            <a:spLocks noGrp="1"/>
          </p:cNvSpPr>
          <p:nvPr>
            <p:ph type="sldNum" sz="quarter" idx="12"/>
          </p:nvPr>
        </p:nvSpPr>
        <p:spPr/>
        <p:txBody>
          <a:bodyPr/>
          <a:lstStyle/>
          <a:p>
            <a:fld id="{028CE896-619B-44F9-BE7F-139D1400166E}" type="slidenum">
              <a:rPr lang="en-US" smtClean="0"/>
              <a:t>67</a:t>
            </a:fld>
            <a:endParaRPr lang="en-US"/>
          </a:p>
        </p:txBody>
      </p:sp>
    </p:spTree>
    <p:extLst>
      <p:ext uri="{BB962C8B-B14F-4D97-AF65-F5344CB8AC3E}">
        <p14:creationId xmlns:p14="http://schemas.microsoft.com/office/powerpoint/2010/main" val="239723807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017 Keysight Macro LIGHT">
  <a:themeElements>
    <a:clrScheme name="Keysight Light">
      <a:dk1>
        <a:sysClr val="windowText" lastClr="000000"/>
      </a:dk1>
      <a:lt1>
        <a:srgbClr val="FFFFFF"/>
      </a:lt1>
      <a:dk2>
        <a:srgbClr val="A4A1A9"/>
      </a:dk2>
      <a:lt2>
        <a:srgbClr val="FFA623"/>
      </a:lt2>
      <a:accent1>
        <a:srgbClr val="E90029"/>
      </a:accent1>
      <a:accent2>
        <a:srgbClr val="E76C27"/>
      </a:accent2>
      <a:accent3>
        <a:srgbClr val="8D3785"/>
      </a:accent3>
      <a:accent4>
        <a:srgbClr val="5B348A"/>
      </a:accent4>
      <a:accent5>
        <a:srgbClr val="225792"/>
      </a:accent5>
      <a:accent6>
        <a:srgbClr val="07858B"/>
      </a:accent6>
      <a:hlink>
        <a:srgbClr val="E90029"/>
      </a:hlink>
      <a:folHlink>
        <a:srgbClr val="74001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lumMod val="75000"/>
            <a:lumOff val="25000"/>
          </a:schemeClr>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lumMod val="75000"/>
              <a:lumOff val="2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dirty="0" err="1" smtClean="0">
            <a:solidFill>
              <a:schemeClr val="tx1">
                <a:lumMod val="85000"/>
                <a:lumOff val="15000"/>
              </a:schemeClr>
            </a:solidFill>
          </a:defRPr>
        </a:defPPr>
      </a:lstStyle>
    </a:txDef>
  </a:objectDefaults>
  <a:extraClrSchemeLst/>
  <a:extLst>
    <a:ext uri="{05A4C25C-085E-4340-85A3-A5531E510DB2}">
      <thm15:themeFamily xmlns:thm15="http://schemas.microsoft.com/office/thememl/2012/main" name="Keysight_Widescreen_April_2019" id="{CDC0E78D-7FDB-4EC3-8948-D87114C1A23A}" vid="{C053656A-2954-4C94-A489-2F6E04E1F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otalTime>15867</TotalTime>
  <Words>2355</Words>
  <Application>Microsoft Office PowerPoint</Application>
  <PresentationFormat>Widescreen</PresentationFormat>
  <Paragraphs>511</Paragraphs>
  <Slides>67</Slides>
  <Notes>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67</vt:i4>
      </vt:variant>
    </vt:vector>
  </HeadingPairs>
  <TitlesOfParts>
    <vt:vector size="80" baseType="lpstr">
      <vt:lpstr>Arial</vt:lpstr>
      <vt:lpstr>Arial Narrow</vt:lpstr>
      <vt:lpstr>Calibri</vt:lpstr>
      <vt:lpstr>Courier New</vt:lpstr>
      <vt:lpstr>Franklin Gothic Book</vt:lpstr>
      <vt:lpstr>Helvetica</vt:lpstr>
      <vt:lpstr>Helvetica Light</vt:lpstr>
      <vt:lpstr>Helvetica Light Oblique</vt:lpstr>
      <vt:lpstr>Helvetica Oblique</vt:lpstr>
      <vt:lpstr>Times New Roman</vt:lpstr>
      <vt:lpstr>Wingdings</vt:lpstr>
      <vt:lpstr>Custom Design</vt:lpstr>
      <vt:lpstr>2017 Keysight Macro LIGHT</vt:lpstr>
      <vt:lpstr>7.3.4 Using power amplifiers as high current buffers in low Z VNA measurements</vt:lpstr>
      <vt:lpstr>What?</vt:lpstr>
      <vt:lpstr>Why?</vt:lpstr>
      <vt:lpstr>How?</vt:lpstr>
      <vt:lpstr>Timeline</vt:lpstr>
      <vt:lpstr>Week 3: Understanding the VNA</vt:lpstr>
      <vt:lpstr>With High BW scope</vt:lpstr>
      <vt:lpstr>Noise floor</vt:lpstr>
      <vt:lpstr>Noise floor- Log sweep</vt:lpstr>
      <vt:lpstr>Power level</vt:lpstr>
      <vt:lpstr>Measured known 10mohm impedance</vt:lpstr>
      <vt:lpstr>Amp responses</vt:lpstr>
      <vt:lpstr>Week 4: RF amplifier gain</vt:lpstr>
      <vt:lpstr>Week 4: RF amplifier gain</vt:lpstr>
      <vt:lpstr>Input and Output Z</vt:lpstr>
      <vt:lpstr>Noise floor with RFamp</vt:lpstr>
      <vt:lpstr>10m Ohm resistor</vt:lpstr>
      <vt:lpstr>Via resistance – layer 2</vt:lpstr>
      <vt:lpstr>Via resistance – layer 2</vt:lpstr>
      <vt:lpstr>Via resistance simulation– layer 2</vt:lpstr>
      <vt:lpstr>Via resistance simulation– layer 2</vt:lpstr>
      <vt:lpstr>So What?</vt:lpstr>
      <vt:lpstr>PowerPoint Presentation</vt:lpstr>
      <vt:lpstr>Dummy</vt:lpstr>
      <vt:lpstr>7.3.4 Using power amplifiers as high current buffers in low Z VNA measurements(Turbo VNA)</vt:lpstr>
      <vt:lpstr>Agenda</vt:lpstr>
      <vt:lpstr>Problem</vt:lpstr>
      <vt:lpstr>Solution</vt:lpstr>
      <vt:lpstr>RF amp Improvements</vt:lpstr>
      <vt:lpstr>Revised Noise floor</vt:lpstr>
      <vt:lpstr>Why Post amp?</vt:lpstr>
      <vt:lpstr>Test Board</vt:lpstr>
      <vt:lpstr>10m Ohm resistor</vt:lpstr>
      <vt:lpstr>Phase of 10m Ohm resistor</vt:lpstr>
      <vt:lpstr>Attenuator setup</vt:lpstr>
      <vt:lpstr>Consistency check</vt:lpstr>
      <vt:lpstr>Via - layer 2</vt:lpstr>
      <vt:lpstr>Via- layer 2</vt:lpstr>
      <vt:lpstr>Summary table</vt:lpstr>
      <vt:lpstr>So What?</vt:lpstr>
      <vt:lpstr>PowerPoint Presentation</vt:lpstr>
      <vt:lpstr>7.3.4 Using power amplifiers as high current buffers in low Z VNA measurements(Turbo VNA)</vt:lpstr>
      <vt:lpstr>Agenda</vt:lpstr>
      <vt:lpstr>Problem Statement</vt:lpstr>
      <vt:lpstr>Solution</vt:lpstr>
      <vt:lpstr>RF amp Improvements</vt:lpstr>
      <vt:lpstr>Common current artifact</vt:lpstr>
      <vt:lpstr>Revised Noise floor</vt:lpstr>
      <vt:lpstr>Why Post amp?</vt:lpstr>
      <vt:lpstr>Test Board</vt:lpstr>
      <vt:lpstr>10mΩ resistor</vt:lpstr>
      <vt:lpstr>Similarity metric</vt:lpstr>
      <vt:lpstr>Via - layer 4</vt:lpstr>
      <vt:lpstr>Via - layer 2</vt:lpstr>
      <vt:lpstr>Via- layer 2</vt:lpstr>
      <vt:lpstr>So What?</vt:lpstr>
      <vt:lpstr>PowerPoint Presentation</vt:lpstr>
      <vt:lpstr>Dummy</vt:lpstr>
      <vt:lpstr>Back up</vt:lpstr>
      <vt:lpstr>Simulated Pre and Post amp</vt:lpstr>
      <vt:lpstr>Input and Output Z  of RF amp</vt:lpstr>
      <vt:lpstr>Week 6 update</vt:lpstr>
      <vt:lpstr>Week 7 update</vt:lpstr>
      <vt:lpstr>Week 8 update</vt:lpstr>
      <vt:lpstr>Week 10 update</vt:lpstr>
      <vt:lpstr>Week 12 update</vt:lpstr>
      <vt:lpstr>Week 13 update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Saish Sawant</dc:creator>
  <cp:lastModifiedBy>Jithendra HS</cp:lastModifiedBy>
  <cp:revision>165</cp:revision>
  <cp:lastPrinted>2025-04-10T20:07:34Z</cp:lastPrinted>
  <dcterms:created xsi:type="dcterms:W3CDTF">2022-02-14T13:42:11Z</dcterms:created>
  <dcterms:modified xsi:type="dcterms:W3CDTF">2025-04-13T03:36:50Z</dcterms:modified>
</cp:coreProperties>
</file>